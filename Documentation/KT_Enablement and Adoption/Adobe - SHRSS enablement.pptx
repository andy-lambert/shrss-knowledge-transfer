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comments/modernComment_7FFFFE16_6A3D15E9.xml" ContentType="application/vnd.ms-powerpoint.comment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sldIdLst>
    <p:sldId id="259" r:id="rId5"/>
    <p:sldId id="2147483158" r:id="rId6"/>
    <p:sldId id="261" r:id="rId7"/>
    <p:sldId id="2147483157" r:id="rId8"/>
    <p:sldId id="2147435735" r:id="rId9"/>
    <p:sldId id="323" r:id="rId10"/>
    <p:sldId id="258" r:id="rId11"/>
    <p:sldId id="262" r:id="rId12"/>
    <p:sldId id="2147483154" r:id="rId13"/>
    <p:sldId id="305" r:id="rId14"/>
    <p:sldId id="348" r:id="rId15"/>
    <p:sldId id="351" r:id="rId16"/>
    <p:sldId id="214748315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CEACBC2A-673F-0F99-FA23-3207DCB750F6}" name="Olivvia Swaminathan" initials="OS" userId="S::oswaminathan@adobe.com::17ff2e38-faf2-4354-a9c9-cb48901e2ff5" providerId="AD"/>
  <p188:author id="{2FDADB4A-AB6B-9E89-A712-5431AA7DE223}" name="Kalei Munsell" initials="KM" userId="S::kmunsell@adobe.com::f0f58855-6664-4bce-81b5-e7d8412a5c6d" providerId="AD"/>
  <p188:author id="{C5F3EB63-F5DF-69D1-2483-F6EB98255607}" name="Scott Benson" initials="SB" userId="S::sbenson@adobe.com::6f303af4-d7c5-44d2-a3ee-37dd900ea180" providerId="AD"/>
  <p188:author id="{99F7066C-66D5-8F7B-A7B2-0C58FA599ED6}" name="Jacob White" initials="" userId="S::jawhite@adobe.com::bf15ec31-2522-4117-85b2-5aed4b1fef16" providerId="AD"/>
  <p188:author id="{B5FA4D74-A8AF-742E-B8D9-04B8C8980C54}" name="Amit Nair" initials="" userId="S::amitn@adobe.com::b20f5069-e165-40d4-aef8-85bf5ff5d138" providerId="AD"/>
  <p188:author id="{5B678D75-604B-8512-6CEE-52F9F9A2F29B}" name="Julia Capeloto" initials="JC" userId="S::capeloto@adobe.com::95f4d369-df56-44d4-9eda-6675faac5294" providerId="AD"/>
  <p188:author id="{9F5BDD82-05C6-0766-FAE6-7AC0EF9B378A}" name="Deepankar Ray" initials="" userId="S::deepankarr@adobe.com::c22c74af-54c8-4145-b482-7ec430841a3f" providerId="AD"/>
  <p188:author id="{62FEEB9E-68E1-78F1-FA4D-5F43E3A99159}" name="Jason Franklin" initials="JF" userId="S::jafrankl@adobe.com::c87865dd-5e39-4fa6-b97b-9351161e8d13" providerId="AD"/>
  <p188:author id="{DE6EFDA8-0392-369E-CB87-61983309306C}" name="Jamie Grant" initials="JG" userId="S::foc54480@adobe.com::058b70a7-9118-4ec3-85f2-db96d125ad06" providerId="AD"/>
  <p188:author id="{4FB0E6C2-01E0-902D-6EB3-355F2E61CDF0}" name="Wendy Grim" initials="WG" userId="S::wgrim@adobe.com::a6aac728-d695-48c0-b541-bdb4f8e8beac" providerId="AD"/>
  <p188:author id="{C7D0EEC7-1583-B5F0-D1CC-89CAF758F3AB}" name="Macie De Stefano" initials="" userId="S::mskipwit@adobe.com::b2abbf78-f550-46cd-8677-9f9278058538" providerId="AD"/>
  <p188:author id="{C574EDEA-E59B-A984-5C52-5FB6E9FE4230}" name="Elizabeth Woodhull" initials="EW" userId="S::ewoodhull@adobe.com::53a5efbb-4419-44eb-939e-661ffca5b47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41245B"/>
    <a:srgbClr val="0F4F55"/>
    <a:srgbClr val="172762"/>
    <a:srgbClr val="044024"/>
    <a:srgbClr val="EC0D00"/>
    <a:srgbClr val="644007"/>
    <a:srgbClr val="604E00"/>
    <a:srgbClr val="642850"/>
    <a:srgbClr val="FF66CC"/>
    <a:srgbClr val="A55BE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8762D6-BE2F-12C9-4C51-A79CF06ADD00}" v="33" dt="2026-03-05T16:56:32.0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omments/modernComment_7FFFFE16_6A3D15E9.xml><?xml version="1.0" encoding="utf-8"?>
<p188:cmLst xmlns:a="http://schemas.openxmlformats.org/drawingml/2006/main" xmlns:r="http://schemas.openxmlformats.org/officeDocument/2006/relationships" xmlns:p188="http://schemas.microsoft.com/office/powerpoint/2018/8/main">
  <p188:cm id="{9B79CF1B-AEA0-5A4E-8F90-4C1FC4E2996E}" authorId="{99F7066C-66D5-8F7B-A7B2-0C58FA599ED6}" created="2026-03-05T16:11:39.867">
    <pc:sldMkLst xmlns:pc="http://schemas.microsoft.com/office/powerpoint/2013/main/command">
      <pc:docMk/>
      <pc:sldMk cId="1782388201" sldId="2147483158"/>
    </pc:sldMkLst>
    <p188:txBody>
      <a:bodyPr/>
      <a:lstStyle/>
      <a:p>
        <a:r>
          <a:rPr lang="en-US"/>
          <a:t>[@Andy Lambert], stage setting</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3F1930-641F-47E7-A0EC-FF19713D6D7E}" type="datetimeFigureOut">
              <a:rPr lang="en-US" smtClean="0"/>
              <a:t>3/5/26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BB79AF-D22A-4E5D-9392-72114F6AB7F4}" type="slidenum">
              <a:rPr lang="en-US" smtClean="0"/>
              <a:t>‹#›</a:t>
            </a:fld>
            <a:endParaRPr lang="en-US"/>
          </a:p>
        </p:txBody>
      </p:sp>
    </p:spTree>
    <p:extLst>
      <p:ext uri="{BB962C8B-B14F-4D97-AF65-F5344CB8AC3E}">
        <p14:creationId xmlns:p14="http://schemas.microsoft.com/office/powerpoint/2010/main" val="25913181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EF2277D-4E65-471B-8FDC-312617F5EA89}" type="slidenum">
              <a:rPr lang="en-US" smtClean="0"/>
              <a:pPr/>
              <a:t>5</a:t>
            </a:fld>
            <a:endParaRPr lang="en-US"/>
          </a:p>
        </p:txBody>
      </p:sp>
    </p:spTree>
    <p:extLst>
      <p:ext uri="{BB962C8B-B14F-4D97-AF65-F5344CB8AC3E}">
        <p14:creationId xmlns:p14="http://schemas.microsoft.com/office/powerpoint/2010/main" val="37053888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latin typeface="SoDo Sans Ligh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6726EF-BCC3-0349-B0D5-9E5F6746C0A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97625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latin typeface="SoDo Sans Light"/>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C6726EF-BCC3-0349-B0D5-9E5F6746C0A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3755020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rIns="0" anchor="b">
            <a:noAutofit/>
          </a:bodyPr>
          <a:lstStyle>
            <a:lvl1pPr algn="l">
              <a:lnSpc>
                <a:spcPct val="80000"/>
              </a:lnSpc>
              <a:defRPr sz="77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4" name="Picture 3" descr="A white letter o on a black background&#10;&#10;Description automatically generated">
            <a:extLst>
              <a:ext uri="{FF2B5EF4-FFF2-40B4-BE49-F238E27FC236}">
                <a16:creationId xmlns:a16="http://schemas.microsoft.com/office/drawing/2014/main" id="{E695AAB3-D968-696B-8D8D-3D752EF759D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9000" y="5997508"/>
            <a:ext cx="1316736" cy="318211"/>
          </a:xfrm>
          <a:prstGeom prst="rect">
            <a:avLst/>
          </a:prstGeom>
        </p:spPr>
      </p:pic>
    </p:spTree>
    <p:extLst>
      <p:ext uri="{BB962C8B-B14F-4D97-AF65-F5344CB8AC3E}">
        <p14:creationId xmlns:p14="http://schemas.microsoft.com/office/powerpoint/2010/main" val="2398346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anchor="b">
            <a:noAutofit/>
          </a:bodyPr>
          <a:lstStyle>
            <a:lvl1pPr algn="l">
              <a:lnSpc>
                <a:spcPct val="80000"/>
              </a:lnSpc>
              <a:defRPr sz="7700" spc="-120" baseline="0"/>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pic>
        <p:nvPicPr>
          <p:cNvPr id="5" name="Picture 4" descr="A red and black number&#10;&#10;Description automatically generated">
            <a:extLst>
              <a:ext uri="{FF2B5EF4-FFF2-40B4-BE49-F238E27FC236}">
                <a16:creationId xmlns:a16="http://schemas.microsoft.com/office/drawing/2014/main" id="{1FEC818F-5FDE-7FC3-B076-F61506203AE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1243225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Slide - Dark">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600" y="1122363"/>
            <a:ext cx="10972800" cy="2387600"/>
          </a:xfrm>
        </p:spPr>
        <p:txBody>
          <a:bodyPr lIns="0" anchor="b">
            <a:noAutofit/>
          </a:bodyPr>
          <a:lstStyle>
            <a:lvl1pPr algn="l">
              <a:lnSpc>
                <a:spcPct val="80000"/>
              </a:lnSpc>
              <a:defRPr sz="77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600" y="3602038"/>
            <a:ext cx="10972800"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pic>
        <p:nvPicPr>
          <p:cNvPr id="5" name="Picture 4" descr="A red and black number&#10;&#10;Description automatically generated">
            <a:extLst>
              <a:ext uri="{FF2B5EF4-FFF2-40B4-BE49-F238E27FC236}">
                <a16:creationId xmlns:a16="http://schemas.microsoft.com/office/drawing/2014/main" id="{D7C0ED63-3C6C-8868-F40A-8C33E74887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592746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5400" spc="-120" baseline="0"/>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9" y="3012926"/>
            <a:ext cx="5334002" cy="1655762"/>
          </a:xfrm>
        </p:spPr>
        <p:txBody>
          <a:bodyPr lIns="0" r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p>
            <a:endParaRPr lang="en-US"/>
          </a:p>
        </p:txBody>
      </p:sp>
      <p:pic>
        <p:nvPicPr>
          <p:cNvPr id="5" name="Picture 4" descr="A red and black number&#10;&#10;Description automatically generated">
            <a:extLst>
              <a:ext uri="{FF2B5EF4-FFF2-40B4-BE49-F238E27FC236}">
                <a16:creationId xmlns:a16="http://schemas.microsoft.com/office/drawing/2014/main" id="{ED10F1C0-9764-B3D2-72FA-D6F1835F56A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2889542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1209081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White - Bottom Graphic">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93ECCD13-D1E9-473F-B841-18617FCF55E9}" type="datetime1">
              <a:rPr lang="en-US" smtClean="0"/>
              <a:t>3/5/26</a:t>
            </a:fld>
            <a:endParaRPr lang="en-US"/>
          </a:p>
        </p:txBody>
      </p:sp>
    </p:spTree>
    <p:extLst>
      <p:ext uri="{BB962C8B-B14F-4D97-AF65-F5344CB8AC3E}">
        <p14:creationId xmlns:p14="http://schemas.microsoft.com/office/powerpoint/2010/main" val="8827779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1/2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noAutofit/>
          </a:bodyPr>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lvl1pPr>
          </a:lstStyle>
          <a:p>
            <a:endParaRPr lang="en-US"/>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8705"/>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2025 Adobe. All Rights Reserved. Adobe Confidential.</a:t>
            </a:r>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noAutofit/>
          </a:bodyPr>
          <a:lstStyle/>
          <a:p>
            <a:pPr algn="r"/>
            <a:fld id="{DEC9D0C1-7FBA-40E3-98AB-77B8E8CCE3DF}" type="slidenum">
              <a:rPr lang="en-US" smtClean="0"/>
              <a:pPr algn="r"/>
              <a:t>‹#›</a:t>
            </a:fld>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03D17E50-0ADF-43FB-8C34-0001133F6E68}" type="datetime1">
              <a:rPr lang="en-US" smtClean="0"/>
              <a:t>3/5/26</a:t>
            </a:fld>
            <a:endParaRPr lang="en-US"/>
          </a:p>
        </p:txBody>
      </p:sp>
    </p:spTree>
    <p:extLst>
      <p:ext uri="{BB962C8B-B14F-4D97-AF65-F5344CB8AC3E}">
        <p14:creationId xmlns:p14="http://schemas.microsoft.com/office/powerpoint/2010/main" val="2699021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1/3 Image">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1" y="264085"/>
            <a:ext cx="676656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1" y="1334324"/>
            <a:ext cx="594360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191919"/>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5665756"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2025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503997"/>
            <a:ext cx="1748393" cy="201954"/>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61FE3EA7-D92D-4A30-9EBB-F43D697D029C}" type="datetime1">
              <a:rPr lang="en-US" smtClean="0"/>
              <a:t>3/5/26</a:t>
            </a:fld>
            <a:endParaRPr lang="en-US"/>
          </a:p>
        </p:txBody>
      </p:sp>
    </p:spTree>
    <p:extLst>
      <p:ext uri="{BB962C8B-B14F-4D97-AF65-F5344CB8AC3E}">
        <p14:creationId xmlns:p14="http://schemas.microsoft.com/office/powerpoint/2010/main" val="1736874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4060606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7324"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3012180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28822759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ve Columns -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9"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275"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901" y="1334324"/>
            <a:ext cx="1920240" cy="4992624"/>
          </a:xfrm>
        </p:spPr>
        <p:txBody>
          <a:bodyPr lIns="0" rIns="0"/>
          <a:lstStyle>
            <a:lvl1pPr marL="176213" indent="-17621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400527"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B3448685-45E7-5B8D-4E46-44FECC30A5E8}"/>
              </a:ext>
            </a:extLst>
          </p:cNvPr>
          <p:cNvSpPr>
            <a:spLocks noGrp="1"/>
          </p:cNvSpPr>
          <p:nvPr>
            <p:ph idx="16"/>
          </p:nvPr>
        </p:nvSpPr>
        <p:spPr>
          <a:xfrm>
            <a:off x="9663152" y="1334324"/>
            <a:ext cx="1920240" cy="4992624"/>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2090174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Picture Placeholder 1">
            <a:extLst>
              <a:ext uri="{FF2B5EF4-FFF2-40B4-BE49-F238E27FC236}">
                <a16:creationId xmlns:a16="http://schemas.microsoft.com/office/drawing/2014/main" id="{56A753F3-8E21-F8FC-F311-A7291271BB52}"/>
              </a:ext>
            </a:extLst>
          </p:cNvPr>
          <p:cNvSpPr>
            <a:spLocks noGrp="1"/>
          </p:cNvSpPr>
          <p:nvPr>
            <p:ph type="pic" sz="quarter" idx="15"/>
          </p:nvPr>
        </p:nvSpPr>
        <p:spPr>
          <a:xfrm>
            <a:off x="609600" y="1335024"/>
            <a:ext cx="4937760" cy="2514600"/>
          </a:xfrm>
        </p:spPr>
        <p:txBody>
          <a:body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B7F64D60-75DD-D985-EFBC-9C173CDE2D69}"/>
              </a:ext>
            </a:extLst>
          </p:cNvPr>
          <p:cNvSpPr>
            <a:spLocks noGrp="1"/>
          </p:cNvSpPr>
          <p:nvPr>
            <p:ph type="pic" sz="quarter" idx="16"/>
          </p:nvPr>
        </p:nvSpPr>
        <p:spPr>
          <a:xfrm>
            <a:off x="6644640" y="1335024"/>
            <a:ext cx="493776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lvl1pPr>
            <a:lvl2pPr>
              <a:lnSpc>
                <a:spcPct val="110000"/>
              </a:lnSpc>
              <a:spcBef>
                <a:spcPts val="1200"/>
              </a:spcBef>
              <a:defRPr/>
            </a:lvl2pPr>
            <a:lvl3pPr>
              <a:lnSpc>
                <a:spcPct val="110000"/>
              </a:lnSpc>
              <a:spcBef>
                <a:spcPts val="1200"/>
              </a:spcBef>
              <a:defRPr/>
            </a:lvl3pPr>
            <a:lvl4pPr>
              <a:lnSpc>
                <a:spcPct val="110000"/>
              </a:lnSpc>
              <a:spcBef>
                <a:spcPts val="1200"/>
              </a:spcBef>
              <a:defRPr/>
            </a:lvl4pPr>
            <a:lvl5pPr>
              <a:lnSpc>
                <a:spcPct val="110000"/>
              </a:lnSpc>
              <a:spcBef>
                <a:spcPts val="12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17284339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3255264"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4468368" y="1335024"/>
            <a:ext cx="3255264"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8327136" y="4023360"/>
            <a:ext cx="3200400" cy="2286000"/>
          </a:xfrm>
        </p:spPr>
        <p:txBody>
          <a:bodyPr lIns="0" rIns="0"/>
          <a:lstStyle>
            <a:lvl1pPr>
              <a:lnSpc>
                <a:spcPct val="110000"/>
              </a:lnSpc>
              <a:spcBef>
                <a:spcPts val="1200"/>
              </a:spcBef>
              <a:defRPr sz="1600"/>
            </a:lvl1pPr>
            <a:lvl2pPr>
              <a:lnSpc>
                <a:spcPct val="110000"/>
              </a:lnSpc>
              <a:spcBef>
                <a:spcPts val="1200"/>
              </a:spcBef>
              <a:defRPr sz="1400"/>
            </a:lvl2pPr>
            <a:lvl3pPr>
              <a:lnSpc>
                <a:spcPct val="110000"/>
              </a:lnSpc>
              <a:spcBef>
                <a:spcPts val="1200"/>
              </a:spcBef>
              <a:defRPr sz="1200"/>
            </a:lvl3pPr>
            <a:lvl4pPr>
              <a:lnSpc>
                <a:spcPct val="110000"/>
              </a:lnSpc>
              <a:spcBef>
                <a:spcPts val="1200"/>
              </a:spcBef>
              <a:defRPr sz="1200"/>
            </a:lvl4pPr>
            <a:lvl5pPr>
              <a:lnSpc>
                <a:spcPct val="110000"/>
              </a:lnSpc>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8327136" y="1335024"/>
            <a:ext cx="3255264"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38092159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Four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lvl1pPr>
            <a:lvl2pPr>
              <a:lnSpc>
                <a:spcPct val="110000"/>
              </a:lnSpc>
              <a:spcBef>
                <a:spcPts val="900"/>
              </a:spcBef>
              <a:defRPr sz="1200"/>
            </a:lvl2pPr>
            <a:lvl3pPr>
              <a:lnSpc>
                <a:spcPct val="110000"/>
              </a:lnSpc>
              <a:spcBef>
                <a:spcPts val="900"/>
              </a:spcBef>
              <a:defRPr sz="1100"/>
            </a:lvl3pPr>
            <a:lvl4pPr>
              <a:lnSpc>
                <a:spcPct val="110000"/>
              </a:lnSpc>
              <a:spcBef>
                <a:spcPts val="900"/>
              </a:spcBef>
              <a:defRPr sz="1100"/>
            </a:lvl4pPr>
            <a:lvl5pPr>
              <a:lnSpc>
                <a:spcPct val="110000"/>
              </a:lnSpc>
              <a:spcBef>
                <a:spcPts val="900"/>
              </a:spcBef>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554232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ive Columns - Imag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14600"/>
          </a:xfrm>
        </p:spPr>
        <p:txBody>
          <a:body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14600"/>
          </a:xfrm>
        </p:spPr>
        <p:txBody>
          <a:body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14600"/>
          </a:xfrm>
        </p:spPr>
        <p:txBody>
          <a:body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14600"/>
          </a:xfrm>
        </p:spPr>
        <p:txBody>
          <a:bodyPr/>
          <a:lstStyle/>
          <a:p>
            <a:endParaRPr lang="en-US"/>
          </a:p>
        </p:txBody>
      </p:sp>
      <p:sp>
        <p:nvSpPr>
          <p:cNvPr id="15" name="Content Placeholder 5">
            <a:extLst>
              <a:ext uri="{FF2B5EF4-FFF2-40B4-BE49-F238E27FC236}">
                <a16:creationId xmlns:a16="http://schemas.microsoft.com/office/drawing/2014/main" id="{D12A0CEB-4B0D-60FD-031D-69EED3A4330E}"/>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lvl1pPr>
            <a:lvl2pPr>
              <a:lnSpc>
                <a:spcPct val="110000"/>
              </a:lnSpc>
              <a:spcBef>
                <a:spcPts val="900"/>
              </a:spcBef>
              <a:defRPr sz="1100"/>
            </a:lvl2pPr>
            <a:lvl3pPr>
              <a:lnSpc>
                <a:spcPct val="110000"/>
              </a:lnSpc>
              <a:spcBef>
                <a:spcPts val="900"/>
              </a:spcBef>
              <a:defRPr sz="1050"/>
            </a:lvl3pPr>
            <a:lvl4pPr>
              <a:lnSpc>
                <a:spcPct val="110000"/>
              </a:lnSpc>
              <a:spcBef>
                <a:spcPts val="900"/>
              </a:spcBef>
              <a:defRPr sz="1050"/>
            </a:lvl4pPr>
            <a:lvl5pPr>
              <a:lnSpc>
                <a:spcPct val="110000"/>
              </a:lnSpc>
              <a:spcBef>
                <a:spcPts val="900"/>
              </a:spcBef>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5">
            <a:extLst>
              <a:ext uri="{FF2B5EF4-FFF2-40B4-BE49-F238E27FC236}">
                <a16:creationId xmlns:a16="http://schemas.microsoft.com/office/drawing/2014/main" id="{0B501880-A94F-9D7D-8CC4-B3716FA977DC}"/>
              </a:ext>
            </a:extLst>
          </p:cNvPr>
          <p:cNvSpPr>
            <a:spLocks noGrp="1"/>
          </p:cNvSpPr>
          <p:nvPr>
            <p:ph type="pic" sz="quarter" idx="20"/>
          </p:nvPr>
        </p:nvSpPr>
        <p:spPr>
          <a:xfrm>
            <a:off x="9753600" y="1335024"/>
            <a:ext cx="1828800" cy="2514600"/>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Tree>
    <p:extLst>
      <p:ext uri="{BB962C8B-B14F-4D97-AF65-F5344CB8AC3E}">
        <p14:creationId xmlns:p14="http://schemas.microsoft.com/office/powerpoint/2010/main" val="2370051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p>
            <a:endParaRPr lang="en-US"/>
          </a:p>
        </p:txBody>
      </p:sp>
      <p:sp>
        <p:nvSpPr>
          <p:cNvPr id="7" name="Footer Placeholder 6">
            <a:extLst>
              <a:ext uri="{FF2B5EF4-FFF2-40B4-BE49-F238E27FC236}">
                <a16:creationId xmlns:a16="http://schemas.microsoft.com/office/drawing/2014/main" id="{B67FFA04-4266-EB76-C232-9C0E983840C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6A7A4A96-D9EB-6DDE-6A01-725F7AE4430C}"/>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7F191FE7-A8B5-682D-84C7-9F90280016FD}"/>
              </a:ext>
            </a:extLst>
          </p:cNvPr>
          <p:cNvSpPr>
            <a:spLocks noGrp="1"/>
          </p:cNvSpPr>
          <p:nvPr>
            <p:ph type="dt" sz="half" idx="14"/>
          </p:nvPr>
        </p:nvSpPr>
        <p:spPr/>
        <p:txBody>
          <a:bodyPr/>
          <a:lstStyle/>
          <a:p>
            <a:fld id="{9358BB68-9328-42B3-A0F9-3A3B083EF2BE}" type="datetime1">
              <a:rPr lang="en-US" smtClean="0"/>
              <a:t>3/5/26</a:t>
            </a:fld>
            <a:endParaRPr lang="en-US"/>
          </a:p>
        </p:txBody>
      </p:sp>
    </p:spTree>
    <p:extLst>
      <p:ext uri="{BB962C8B-B14F-4D97-AF65-F5344CB8AC3E}">
        <p14:creationId xmlns:p14="http://schemas.microsoft.com/office/powerpoint/2010/main" val="17961524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p>
            <a:endParaRPr lang="en-US"/>
          </a:p>
        </p:txBody>
      </p:sp>
      <p:sp>
        <p:nvSpPr>
          <p:cNvPr id="7" name="Footer Placeholder 6">
            <a:extLst>
              <a:ext uri="{FF2B5EF4-FFF2-40B4-BE49-F238E27FC236}">
                <a16:creationId xmlns:a16="http://schemas.microsoft.com/office/drawing/2014/main" id="{A121C368-1E72-48CA-929B-4401C8805A52}"/>
              </a:ext>
            </a:extLst>
          </p:cNvPr>
          <p:cNvSpPr>
            <a:spLocks noGrp="1"/>
          </p:cNvSpPr>
          <p:nvPr>
            <p:ph type="ftr" sz="quarter" idx="17"/>
          </p:nvPr>
        </p:nvSpPr>
        <p:spPr/>
        <p:txBody>
          <a:bodyPr/>
          <a:lstStyle/>
          <a:p>
            <a:endParaRPr lang="en-US"/>
          </a:p>
        </p:txBody>
      </p:sp>
      <p:sp>
        <p:nvSpPr>
          <p:cNvPr id="9" name="Slide Number Placeholder 8">
            <a:extLst>
              <a:ext uri="{FF2B5EF4-FFF2-40B4-BE49-F238E27FC236}">
                <a16:creationId xmlns:a16="http://schemas.microsoft.com/office/drawing/2014/main" id="{49AEAA01-FDF7-EF7A-F41F-F69EBE76E15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B2DB4C55-EF9A-527B-C38E-033B25315799}"/>
              </a:ext>
            </a:extLst>
          </p:cNvPr>
          <p:cNvSpPr>
            <a:spLocks noGrp="1"/>
          </p:cNvSpPr>
          <p:nvPr>
            <p:ph type="dt" sz="half" idx="16"/>
          </p:nvPr>
        </p:nvSpPr>
        <p:spPr/>
        <p:txBody>
          <a:bodyPr/>
          <a:lstStyle/>
          <a:p>
            <a:fld id="{064C30AB-BD82-4C8A-B585-5A50C442DF09}" type="datetime1">
              <a:rPr lang="en-US" smtClean="0"/>
              <a:t>3/5/26</a:t>
            </a:fld>
            <a:endParaRPr lang="en-US"/>
          </a:p>
        </p:txBody>
      </p:sp>
    </p:spTree>
    <p:extLst>
      <p:ext uri="{BB962C8B-B14F-4D97-AF65-F5344CB8AC3E}">
        <p14:creationId xmlns:p14="http://schemas.microsoft.com/office/powerpoint/2010/main" val="1872005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463278"/>
            <a:ext cx="224028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3/5/26</a:t>
            </a:fld>
            <a:endParaRPr lang="en-US"/>
          </a:p>
        </p:txBody>
      </p:sp>
    </p:spTree>
    <p:extLst>
      <p:ext uri="{BB962C8B-B14F-4D97-AF65-F5344CB8AC3E}">
        <p14:creationId xmlns:p14="http://schemas.microsoft.com/office/powerpoint/2010/main" val="31725033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Columns -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p>
            <a:endParaRPr lang="en-US"/>
          </a:p>
        </p:txBody>
      </p:sp>
      <p:sp>
        <p:nvSpPr>
          <p:cNvPr id="14" name="Text Placeholder 5">
            <a:extLst>
              <a:ext uri="{FF2B5EF4-FFF2-40B4-BE49-F238E27FC236}">
                <a16:creationId xmlns:a16="http://schemas.microsoft.com/office/drawing/2014/main" id="{A816AF76-E218-238B-8714-A13AEDC0F554}"/>
              </a:ext>
            </a:extLst>
          </p:cNvPr>
          <p:cNvSpPr>
            <a:spLocks noGrp="1"/>
          </p:cNvSpPr>
          <p:nvPr>
            <p:ph type="body" sz="quarter" idx="21"/>
          </p:nvPr>
        </p:nvSpPr>
        <p:spPr>
          <a:xfrm>
            <a:off x="9753600" y="1463278"/>
            <a:ext cx="1828800" cy="548163"/>
          </a:xfrm>
        </p:spPr>
        <p:txBody>
          <a:bodyPr wrap="square" anchor="ctr" anchorCtr="0">
            <a:spAutoFit/>
          </a:bodyPr>
          <a:lstStyle>
            <a:lvl1pPr marL="0" indent="0">
              <a:buNone/>
              <a:defRPr sz="1400" b="1">
                <a:latin typeface="+mn-lt"/>
              </a:defRPr>
            </a:lvl1pPr>
          </a:lstStyle>
          <a:p>
            <a:pPr lvl="0"/>
            <a:r>
              <a:rPr lang="en-US"/>
              <a:t>Click to edit Master text styles</a:t>
            </a:r>
          </a:p>
        </p:txBody>
      </p:sp>
      <p:sp>
        <p:nvSpPr>
          <p:cNvPr id="15" name="Picture Placeholder 5">
            <a:extLst>
              <a:ext uri="{FF2B5EF4-FFF2-40B4-BE49-F238E27FC236}">
                <a16:creationId xmlns:a16="http://schemas.microsoft.com/office/drawing/2014/main" id="{153949DF-ED8E-0DEE-DBED-CB495FE60E49}"/>
              </a:ext>
            </a:extLst>
          </p:cNvPr>
          <p:cNvSpPr>
            <a:spLocks noGrp="1"/>
          </p:cNvSpPr>
          <p:nvPr>
            <p:ph type="pic" sz="quarter" idx="22"/>
          </p:nvPr>
        </p:nvSpPr>
        <p:spPr>
          <a:xfrm>
            <a:off x="9753600" y="2103120"/>
            <a:ext cx="1828800" cy="4023360"/>
          </a:xfrm>
        </p:spPr>
        <p:txBody>
          <a:bodyPr/>
          <a:lstStyle/>
          <a:p>
            <a:endParaRPr lang="en-US"/>
          </a:p>
        </p:txBody>
      </p:sp>
      <p:sp>
        <p:nvSpPr>
          <p:cNvPr id="11" name="Footer Placeholder 10">
            <a:extLst>
              <a:ext uri="{FF2B5EF4-FFF2-40B4-BE49-F238E27FC236}">
                <a16:creationId xmlns:a16="http://schemas.microsoft.com/office/drawing/2014/main" id="{2D1AAD5D-057A-DD5F-90D3-857CDC599D94}"/>
              </a:ext>
            </a:extLst>
          </p:cNvPr>
          <p:cNvSpPr>
            <a:spLocks noGrp="1"/>
          </p:cNvSpPr>
          <p:nvPr>
            <p:ph type="ftr" sz="quarter" idx="19"/>
          </p:nvPr>
        </p:nvSpPr>
        <p:spPr/>
        <p:txBody>
          <a:bodyPr/>
          <a:lstStyle/>
          <a:p>
            <a:endParaRPr lang="en-US"/>
          </a:p>
        </p:txBody>
      </p:sp>
      <p:sp>
        <p:nvSpPr>
          <p:cNvPr id="13" name="Slide Number Placeholder 12">
            <a:extLst>
              <a:ext uri="{FF2B5EF4-FFF2-40B4-BE49-F238E27FC236}">
                <a16:creationId xmlns:a16="http://schemas.microsoft.com/office/drawing/2014/main" id="{5024F614-A8FC-DFE2-56F8-8E640DCA191B}"/>
              </a:ext>
            </a:extLst>
          </p:cNvPr>
          <p:cNvSpPr>
            <a:spLocks noGrp="1"/>
          </p:cNvSpPr>
          <p:nvPr>
            <p:ph type="sldNum" sz="quarter" idx="20"/>
          </p:nvPr>
        </p:nvSpPr>
        <p:spPr/>
        <p:txBody>
          <a:body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C5A2DDEE-A8FC-94B8-B36F-644161312658}"/>
              </a:ext>
            </a:extLst>
          </p:cNvPr>
          <p:cNvSpPr>
            <a:spLocks noGrp="1"/>
          </p:cNvSpPr>
          <p:nvPr>
            <p:ph type="dt" sz="half" idx="18"/>
          </p:nvPr>
        </p:nvSpPr>
        <p:spPr/>
        <p:txBody>
          <a:bodyPr/>
          <a:lstStyle/>
          <a:p>
            <a:fld id="{C643547A-9664-4844-975D-62CB592093FC}" type="datetime1">
              <a:rPr lang="en-US" smtClean="0"/>
              <a:t>3/5/26</a:t>
            </a:fld>
            <a:endParaRPr lang="en-US"/>
          </a:p>
        </p:txBody>
      </p:sp>
    </p:spTree>
    <p:extLst>
      <p:ext uri="{BB962C8B-B14F-4D97-AF65-F5344CB8AC3E}">
        <p14:creationId xmlns:p14="http://schemas.microsoft.com/office/powerpoint/2010/main" val="145163521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id - 1x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3/5/26</a:t>
            </a:fld>
            <a:endParaRPr lang="en-US"/>
          </a:p>
        </p:txBody>
      </p:sp>
    </p:spTree>
    <p:extLst>
      <p:ext uri="{BB962C8B-B14F-4D97-AF65-F5344CB8AC3E}">
        <p14:creationId xmlns:p14="http://schemas.microsoft.com/office/powerpoint/2010/main" val="2957798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id - 2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p>
            <a:endParaRPr lang="en-US"/>
          </a:p>
        </p:txBody>
      </p:sp>
      <p:sp>
        <p:nvSpPr>
          <p:cNvPr id="6" name="Footer Placeholder 5">
            <a:extLst>
              <a:ext uri="{FF2B5EF4-FFF2-40B4-BE49-F238E27FC236}">
                <a16:creationId xmlns:a16="http://schemas.microsoft.com/office/drawing/2014/main" id="{50754D71-8CDC-675B-86A7-C34916398619}"/>
              </a:ext>
            </a:extLst>
          </p:cNvPr>
          <p:cNvSpPr>
            <a:spLocks noGrp="1"/>
          </p:cNvSpPr>
          <p:nvPr>
            <p:ph type="ftr" sz="quarter" idx="15"/>
          </p:nvPr>
        </p:nvSpPr>
        <p:spPr/>
        <p:txBody>
          <a:bodyPr/>
          <a:lstStyle/>
          <a:p>
            <a:endParaRPr lang="en-US"/>
          </a:p>
        </p:txBody>
      </p:sp>
      <p:sp>
        <p:nvSpPr>
          <p:cNvPr id="7" name="Slide Number Placeholder 6">
            <a:extLst>
              <a:ext uri="{FF2B5EF4-FFF2-40B4-BE49-F238E27FC236}">
                <a16:creationId xmlns:a16="http://schemas.microsoft.com/office/drawing/2014/main" id="{8B9CD24B-DB8B-D332-CD41-DCE59AE976B8}"/>
              </a:ext>
            </a:extLst>
          </p:cNvPr>
          <p:cNvSpPr>
            <a:spLocks noGrp="1"/>
          </p:cNvSpPr>
          <p:nvPr>
            <p:ph type="sldNum" sz="quarter" idx="16"/>
          </p:nvPr>
        </p:nvSpPr>
        <p:spPr/>
        <p:txBody>
          <a:body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C03B885C-55AF-9895-D16F-0BE3094261A0}"/>
              </a:ext>
            </a:extLst>
          </p:cNvPr>
          <p:cNvSpPr>
            <a:spLocks noGrp="1"/>
          </p:cNvSpPr>
          <p:nvPr>
            <p:ph type="dt" sz="half" idx="14"/>
          </p:nvPr>
        </p:nvSpPr>
        <p:spPr/>
        <p:txBody>
          <a:bodyPr/>
          <a:lstStyle/>
          <a:p>
            <a:fld id="{FE62A065-523E-4F5D-A1E3-FF3942EE8A67}" type="datetime1">
              <a:rPr lang="en-US" smtClean="0"/>
              <a:t>3/5/26</a:t>
            </a:fld>
            <a:endParaRPr lang="en-US"/>
          </a:p>
        </p:txBody>
      </p:sp>
    </p:spTree>
    <p:extLst>
      <p:ext uri="{BB962C8B-B14F-4D97-AF65-F5344CB8AC3E}">
        <p14:creationId xmlns:p14="http://schemas.microsoft.com/office/powerpoint/2010/main" val="28836733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Grid - 3x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p>
            <a:endParaRPr lang="en-US"/>
          </a:p>
        </p:txBody>
      </p:sp>
      <p:sp>
        <p:nvSpPr>
          <p:cNvPr id="20" name="Footer Placeholder 19">
            <a:extLst>
              <a:ext uri="{FF2B5EF4-FFF2-40B4-BE49-F238E27FC236}">
                <a16:creationId xmlns:a16="http://schemas.microsoft.com/office/drawing/2014/main" id="{42B1270B-1E15-714E-4AFB-2507475C5E96}"/>
              </a:ext>
            </a:extLst>
          </p:cNvPr>
          <p:cNvSpPr>
            <a:spLocks noGrp="1"/>
          </p:cNvSpPr>
          <p:nvPr>
            <p:ph type="ftr" sz="quarter" idx="17"/>
          </p:nvPr>
        </p:nvSpPr>
        <p:spPr/>
        <p:txBody>
          <a:bodyPr/>
          <a:lstStyle/>
          <a:p>
            <a:endParaRPr lang="en-US"/>
          </a:p>
        </p:txBody>
      </p:sp>
      <p:sp>
        <p:nvSpPr>
          <p:cNvPr id="21" name="Slide Number Placeholder 20">
            <a:extLst>
              <a:ext uri="{FF2B5EF4-FFF2-40B4-BE49-F238E27FC236}">
                <a16:creationId xmlns:a16="http://schemas.microsoft.com/office/drawing/2014/main" id="{204BD34C-DD78-3227-60AB-175D7A656D04}"/>
              </a:ext>
            </a:extLst>
          </p:cNvPr>
          <p:cNvSpPr>
            <a:spLocks noGrp="1"/>
          </p:cNvSpPr>
          <p:nvPr>
            <p:ph type="sldNum" sz="quarter" idx="18"/>
          </p:nvPr>
        </p:nvSpPr>
        <p:spPr/>
        <p:txBody>
          <a:bodyPr/>
          <a:lstStyle/>
          <a:p>
            <a:pPr algn="r"/>
            <a:fld id="{DEC9D0C1-7FBA-40E3-98AB-77B8E8CCE3DF}" type="slidenum">
              <a:rPr lang="en-US" smtClean="0"/>
              <a:pPr algn="r"/>
              <a:t>‹#›</a:t>
            </a:fld>
            <a:endParaRPr lang="en-US"/>
          </a:p>
        </p:txBody>
      </p:sp>
      <p:sp>
        <p:nvSpPr>
          <p:cNvPr id="19" name="Date Placeholder 18">
            <a:extLst>
              <a:ext uri="{FF2B5EF4-FFF2-40B4-BE49-F238E27FC236}">
                <a16:creationId xmlns:a16="http://schemas.microsoft.com/office/drawing/2014/main" id="{2E65964F-CA9C-418E-97E4-57D80C7DB89C}"/>
              </a:ext>
            </a:extLst>
          </p:cNvPr>
          <p:cNvSpPr>
            <a:spLocks noGrp="1"/>
          </p:cNvSpPr>
          <p:nvPr>
            <p:ph type="dt" sz="half" idx="16"/>
          </p:nvPr>
        </p:nvSpPr>
        <p:spPr/>
        <p:txBody>
          <a:bodyPr/>
          <a:lstStyle/>
          <a:p>
            <a:fld id="{73D3BA94-A69C-4DF2-B5C9-A1C8B9BFC5A0}" type="datetime1">
              <a:rPr lang="en-US" smtClean="0"/>
              <a:t>3/5/26</a:t>
            </a:fld>
            <a:endParaRPr lang="en-US"/>
          </a:p>
        </p:txBody>
      </p:sp>
    </p:spTree>
    <p:extLst>
      <p:ext uri="{BB962C8B-B14F-4D97-AF65-F5344CB8AC3E}">
        <p14:creationId xmlns:p14="http://schemas.microsoft.com/office/powerpoint/2010/main" val="20616452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rid - 8x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6" name="Rectangle 5">
            <a:extLst>
              <a:ext uri="{FF2B5EF4-FFF2-40B4-BE49-F238E27FC236}">
                <a16:creationId xmlns:a16="http://schemas.microsoft.com/office/drawing/2014/main" id="{D8543630-6F53-6353-3B93-FFFD99FF0C79}"/>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7" name="Rectangle 6">
            <a:extLst>
              <a:ext uri="{FF2B5EF4-FFF2-40B4-BE49-F238E27FC236}">
                <a16:creationId xmlns:a16="http://schemas.microsoft.com/office/drawing/2014/main" id="{BC22D3AC-53D5-3076-3C9D-96307BC52BBD}"/>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9" name="Rectangle 8">
            <a:extLst>
              <a:ext uri="{FF2B5EF4-FFF2-40B4-BE49-F238E27FC236}">
                <a16:creationId xmlns:a16="http://schemas.microsoft.com/office/drawing/2014/main" id="{39F16C89-D2E6-5E44-2CA1-16056799EAD7}"/>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0" name="Rectangle 9">
            <a:extLst>
              <a:ext uri="{FF2B5EF4-FFF2-40B4-BE49-F238E27FC236}">
                <a16:creationId xmlns:a16="http://schemas.microsoft.com/office/drawing/2014/main" id="{6731FAF4-776F-A0E5-46E2-8CA95A136B6F}"/>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ectangle 10">
            <a:extLst>
              <a:ext uri="{FF2B5EF4-FFF2-40B4-BE49-F238E27FC236}">
                <a16:creationId xmlns:a16="http://schemas.microsoft.com/office/drawing/2014/main" id="{BA68878A-7B70-9407-FE72-405B0D281BF8}"/>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2" name="Rectangle 11">
            <a:extLst>
              <a:ext uri="{FF2B5EF4-FFF2-40B4-BE49-F238E27FC236}">
                <a16:creationId xmlns:a16="http://schemas.microsoft.com/office/drawing/2014/main" id="{CBE15169-7B14-3DC3-BD30-4687C6CEB050}"/>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3" name="Rectangle 12">
            <a:extLst>
              <a:ext uri="{FF2B5EF4-FFF2-40B4-BE49-F238E27FC236}">
                <a16:creationId xmlns:a16="http://schemas.microsoft.com/office/drawing/2014/main" id="{F85D3CEB-CBC3-33AA-56E4-7243FBB670B8}"/>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336287BA-DFA2-9B21-DE8B-3FC50B70F90B}"/>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A562644A-5A85-01BD-2B03-DA2396CAD064}"/>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DCF6B678-B22E-6D11-FAB3-BADDBC694158}"/>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F392A191-3E55-9BC4-EA76-F40BD4176E67}"/>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5C0F35C9-4070-9A2F-9698-B91A7341451D}"/>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E45D6898-91DB-B3AC-F1DA-65D48A4A8502}"/>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C8BAAB28-5748-F9AC-89F5-EB1C9348877F}"/>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FEA1D538-3EC1-8418-DDF3-D4704AE0706B}"/>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C5028C3C-E97E-B0C9-C4F0-1C06EF313AC9}"/>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A1A14B7B-0BBE-1B5D-432D-40A389F3FCCF}"/>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7C71FF21-A0D3-1C1A-B6F0-B38542FC16F3}"/>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78E463DD-7CD5-9FB1-37AF-6EA3B554A5F6}"/>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9EC06218-BEF3-CB50-8EF6-EB54C5FCD4A5}"/>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6D8E872-5127-7868-3A05-721AF6BA473C}"/>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34707814-364C-ED34-E661-0B900D61D461}"/>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DE9A0626-4DF1-C03E-4100-AA6C8661D9FE}"/>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064521DB-B096-8091-3A9C-9A982F43D88A}"/>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CC76CD2B-19F5-416D-DEDB-846A990C8639}"/>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877B7B08-16E6-D7D7-4798-5C0F7C0419FA}"/>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E240E6E-B8E3-4433-FA1E-59F51736F9D6}"/>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CB4AA11C-3F23-0B4E-141A-199111885EA7}"/>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0B3AD8E4-435B-97B8-914E-D25CC5456285}"/>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7F0FE684-33AB-F095-B7EA-72178F993F53}"/>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30489701-AA7F-0E3A-8312-681D092709AF}"/>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F2CFC289-BF79-2F3D-5FDF-6B40CC38857C}"/>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ow 1 Picture Placeholder 1">
            <a:extLst>
              <a:ext uri="{FF2B5EF4-FFF2-40B4-BE49-F238E27FC236}">
                <a16:creationId xmlns:a16="http://schemas.microsoft.com/office/drawing/2014/main" id="{85227A43-5C4D-89D4-E160-A1290BB35C99}"/>
              </a:ext>
            </a:extLst>
          </p:cNvPr>
          <p:cNvSpPr>
            <a:spLocks noGrp="1"/>
          </p:cNvSpPr>
          <p:nvPr>
            <p:ph type="pic" sz="quarter" idx="15"/>
          </p:nvPr>
        </p:nvSpPr>
        <p:spPr>
          <a:xfrm>
            <a:off x="652604" y="1374235"/>
            <a:ext cx="1182832" cy="1088105"/>
          </a:xfrm>
        </p:spPr>
        <p:txBody>
          <a:bodyPr/>
          <a:lstStyle/>
          <a:p>
            <a:endParaRPr lang="en-US"/>
          </a:p>
        </p:txBody>
      </p:sp>
      <p:sp>
        <p:nvSpPr>
          <p:cNvPr id="40" name="row 1 Picture Placeholder 2">
            <a:extLst>
              <a:ext uri="{FF2B5EF4-FFF2-40B4-BE49-F238E27FC236}">
                <a16:creationId xmlns:a16="http://schemas.microsoft.com/office/drawing/2014/main" id="{9566F144-B3C8-7936-839D-AC16AF52DC4E}"/>
              </a:ext>
            </a:extLst>
          </p:cNvPr>
          <p:cNvSpPr>
            <a:spLocks noGrp="1"/>
          </p:cNvSpPr>
          <p:nvPr>
            <p:ph type="pic" sz="quarter" idx="16"/>
          </p:nvPr>
        </p:nvSpPr>
        <p:spPr>
          <a:xfrm>
            <a:off x="2034595" y="1374235"/>
            <a:ext cx="1182832" cy="1088105"/>
          </a:xfrm>
        </p:spPr>
        <p:txBody>
          <a:bodyPr/>
          <a:lstStyle/>
          <a:p>
            <a:endParaRPr lang="en-US"/>
          </a:p>
        </p:txBody>
      </p:sp>
      <p:sp>
        <p:nvSpPr>
          <p:cNvPr id="41" name="row 1 Picture Placeholder 3">
            <a:extLst>
              <a:ext uri="{FF2B5EF4-FFF2-40B4-BE49-F238E27FC236}">
                <a16:creationId xmlns:a16="http://schemas.microsoft.com/office/drawing/2014/main" id="{38732D4D-83B3-1F93-6FCC-5298384D9F25}"/>
              </a:ext>
            </a:extLst>
          </p:cNvPr>
          <p:cNvSpPr>
            <a:spLocks noGrp="1"/>
          </p:cNvSpPr>
          <p:nvPr>
            <p:ph type="pic" sz="quarter" idx="17"/>
          </p:nvPr>
        </p:nvSpPr>
        <p:spPr>
          <a:xfrm>
            <a:off x="3421781" y="1374235"/>
            <a:ext cx="1182832" cy="1088105"/>
          </a:xfrm>
        </p:spPr>
        <p:txBody>
          <a:bodyPr/>
          <a:lstStyle/>
          <a:p>
            <a:endParaRPr lang="en-US"/>
          </a:p>
        </p:txBody>
      </p:sp>
      <p:sp>
        <p:nvSpPr>
          <p:cNvPr id="42" name="row 1 Picture Placeholder 4">
            <a:extLst>
              <a:ext uri="{FF2B5EF4-FFF2-40B4-BE49-F238E27FC236}">
                <a16:creationId xmlns:a16="http://schemas.microsoft.com/office/drawing/2014/main" id="{9730AE84-83EF-0982-5104-F629973C19B6}"/>
              </a:ext>
            </a:extLst>
          </p:cNvPr>
          <p:cNvSpPr>
            <a:spLocks noGrp="1"/>
          </p:cNvSpPr>
          <p:nvPr>
            <p:ph type="pic" sz="quarter" idx="18"/>
          </p:nvPr>
        </p:nvSpPr>
        <p:spPr>
          <a:xfrm>
            <a:off x="4814163" y="1374235"/>
            <a:ext cx="1182832" cy="1088105"/>
          </a:xfrm>
        </p:spPr>
        <p:txBody>
          <a:bodyPr/>
          <a:lstStyle/>
          <a:p>
            <a:endParaRPr lang="en-US"/>
          </a:p>
        </p:txBody>
      </p:sp>
      <p:sp>
        <p:nvSpPr>
          <p:cNvPr id="43" name="row 1 Picture Placeholder 5">
            <a:extLst>
              <a:ext uri="{FF2B5EF4-FFF2-40B4-BE49-F238E27FC236}">
                <a16:creationId xmlns:a16="http://schemas.microsoft.com/office/drawing/2014/main" id="{EEFEB949-3A10-F7A6-9FBE-5FCB94B66A1A}"/>
              </a:ext>
            </a:extLst>
          </p:cNvPr>
          <p:cNvSpPr>
            <a:spLocks noGrp="1"/>
          </p:cNvSpPr>
          <p:nvPr>
            <p:ph type="pic" sz="quarter" idx="19"/>
          </p:nvPr>
        </p:nvSpPr>
        <p:spPr>
          <a:xfrm>
            <a:off x="6196154" y="1374235"/>
            <a:ext cx="1182832" cy="1088105"/>
          </a:xfrm>
        </p:spPr>
        <p:txBody>
          <a:bodyPr/>
          <a:lstStyle/>
          <a:p>
            <a:endParaRPr lang="en-US"/>
          </a:p>
        </p:txBody>
      </p:sp>
      <p:sp>
        <p:nvSpPr>
          <p:cNvPr id="44" name="row 1 Picture Placeholder 6">
            <a:extLst>
              <a:ext uri="{FF2B5EF4-FFF2-40B4-BE49-F238E27FC236}">
                <a16:creationId xmlns:a16="http://schemas.microsoft.com/office/drawing/2014/main" id="{2CE4B71B-7112-B353-61F2-EBAE24BE1F3C}"/>
              </a:ext>
            </a:extLst>
          </p:cNvPr>
          <p:cNvSpPr>
            <a:spLocks noGrp="1"/>
          </p:cNvSpPr>
          <p:nvPr>
            <p:ph type="pic" sz="quarter" idx="20"/>
          </p:nvPr>
        </p:nvSpPr>
        <p:spPr>
          <a:xfrm>
            <a:off x="7583340" y="1374235"/>
            <a:ext cx="1182832" cy="1088105"/>
          </a:xfrm>
        </p:spPr>
        <p:txBody>
          <a:bodyPr/>
          <a:lstStyle/>
          <a:p>
            <a:endParaRPr lang="en-US"/>
          </a:p>
        </p:txBody>
      </p:sp>
      <p:sp>
        <p:nvSpPr>
          <p:cNvPr id="45" name="row 1 Picture Placeholder 7">
            <a:extLst>
              <a:ext uri="{FF2B5EF4-FFF2-40B4-BE49-F238E27FC236}">
                <a16:creationId xmlns:a16="http://schemas.microsoft.com/office/drawing/2014/main" id="{4C5A0B2F-5A91-9643-DAA7-BE0BB2A8A1E6}"/>
              </a:ext>
            </a:extLst>
          </p:cNvPr>
          <p:cNvSpPr>
            <a:spLocks noGrp="1"/>
          </p:cNvSpPr>
          <p:nvPr>
            <p:ph type="pic" sz="quarter" idx="24"/>
          </p:nvPr>
        </p:nvSpPr>
        <p:spPr>
          <a:xfrm>
            <a:off x="8970527" y="1374235"/>
            <a:ext cx="1182832" cy="1088105"/>
          </a:xfrm>
        </p:spPr>
        <p:txBody>
          <a:bodyPr/>
          <a:lstStyle/>
          <a:p>
            <a:endParaRPr lang="en-US"/>
          </a:p>
        </p:txBody>
      </p:sp>
      <p:sp>
        <p:nvSpPr>
          <p:cNvPr id="46" name="row 1 Picture Placeholder 8">
            <a:extLst>
              <a:ext uri="{FF2B5EF4-FFF2-40B4-BE49-F238E27FC236}">
                <a16:creationId xmlns:a16="http://schemas.microsoft.com/office/drawing/2014/main" id="{67D3AFDE-20B1-971A-47DD-2857ACC39B57}"/>
              </a:ext>
            </a:extLst>
          </p:cNvPr>
          <p:cNvSpPr>
            <a:spLocks noGrp="1"/>
          </p:cNvSpPr>
          <p:nvPr>
            <p:ph type="pic" sz="quarter" idx="25"/>
          </p:nvPr>
        </p:nvSpPr>
        <p:spPr>
          <a:xfrm>
            <a:off x="10357713" y="1374235"/>
            <a:ext cx="1182832" cy="1088105"/>
          </a:xfrm>
        </p:spPr>
        <p:txBody>
          <a:bodyPr/>
          <a:lstStyle/>
          <a:p>
            <a:endParaRPr lang="en-US"/>
          </a:p>
        </p:txBody>
      </p:sp>
      <p:sp>
        <p:nvSpPr>
          <p:cNvPr id="47" name="row 2 Picture Placeholder 1">
            <a:extLst>
              <a:ext uri="{FF2B5EF4-FFF2-40B4-BE49-F238E27FC236}">
                <a16:creationId xmlns:a16="http://schemas.microsoft.com/office/drawing/2014/main" id="{31380899-193D-8D5B-FA8D-2BE00660771E}"/>
              </a:ext>
            </a:extLst>
          </p:cNvPr>
          <p:cNvSpPr>
            <a:spLocks noGrp="1"/>
          </p:cNvSpPr>
          <p:nvPr>
            <p:ph type="pic" sz="quarter" idx="26"/>
          </p:nvPr>
        </p:nvSpPr>
        <p:spPr>
          <a:xfrm>
            <a:off x="652604" y="2645822"/>
            <a:ext cx="1182832" cy="1088105"/>
          </a:xfrm>
        </p:spPr>
        <p:txBody>
          <a:bodyPr/>
          <a:lstStyle/>
          <a:p>
            <a:endParaRPr lang="en-US"/>
          </a:p>
        </p:txBody>
      </p:sp>
      <p:sp>
        <p:nvSpPr>
          <p:cNvPr id="48" name="row 2 Picture Placeholder 2">
            <a:extLst>
              <a:ext uri="{FF2B5EF4-FFF2-40B4-BE49-F238E27FC236}">
                <a16:creationId xmlns:a16="http://schemas.microsoft.com/office/drawing/2014/main" id="{7B8CC7C2-EB24-E4BC-3521-F28289F34790}"/>
              </a:ext>
            </a:extLst>
          </p:cNvPr>
          <p:cNvSpPr>
            <a:spLocks noGrp="1"/>
          </p:cNvSpPr>
          <p:nvPr>
            <p:ph type="pic" sz="quarter" idx="27"/>
          </p:nvPr>
        </p:nvSpPr>
        <p:spPr>
          <a:xfrm>
            <a:off x="2034595" y="2645822"/>
            <a:ext cx="1182832" cy="1088105"/>
          </a:xfrm>
        </p:spPr>
        <p:txBody>
          <a:bodyPr/>
          <a:lstStyle/>
          <a:p>
            <a:endParaRPr lang="en-US"/>
          </a:p>
        </p:txBody>
      </p:sp>
      <p:sp>
        <p:nvSpPr>
          <p:cNvPr id="49" name="row 2 Picture Placeholder 3">
            <a:extLst>
              <a:ext uri="{FF2B5EF4-FFF2-40B4-BE49-F238E27FC236}">
                <a16:creationId xmlns:a16="http://schemas.microsoft.com/office/drawing/2014/main" id="{EFD6C08E-A520-2F29-E386-E6C25BFE1DC9}"/>
              </a:ext>
            </a:extLst>
          </p:cNvPr>
          <p:cNvSpPr>
            <a:spLocks noGrp="1"/>
          </p:cNvSpPr>
          <p:nvPr>
            <p:ph type="pic" sz="quarter" idx="28"/>
          </p:nvPr>
        </p:nvSpPr>
        <p:spPr>
          <a:xfrm>
            <a:off x="3421781" y="2645822"/>
            <a:ext cx="1182832" cy="1088105"/>
          </a:xfrm>
        </p:spPr>
        <p:txBody>
          <a:bodyPr/>
          <a:lstStyle/>
          <a:p>
            <a:endParaRPr lang="en-US"/>
          </a:p>
        </p:txBody>
      </p:sp>
      <p:sp>
        <p:nvSpPr>
          <p:cNvPr id="50" name="row 2 Picture Placeholder 4">
            <a:extLst>
              <a:ext uri="{FF2B5EF4-FFF2-40B4-BE49-F238E27FC236}">
                <a16:creationId xmlns:a16="http://schemas.microsoft.com/office/drawing/2014/main" id="{9E409B64-BE44-35A7-5522-CD1CA05D7F22}"/>
              </a:ext>
            </a:extLst>
          </p:cNvPr>
          <p:cNvSpPr>
            <a:spLocks noGrp="1"/>
          </p:cNvSpPr>
          <p:nvPr>
            <p:ph type="pic" sz="quarter" idx="29"/>
          </p:nvPr>
        </p:nvSpPr>
        <p:spPr>
          <a:xfrm>
            <a:off x="4814163" y="2645822"/>
            <a:ext cx="1182832" cy="1088105"/>
          </a:xfrm>
        </p:spPr>
        <p:txBody>
          <a:bodyPr/>
          <a:lstStyle/>
          <a:p>
            <a:endParaRPr lang="en-US"/>
          </a:p>
        </p:txBody>
      </p:sp>
      <p:sp>
        <p:nvSpPr>
          <p:cNvPr id="51" name="row 2 Picture Placeholder 5">
            <a:extLst>
              <a:ext uri="{FF2B5EF4-FFF2-40B4-BE49-F238E27FC236}">
                <a16:creationId xmlns:a16="http://schemas.microsoft.com/office/drawing/2014/main" id="{AD31BCC3-7CA0-F8E3-12BB-D29C067DB87A}"/>
              </a:ext>
            </a:extLst>
          </p:cNvPr>
          <p:cNvSpPr>
            <a:spLocks noGrp="1"/>
          </p:cNvSpPr>
          <p:nvPr>
            <p:ph type="pic" sz="quarter" idx="30"/>
          </p:nvPr>
        </p:nvSpPr>
        <p:spPr>
          <a:xfrm>
            <a:off x="6196154" y="2645822"/>
            <a:ext cx="1182832" cy="1088105"/>
          </a:xfrm>
        </p:spPr>
        <p:txBody>
          <a:bodyPr/>
          <a:lstStyle/>
          <a:p>
            <a:endParaRPr lang="en-US"/>
          </a:p>
        </p:txBody>
      </p:sp>
      <p:sp>
        <p:nvSpPr>
          <p:cNvPr id="52" name="row 2 Picture Placeholder 6">
            <a:extLst>
              <a:ext uri="{FF2B5EF4-FFF2-40B4-BE49-F238E27FC236}">
                <a16:creationId xmlns:a16="http://schemas.microsoft.com/office/drawing/2014/main" id="{04774E24-BE0E-4649-FF50-F6B3FEF0D6E6}"/>
              </a:ext>
            </a:extLst>
          </p:cNvPr>
          <p:cNvSpPr>
            <a:spLocks noGrp="1"/>
          </p:cNvSpPr>
          <p:nvPr>
            <p:ph type="pic" sz="quarter" idx="31"/>
          </p:nvPr>
        </p:nvSpPr>
        <p:spPr>
          <a:xfrm>
            <a:off x="7583340" y="2645822"/>
            <a:ext cx="1182832" cy="1088105"/>
          </a:xfrm>
        </p:spPr>
        <p:txBody>
          <a:bodyPr/>
          <a:lstStyle/>
          <a:p>
            <a:endParaRPr lang="en-US"/>
          </a:p>
        </p:txBody>
      </p:sp>
      <p:sp>
        <p:nvSpPr>
          <p:cNvPr id="53" name="row 2 Picture Placeholder 7">
            <a:extLst>
              <a:ext uri="{FF2B5EF4-FFF2-40B4-BE49-F238E27FC236}">
                <a16:creationId xmlns:a16="http://schemas.microsoft.com/office/drawing/2014/main" id="{45A8A087-E4BE-14C2-8362-83F49B8CAC12}"/>
              </a:ext>
            </a:extLst>
          </p:cNvPr>
          <p:cNvSpPr>
            <a:spLocks noGrp="1"/>
          </p:cNvSpPr>
          <p:nvPr>
            <p:ph type="pic" sz="quarter" idx="32"/>
          </p:nvPr>
        </p:nvSpPr>
        <p:spPr>
          <a:xfrm>
            <a:off x="8970527" y="2645822"/>
            <a:ext cx="1182832" cy="1088105"/>
          </a:xfrm>
        </p:spPr>
        <p:txBody>
          <a:bodyPr/>
          <a:lstStyle/>
          <a:p>
            <a:endParaRPr lang="en-US"/>
          </a:p>
        </p:txBody>
      </p:sp>
      <p:sp>
        <p:nvSpPr>
          <p:cNvPr id="54" name="row 2 Picture Placeholder 8">
            <a:extLst>
              <a:ext uri="{FF2B5EF4-FFF2-40B4-BE49-F238E27FC236}">
                <a16:creationId xmlns:a16="http://schemas.microsoft.com/office/drawing/2014/main" id="{A6980176-7120-F9D6-7B2A-01D8BD184D94}"/>
              </a:ext>
            </a:extLst>
          </p:cNvPr>
          <p:cNvSpPr>
            <a:spLocks noGrp="1"/>
          </p:cNvSpPr>
          <p:nvPr>
            <p:ph type="pic" sz="quarter" idx="33"/>
          </p:nvPr>
        </p:nvSpPr>
        <p:spPr>
          <a:xfrm>
            <a:off x="10357713" y="2645822"/>
            <a:ext cx="1182832" cy="1088105"/>
          </a:xfrm>
        </p:spPr>
        <p:txBody>
          <a:bodyPr/>
          <a:lstStyle/>
          <a:p>
            <a:endParaRPr lang="en-US"/>
          </a:p>
        </p:txBody>
      </p:sp>
      <p:sp>
        <p:nvSpPr>
          <p:cNvPr id="55" name="row 3 Picture Placeholder 1">
            <a:extLst>
              <a:ext uri="{FF2B5EF4-FFF2-40B4-BE49-F238E27FC236}">
                <a16:creationId xmlns:a16="http://schemas.microsoft.com/office/drawing/2014/main" id="{01052543-B91F-CF1D-C997-F32276004729}"/>
              </a:ext>
            </a:extLst>
          </p:cNvPr>
          <p:cNvSpPr>
            <a:spLocks noGrp="1"/>
          </p:cNvSpPr>
          <p:nvPr>
            <p:ph type="pic" sz="quarter" idx="34"/>
          </p:nvPr>
        </p:nvSpPr>
        <p:spPr>
          <a:xfrm>
            <a:off x="652604" y="3924554"/>
            <a:ext cx="1182832" cy="1088105"/>
          </a:xfrm>
        </p:spPr>
        <p:txBody>
          <a:bodyPr/>
          <a:lstStyle/>
          <a:p>
            <a:endParaRPr lang="en-US"/>
          </a:p>
        </p:txBody>
      </p:sp>
      <p:sp>
        <p:nvSpPr>
          <p:cNvPr id="56" name="row 3 Picture Placeholder 2">
            <a:extLst>
              <a:ext uri="{FF2B5EF4-FFF2-40B4-BE49-F238E27FC236}">
                <a16:creationId xmlns:a16="http://schemas.microsoft.com/office/drawing/2014/main" id="{70569A68-72F9-E2FE-E32D-819866ED0C35}"/>
              </a:ext>
            </a:extLst>
          </p:cNvPr>
          <p:cNvSpPr>
            <a:spLocks noGrp="1"/>
          </p:cNvSpPr>
          <p:nvPr>
            <p:ph type="pic" sz="quarter" idx="35"/>
          </p:nvPr>
        </p:nvSpPr>
        <p:spPr>
          <a:xfrm>
            <a:off x="2034595" y="3924554"/>
            <a:ext cx="1182832" cy="1088105"/>
          </a:xfrm>
        </p:spPr>
        <p:txBody>
          <a:bodyPr/>
          <a:lstStyle/>
          <a:p>
            <a:endParaRPr lang="en-US"/>
          </a:p>
        </p:txBody>
      </p:sp>
      <p:sp>
        <p:nvSpPr>
          <p:cNvPr id="57" name="row 3 Picture Placeholder 3">
            <a:extLst>
              <a:ext uri="{FF2B5EF4-FFF2-40B4-BE49-F238E27FC236}">
                <a16:creationId xmlns:a16="http://schemas.microsoft.com/office/drawing/2014/main" id="{D2BD4873-307A-6A42-64CF-510EDD057A88}"/>
              </a:ext>
            </a:extLst>
          </p:cNvPr>
          <p:cNvSpPr>
            <a:spLocks noGrp="1"/>
          </p:cNvSpPr>
          <p:nvPr>
            <p:ph type="pic" sz="quarter" idx="36"/>
          </p:nvPr>
        </p:nvSpPr>
        <p:spPr>
          <a:xfrm>
            <a:off x="3421781" y="3924554"/>
            <a:ext cx="1182832" cy="1088105"/>
          </a:xfrm>
        </p:spPr>
        <p:txBody>
          <a:bodyPr/>
          <a:lstStyle/>
          <a:p>
            <a:endParaRPr lang="en-US"/>
          </a:p>
        </p:txBody>
      </p:sp>
      <p:sp>
        <p:nvSpPr>
          <p:cNvPr id="58" name="row 3 Picture Placeholder 4">
            <a:extLst>
              <a:ext uri="{FF2B5EF4-FFF2-40B4-BE49-F238E27FC236}">
                <a16:creationId xmlns:a16="http://schemas.microsoft.com/office/drawing/2014/main" id="{654B3D41-F5AE-BC4D-CA7C-AE67AEE80F38}"/>
              </a:ext>
            </a:extLst>
          </p:cNvPr>
          <p:cNvSpPr>
            <a:spLocks noGrp="1"/>
          </p:cNvSpPr>
          <p:nvPr>
            <p:ph type="pic" sz="quarter" idx="37"/>
          </p:nvPr>
        </p:nvSpPr>
        <p:spPr>
          <a:xfrm>
            <a:off x="4814163" y="3924554"/>
            <a:ext cx="1182832" cy="1088105"/>
          </a:xfrm>
        </p:spPr>
        <p:txBody>
          <a:bodyPr/>
          <a:lstStyle/>
          <a:p>
            <a:endParaRPr lang="en-US"/>
          </a:p>
        </p:txBody>
      </p:sp>
      <p:sp>
        <p:nvSpPr>
          <p:cNvPr id="59" name="row 3 Picture Placeholder 5">
            <a:extLst>
              <a:ext uri="{FF2B5EF4-FFF2-40B4-BE49-F238E27FC236}">
                <a16:creationId xmlns:a16="http://schemas.microsoft.com/office/drawing/2014/main" id="{2049E2F9-304E-BEA6-C347-8BE731201E10}"/>
              </a:ext>
            </a:extLst>
          </p:cNvPr>
          <p:cNvSpPr>
            <a:spLocks noGrp="1"/>
          </p:cNvSpPr>
          <p:nvPr>
            <p:ph type="pic" sz="quarter" idx="38"/>
          </p:nvPr>
        </p:nvSpPr>
        <p:spPr>
          <a:xfrm>
            <a:off x="6196154" y="3924554"/>
            <a:ext cx="1182832" cy="1088105"/>
          </a:xfrm>
        </p:spPr>
        <p:txBody>
          <a:bodyPr/>
          <a:lstStyle/>
          <a:p>
            <a:endParaRPr lang="en-US"/>
          </a:p>
        </p:txBody>
      </p:sp>
      <p:sp>
        <p:nvSpPr>
          <p:cNvPr id="60" name="row 3 Picture Placeholder 6">
            <a:extLst>
              <a:ext uri="{FF2B5EF4-FFF2-40B4-BE49-F238E27FC236}">
                <a16:creationId xmlns:a16="http://schemas.microsoft.com/office/drawing/2014/main" id="{DA987F5A-D0BE-C880-0AB8-1EED29A441A8}"/>
              </a:ext>
            </a:extLst>
          </p:cNvPr>
          <p:cNvSpPr>
            <a:spLocks noGrp="1"/>
          </p:cNvSpPr>
          <p:nvPr>
            <p:ph type="pic" sz="quarter" idx="39"/>
          </p:nvPr>
        </p:nvSpPr>
        <p:spPr>
          <a:xfrm>
            <a:off x="7583340" y="3924554"/>
            <a:ext cx="1182832" cy="1088105"/>
          </a:xfrm>
        </p:spPr>
        <p:txBody>
          <a:bodyPr/>
          <a:lstStyle/>
          <a:p>
            <a:endParaRPr lang="en-US"/>
          </a:p>
        </p:txBody>
      </p:sp>
      <p:sp>
        <p:nvSpPr>
          <p:cNvPr id="61" name="row 3 Picture Placeholder 7">
            <a:extLst>
              <a:ext uri="{FF2B5EF4-FFF2-40B4-BE49-F238E27FC236}">
                <a16:creationId xmlns:a16="http://schemas.microsoft.com/office/drawing/2014/main" id="{9B4A1B9D-0A3A-2F81-8CED-F338B7A6E38C}"/>
              </a:ext>
            </a:extLst>
          </p:cNvPr>
          <p:cNvSpPr>
            <a:spLocks noGrp="1"/>
          </p:cNvSpPr>
          <p:nvPr>
            <p:ph type="pic" sz="quarter" idx="40"/>
          </p:nvPr>
        </p:nvSpPr>
        <p:spPr>
          <a:xfrm>
            <a:off x="8970527" y="3924554"/>
            <a:ext cx="1182832" cy="1088105"/>
          </a:xfrm>
        </p:spPr>
        <p:txBody>
          <a:bodyPr/>
          <a:lstStyle/>
          <a:p>
            <a:endParaRPr lang="en-US"/>
          </a:p>
        </p:txBody>
      </p:sp>
      <p:sp>
        <p:nvSpPr>
          <p:cNvPr id="62" name="row 3 Picture Placeholder 8">
            <a:extLst>
              <a:ext uri="{FF2B5EF4-FFF2-40B4-BE49-F238E27FC236}">
                <a16:creationId xmlns:a16="http://schemas.microsoft.com/office/drawing/2014/main" id="{6DF27D75-B058-220A-4405-64C938FF8FEA}"/>
              </a:ext>
            </a:extLst>
          </p:cNvPr>
          <p:cNvSpPr>
            <a:spLocks noGrp="1"/>
          </p:cNvSpPr>
          <p:nvPr>
            <p:ph type="pic" sz="quarter" idx="41"/>
          </p:nvPr>
        </p:nvSpPr>
        <p:spPr>
          <a:xfrm>
            <a:off x="10357713" y="3924554"/>
            <a:ext cx="1182832" cy="1088105"/>
          </a:xfrm>
        </p:spPr>
        <p:txBody>
          <a:bodyPr/>
          <a:lstStyle/>
          <a:p>
            <a:endParaRPr lang="en-US"/>
          </a:p>
        </p:txBody>
      </p:sp>
      <p:sp>
        <p:nvSpPr>
          <p:cNvPr id="63" name="row 4 Picture Placeholder 1">
            <a:extLst>
              <a:ext uri="{FF2B5EF4-FFF2-40B4-BE49-F238E27FC236}">
                <a16:creationId xmlns:a16="http://schemas.microsoft.com/office/drawing/2014/main" id="{BB6EB70A-D535-38CE-382E-56A416834C42}"/>
              </a:ext>
            </a:extLst>
          </p:cNvPr>
          <p:cNvSpPr>
            <a:spLocks noGrp="1"/>
          </p:cNvSpPr>
          <p:nvPr>
            <p:ph type="pic" sz="quarter" idx="42"/>
          </p:nvPr>
        </p:nvSpPr>
        <p:spPr>
          <a:xfrm>
            <a:off x="652604" y="5196141"/>
            <a:ext cx="1182832" cy="1088105"/>
          </a:xfrm>
        </p:spPr>
        <p:txBody>
          <a:bodyPr/>
          <a:lstStyle/>
          <a:p>
            <a:endParaRPr lang="en-US"/>
          </a:p>
        </p:txBody>
      </p:sp>
      <p:sp>
        <p:nvSpPr>
          <p:cNvPr id="64" name="row 4 Picture Placeholder 2">
            <a:extLst>
              <a:ext uri="{FF2B5EF4-FFF2-40B4-BE49-F238E27FC236}">
                <a16:creationId xmlns:a16="http://schemas.microsoft.com/office/drawing/2014/main" id="{F972114E-1368-BF87-A84F-E158424B35FA}"/>
              </a:ext>
            </a:extLst>
          </p:cNvPr>
          <p:cNvSpPr>
            <a:spLocks noGrp="1"/>
          </p:cNvSpPr>
          <p:nvPr>
            <p:ph type="pic" sz="quarter" idx="43"/>
          </p:nvPr>
        </p:nvSpPr>
        <p:spPr>
          <a:xfrm>
            <a:off x="2034595" y="5196141"/>
            <a:ext cx="1182832" cy="1088105"/>
          </a:xfrm>
        </p:spPr>
        <p:txBody>
          <a:bodyPr/>
          <a:lstStyle/>
          <a:p>
            <a:endParaRPr lang="en-US"/>
          </a:p>
        </p:txBody>
      </p:sp>
      <p:sp>
        <p:nvSpPr>
          <p:cNvPr id="65" name="row 4 Picture Placeholder 3">
            <a:extLst>
              <a:ext uri="{FF2B5EF4-FFF2-40B4-BE49-F238E27FC236}">
                <a16:creationId xmlns:a16="http://schemas.microsoft.com/office/drawing/2014/main" id="{278EFBC8-2747-F4D4-BC80-EDB3F561FDB4}"/>
              </a:ext>
            </a:extLst>
          </p:cNvPr>
          <p:cNvSpPr>
            <a:spLocks noGrp="1"/>
          </p:cNvSpPr>
          <p:nvPr>
            <p:ph type="pic" sz="quarter" idx="44"/>
          </p:nvPr>
        </p:nvSpPr>
        <p:spPr>
          <a:xfrm>
            <a:off x="3421781" y="5196141"/>
            <a:ext cx="1182832" cy="1088105"/>
          </a:xfrm>
        </p:spPr>
        <p:txBody>
          <a:bodyPr/>
          <a:lstStyle/>
          <a:p>
            <a:endParaRPr lang="en-US"/>
          </a:p>
        </p:txBody>
      </p:sp>
      <p:sp>
        <p:nvSpPr>
          <p:cNvPr id="66" name="row 4 Picture Placeholder 4">
            <a:extLst>
              <a:ext uri="{FF2B5EF4-FFF2-40B4-BE49-F238E27FC236}">
                <a16:creationId xmlns:a16="http://schemas.microsoft.com/office/drawing/2014/main" id="{937E185F-2AC1-06ED-C749-94E4BD3D1650}"/>
              </a:ext>
            </a:extLst>
          </p:cNvPr>
          <p:cNvSpPr>
            <a:spLocks noGrp="1"/>
          </p:cNvSpPr>
          <p:nvPr>
            <p:ph type="pic" sz="quarter" idx="45"/>
          </p:nvPr>
        </p:nvSpPr>
        <p:spPr>
          <a:xfrm>
            <a:off x="4814163" y="5196141"/>
            <a:ext cx="1182832" cy="1088105"/>
          </a:xfrm>
        </p:spPr>
        <p:txBody>
          <a:bodyPr/>
          <a:lstStyle/>
          <a:p>
            <a:endParaRPr lang="en-US"/>
          </a:p>
        </p:txBody>
      </p:sp>
      <p:sp>
        <p:nvSpPr>
          <p:cNvPr id="67" name="row 4 Picture Placeholder 5">
            <a:extLst>
              <a:ext uri="{FF2B5EF4-FFF2-40B4-BE49-F238E27FC236}">
                <a16:creationId xmlns:a16="http://schemas.microsoft.com/office/drawing/2014/main" id="{C1D6FD23-AD0E-00F8-F84E-0A75AD27C4FE}"/>
              </a:ext>
            </a:extLst>
          </p:cNvPr>
          <p:cNvSpPr>
            <a:spLocks noGrp="1"/>
          </p:cNvSpPr>
          <p:nvPr>
            <p:ph type="pic" sz="quarter" idx="46"/>
          </p:nvPr>
        </p:nvSpPr>
        <p:spPr>
          <a:xfrm>
            <a:off x="6196154" y="5196141"/>
            <a:ext cx="1182832" cy="1088105"/>
          </a:xfrm>
        </p:spPr>
        <p:txBody>
          <a:bodyPr/>
          <a:lstStyle/>
          <a:p>
            <a:endParaRPr lang="en-US"/>
          </a:p>
        </p:txBody>
      </p:sp>
      <p:sp>
        <p:nvSpPr>
          <p:cNvPr id="68" name="row 4 Picture Placeholder 6">
            <a:extLst>
              <a:ext uri="{FF2B5EF4-FFF2-40B4-BE49-F238E27FC236}">
                <a16:creationId xmlns:a16="http://schemas.microsoft.com/office/drawing/2014/main" id="{98E69D93-6780-2C21-235D-AD050AA6C84E}"/>
              </a:ext>
            </a:extLst>
          </p:cNvPr>
          <p:cNvSpPr>
            <a:spLocks noGrp="1"/>
          </p:cNvSpPr>
          <p:nvPr>
            <p:ph type="pic" sz="quarter" idx="47"/>
          </p:nvPr>
        </p:nvSpPr>
        <p:spPr>
          <a:xfrm>
            <a:off x="7583340" y="5196141"/>
            <a:ext cx="1182832" cy="1088105"/>
          </a:xfrm>
        </p:spPr>
        <p:txBody>
          <a:bodyPr/>
          <a:lstStyle/>
          <a:p>
            <a:endParaRPr lang="en-US"/>
          </a:p>
        </p:txBody>
      </p:sp>
      <p:sp>
        <p:nvSpPr>
          <p:cNvPr id="69" name="row 4 Picture Placeholder 7">
            <a:extLst>
              <a:ext uri="{FF2B5EF4-FFF2-40B4-BE49-F238E27FC236}">
                <a16:creationId xmlns:a16="http://schemas.microsoft.com/office/drawing/2014/main" id="{951CAB42-3A74-8C1A-33D9-B956194E62C9}"/>
              </a:ext>
            </a:extLst>
          </p:cNvPr>
          <p:cNvSpPr>
            <a:spLocks noGrp="1"/>
          </p:cNvSpPr>
          <p:nvPr>
            <p:ph type="pic" sz="quarter" idx="48"/>
          </p:nvPr>
        </p:nvSpPr>
        <p:spPr>
          <a:xfrm>
            <a:off x="8970527" y="5196141"/>
            <a:ext cx="1182832" cy="1088105"/>
          </a:xfrm>
        </p:spPr>
        <p:txBody>
          <a:bodyPr/>
          <a:lstStyle/>
          <a:p>
            <a:endParaRPr lang="en-US"/>
          </a:p>
        </p:txBody>
      </p:sp>
      <p:sp>
        <p:nvSpPr>
          <p:cNvPr id="70" name="row 4 Picture Placeholder 8">
            <a:extLst>
              <a:ext uri="{FF2B5EF4-FFF2-40B4-BE49-F238E27FC236}">
                <a16:creationId xmlns:a16="http://schemas.microsoft.com/office/drawing/2014/main" id="{840EF6F4-48B1-B7EA-5C60-0375F6CADFB9}"/>
              </a:ext>
            </a:extLst>
          </p:cNvPr>
          <p:cNvSpPr>
            <a:spLocks noGrp="1"/>
          </p:cNvSpPr>
          <p:nvPr>
            <p:ph type="pic" sz="quarter" idx="49"/>
          </p:nvPr>
        </p:nvSpPr>
        <p:spPr>
          <a:xfrm>
            <a:off x="10357713" y="5196141"/>
            <a:ext cx="1182832" cy="1088105"/>
          </a:xfrm>
        </p:spPr>
        <p:txBody>
          <a:bodyPr/>
          <a:lstStyle/>
          <a:p>
            <a:endParaRPr lang="en-US"/>
          </a:p>
        </p:txBody>
      </p:sp>
      <p:sp>
        <p:nvSpPr>
          <p:cNvPr id="4" name="Footer Placeholder 3">
            <a:extLst>
              <a:ext uri="{FF2B5EF4-FFF2-40B4-BE49-F238E27FC236}">
                <a16:creationId xmlns:a16="http://schemas.microsoft.com/office/drawing/2014/main" id="{181A3878-7BE0-2310-A612-86078B468989}"/>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FF64CF29-7F88-6F4B-09E2-25D36FC00EB9}"/>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7CA21AE2-4E9E-2DCA-4E42-C97521A8179D}"/>
              </a:ext>
            </a:extLst>
          </p:cNvPr>
          <p:cNvSpPr>
            <a:spLocks noGrp="1"/>
          </p:cNvSpPr>
          <p:nvPr>
            <p:ph type="dt" sz="half" idx="11"/>
          </p:nvPr>
        </p:nvSpPr>
        <p:spPr/>
        <p:txBody>
          <a:bodyPr/>
          <a:lstStyle/>
          <a:p>
            <a:fld id="{DBEFE4BD-2DFA-4609-895D-EFEF7C6E5A3C}" type="datetime1">
              <a:rPr lang="en-US" smtClean="0"/>
              <a:t>3/5/26</a:t>
            </a:fld>
            <a:endParaRPr lang="en-US"/>
          </a:p>
        </p:txBody>
      </p:sp>
    </p:spTree>
    <p:extLst>
      <p:ext uri="{BB962C8B-B14F-4D97-AF65-F5344CB8AC3E}">
        <p14:creationId xmlns:p14="http://schemas.microsoft.com/office/powerpoint/2010/main" val="71292245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78697-148C-E5F7-1EF7-EE332DEF0CA5}"/>
              </a:ext>
            </a:extLst>
          </p:cNvPr>
          <p:cNvSpPr>
            <a:spLocks noGrp="1"/>
          </p:cNvSpPr>
          <p:nvPr>
            <p:ph type="ctrTitle"/>
          </p:nvPr>
        </p:nvSpPr>
        <p:spPr>
          <a:xfrm>
            <a:off x="609599" y="426061"/>
            <a:ext cx="5334001" cy="2387600"/>
          </a:xfrm>
        </p:spPr>
        <p:txBody>
          <a:bodyPr lIns="0" rIns="0" anchor="b">
            <a:noAutofit/>
          </a:bodyPr>
          <a:lstStyle>
            <a:lvl1pPr algn="l">
              <a:lnSpc>
                <a:spcPct val="80000"/>
              </a:lnSpc>
              <a:defRPr sz="4800" spc="-120" baseline="0">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70550909-4DC4-B1F0-6047-92EEC94F9109}"/>
              </a:ext>
            </a:extLst>
          </p:cNvPr>
          <p:cNvSpPr>
            <a:spLocks noGrp="1"/>
          </p:cNvSpPr>
          <p:nvPr>
            <p:ph type="subTitle" idx="1"/>
          </p:nvPr>
        </p:nvSpPr>
        <p:spPr>
          <a:xfrm>
            <a:off x="609598" y="3012926"/>
            <a:ext cx="5334001" cy="1655762"/>
          </a:xfrm>
        </p:spPr>
        <p:txBody>
          <a:bodyPr lIns="0" rIns="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2" name="Thread">
            <a:extLst>
              <a:ext uri="{FF2B5EF4-FFF2-40B4-BE49-F238E27FC236}">
                <a16:creationId xmlns:a16="http://schemas.microsoft.com/office/drawing/2014/main" id="{B6083D35-FA56-96A9-7AD6-A71D01DC0CD9}"/>
              </a:ext>
              <a:ext uri="{C183D7F6-B498-43B3-948B-1728B52AA6E4}">
                <adec:decorative xmlns:adec="http://schemas.microsoft.com/office/drawing/2017/decorative" val="1"/>
              </a:ext>
            </a:extLst>
          </p:cNvPr>
          <p:cNvSpPr/>
          <p:nvPr userDrawn="1"/>
        </p:nvSpPr>
        <p:spPr>
          <a:xfrm>
            <a:off x="-1"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4031B34F-5072-BCFE-838A-B26F9DFCB01E}"/>
              </a:ext>
            </a:extLst>
          </p:cNvPr>
          <p:cNvSpPr>
            <a:spLocks noGrp="1"/>
          </p:cNvSpPr>
          <p:nvPr>
            <p:ph type="pic" sz="quarter" idx="10"/>
          </p:nvPr>
        </p:nvSpPr>
        <p:spPr>
          <a:xfrm>
            <a:off x="6096000" y="0"/>
            <a:ext cx="6096000" cy="6858000"/>
          </a:xfrm>
        </p:spPr>
        <p:txBody>
          <a:bodyPr wrap="none">
            <a:noAutofit/>
          </a:bodyPr>
          <a:lstStyle>
            <a:lvl1pPr>
              <a:defRPr>
                <a:solidFill>
                  <a:schemeClr val="bg1"/>
                </a:solidFill>
              </a:defRPr>
            </a:lvl1pPr>
          </a:lstStyle>
          <a:p>
            <a:endParaRPr lang="en-US"/>
          </a:p>
        </p:txBody>
      </p:sp>
      <p:pic>
        <p:nvPicPr>
          <p:cNvPr id="5" name="Picture 4" descr="A red and black number&#10;&#10;Description automatically generated">
            <a:extLst>
              <a:ext uri="{FF2B5EF4-FFF2-40B4-BE49-F238E27FC236}">
                <a16:creationId xmlns:a16="http://schemas.microsoft.com/office/drawing/2014/main" id="{3A473975-5274-ED6D-F50C-3F967FC2BF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7028" y="6003486"/>
            <a:ext cx="1316736" cy="318212"/>
          </a:xfrm>
          <a:prstGeom prst="rect">
            <a:avLst/>
          </a:prstGeom>
        </p:spPr>
      </p:pic>
    </p:spTree>
    <p:extLst>
      <p:ext uri="{BB962C8B-B14F-4D97-AF65-F5344CB8AC3E}">
        <p14:creationId xmlns:p14="http://schemas.microsoft.com/office/powerpoint/2010/main" val="34803831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solidFill>
                  <a:schemeClr val="bg1"/>
                </a:solidFill>
              </a:defRPr>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2075506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 Bottom Graphic">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076A1818-04ED-68DC-92C5-98A4DB6D6F8F}"/>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A6AFD1D8-9BA5-4CA3-A987-D4ACB6D38028}" type="datetime1">
              <a:rPr lang="en-US" smtClean="0"/>
              <a:t>3/5/26</a:t>
            </a:fld>
            <a:endParaRPr lang="en-US"/>
          </a:p>
        </p:txBody>
      </p:sp>
    </p:spTree>
    <p:extLst>
      <p:ext uri="{BB962C8B-B14F-4D97-AF65-F5344CB8AC3E}">
        <p14:creationId xmlns:p14="http://schemas.microsoft.com/office/powerpoint/2010/main" val="22477035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1/2 Image -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493776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457200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6096000" y="0"/>
            <a:ext cx="6096000" cy="6858000"/>
          </a:xfr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1920240" cy="91887"/>
          </a:xfrm>
        </p:spPr>
        <p:txBody>
          <a:bodyPr/>
          <a:lstStyle>
            <a:lvl1pPr>
              <a:defRPr>
                <a:solidFill>
                  <a:srgbClr val="BEBEBE"/>
                </a:solidFill>
              </a:defRPr>
            </a:lvl1p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3657600" y="6583680"/>
            <a:ext cx="89768" cy="92333"/>
          </a:xfrm>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3836955"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3509"/>
            <a:ext cx="1748393" cy="20195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5A861FAB-3FDE-4C87-9308-E91AC57E0401}" type="datetime1">
              <a:rPr lang="en-US" smtClean="0"/>
              <a:t>3/5/26</a:t>
            </a:fld>
            <a:endParaRPr lang="en-US"/>
          </a:p>
        </p:txBody>
      </p:sp>
    </p:spTree>
    <p:extLst>
      <p:ext uri="{BB962C8B-B14F-4D97-AF65-F5344CB8AC3E}">
        <p14:creationId xmlns:p14="http://schemas.microsoft.com/office/powerpoint/2010/main" val="6708206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and Content 1/3 Image -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676656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594360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5A5ABD9F-44A7-2BD7-B0C1-E7135F8C8746}"/>
              </a:ext>
            </a:extLst>
          </p:cNvPr>
          <p:cNvSpPr>
            <a:spLocks noGrp="1"/>
          </p:cNvSpPr>
          <p:nvPr>
            <p:ph type="pic" sz="quarter" idx="10"/>
          </p:nvPr>
        </p:nvSpPr>
        <p:spPr>
          <a:xfrm>
            <a:off x="7894320" y="0"/>
            <a:ext cx="4297680" cy="6858000"/>
          </a:xfrm>
        </p:spPr>
        <p:txBody>
          <a:bodyPr/>
          <a:lstStyle>
            <a:lvl1pPr>
              <a:defRPr>
                <a:solidFill>
                  <a:schemeClr val="bg1"/>
                </a:solidFill>
              </a:defRPr>
            </a:lvl1pPr>
          </a:lstStyle>
          <a:p>
            <a:endParaRPr lang="en-US"/>
          </a:p>
        </p:txBody>
      </p:sp>
      <p:sp>
        <p:nvSpPr>
          <p:cNvPr id="12" name="Footer Placeholder 11">
            <a:extLst>
              <a:ext uri="{FF2B5EF4-FFF2-40B4-BE49-F238E27FC236}">
                <a16:creationId xmlns:a16="http://schemas.microsoft.com/office/drawing/2014/main" id="{4BA35D43-378C-F45A-1B41-7AABED498A59}"/>
              </a:ext>
            </a:extLst>
          </p:cNvPr>
          <p:cNvSpPr>
            <a:spLocks noGrp="1"/>
          </p:cNvSpPr>
          <p:nvPr>
            <p:ph type="ftr" sz="quarter" idx="12"/>
          </p:nvPr>
        </p:nvSpPr>
        <p:spPr>
          <a:xfrm>
            <a:off x="1622876" y="6583680"/>
            <a:ext cx="3657600" cy="91887"/>
          </a:xfrm>
        </p:spPr>
        <p:txBody>
          <a:bodyPr/>
          <a:lstStyle>
            <a:lvl1pPr>
              <a:defRPr>
                <a:solidFill>
                  <a:srgbClr val="BEBEBE"/>
                </a:solidFill>
              </a:defRPr>
            </a:lvl1pPr>
          </a:lstStyle>
          <a:p>
            <a:endParaRPr lang="en-US"/>
          </a:p>
        </p:txBody>
      </p:sp>
      <p:sp>
        <p:nvSpPr>
          <p:cNvPr id="13" name="Slide Number Placeholder 12">
            <a:extLst>
              <a:ext uri="{FF2B5EF4-FFF2-40B4-BE49-F238E27FC236}">
                <a16:creationId xmlns:a16="http://schemas.microsoft.com/office/drawing/2014/main" id="{018D9348-6015-53D5-75F2-0A1A831FE337}"/>
              </a:ext>
            </a:extLst>
          </p:cNvPr>
          <p:cNvSpPr>
            <a:spLocks noGrp="1"/>
          </p:cNvSpPr>
          <p:nvPr>
            <p:ph type="sldNum" sz="quarter" idx="13"/>
          </p:nvPr>
        </p:nvSpPr>
        <p:spPr>
          <a:xfrm>
            <a:off x="5486400" y="6583680"/>
            <a:ext cx="89768" cy="92333"/>
          </a:xfrm>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2" name="Copyright">
            <a:extLst>
              <a:ext uri="{FF2B5EF4-FFF2-40B4-BE49-F238E27FC236}">
                <a16:creationId xmlns:a16="http://schemas.microsoft.com/office/drawing/2014/main" id="{DE2533BC-42DA-FCEE-D96C-AC878AA0AD62}"/>
              </a:ext>
            </a:extLst>
          </p:cNvPr>
          <p:cNvSpPr txBox="1"/>
          <p:nvPr userDrawn="1"/>
        </p:nvSpPr>
        <p:spPr>
          <a:xfrm>
            <a:off x="5665755" y="6583680"/>
            <a:ext cx="1710405"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4" name="Blocker">
            <a:extLst>
              <a:ext uri="{FF2B5EF4-FFF2-40B4-BE49-F238E27FC236}">
                <a16:creationId xmlns:a16="http://schemas.microsoft.com/office/drawing/2014/main" id="{3CF23C9A-F835-E086-950B-9A28BF24B03B}"/>
              </a:ext>
              <a:ext uri="{C183D7F6-B498-43B3-948B-1728B52AA6E4}">
                <adec:decorative xmlns:adec="http://schemas.microsoft.com/office/drawing/2017/decorative" val="1"/>
              </a:ext>
            </a:extLst>
          </p:cNvPr>
          <p:cNvSpPr/>
          <p:nvPr userDrawn="1"/>
        </p:nvSpPr>
        <p:spPr>
          <a:xfrm>
            <a:off x="9834007" y="6483510"/>
            <a:ext cx="1748393" cy="201954"/>
          </a:xfrm>
          <a:prstGeom prst="rect">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ate Placeholder 10">
            <a:extLst>
              <a:ext uri="{FF2B5EF4-FFF2-40B4-BE49-F238E27FC236}">
                <a16:creationId xmlns:a16="http://schemas.microsoft.com/office/drawing/2014/main" id="{C5ABE59E-8FC0-A76D-B870-3E3FD82E39CE}"/>
              </a:ext>
            </a:extLst>
          </p:cNvPr>
          <p:cNvSpPr>
            <a:spLocks noGrp="1"/>
          </p:cNvSpPr>
          <p:nvPr>
            <p:ph type="dt" sz="half" idx="11"/>
          </p:nvPr>
        </p:nvSpPr>
        <p:spPr/>
        <p:txBody>
          <a:bodyPr/>
          <a:lstStyle/>
          <a:p>
            <a:fld id="{A6C1D8EA-4650-4E5E-943B-91110B552664}" type="datetime1">
              <a:rPr lang="en-US" smtClean="0"/>
              <a:t>3/5/26</a:t>
            </a:fld>
            <a:endParaRPr lang="en-US"/>
          </a:p>
        </p:txBody>
      </p:sp>
    </p:spTree>
    <p:extLst>
      <p:ext uri="{BB962C8B-B14F-4D97-AF65-F5344CB8AC3E}">
        <p14:creationId xmlns:p14="http://schemas.microsoft.com/office/powerpoint/2010/main" val="213528851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lumns -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493776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1334324"/>
            <a:ext cx="4937760" cy="4992624"/>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592791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ree Columns -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958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id="{F675479F-3CBB-5D2A-4512-AE1310D8851A}"/>
              </a:ext>
            </a:extLst>
          </p:cNvPr>
          <p:cNvSpPr>
            <a:spLocks noGrp="1"/>
          </p:cNvSpPr>
          <p:nvPr>
            <p:ph idx="14"/>
          </p:nvPr>
        </p:nvSpPr>
        <p:spPr>
          <a:xfrm>
            <a:off x="8382000" y="1334324"/>
            <a:ext cx="3200400" cy="4992624"/>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7424917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Four Columns -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1456"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0264"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9339072" y="1334324"/>
            <a:ext cx="2240280" cy="4992624"/>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C7DF4-91CF-55B7-3AA7-65526726F524}"/>
              </a:ext>
            </a:extLst>
          </p:cNvPr>
          <p:cNvSpPr>
            <a:spLocks noGrp="1"/>
          </p:cNvSpPr>
          <p:nvPr>
            <p:ph type="dt" sz="half" idx="16"/>
          </p:nvPr>
        </p:nvSpPr>
        <p:spPr/>
        <p:txBody>
          <a:bodyPr/>
          <a:lstStyle/>
          <a:p>
            <a:fld id="{30169271-AB45-4F94-B977-1C39D03C236C}" type="datetime1">
              <a:rPr lang="en-US" smtClean="0"/>
              <a:t>3/5/26</a:t>
            </a:fld>
            <a:endParaRPr lang="en-US"/>
          </a:p>
        </p:txBody>
      </p:sp>
      <p:sp>
        <p:nvSpPr>
          <p:cNvPr id="6" name="Footer Placeholder 5">
            <a:extLst>
              <a:ext uri="{FF2B5EF4-FFF2-40B4-BE49-F238E27FC236}">
                <a16:creationId xmlns:a16="http://schemas.microsoft.com/office/drawing/2014/main" id="{8C565DB8-BEAA-621B-BC19-2D34AB75BC98}"/>
              </a:ext>
            </a:extLst>
          </p:cNvPr>
          <p:cNvSpPr>
            <a:spLocks noGrp="1"/>
          </p:cNvSpPr>
          <p:nvPr>
            <p:ph type="ftr" sz="quarter" idx="17"/>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02598055-59DC-88A9-9B38-40423C55EF43}"/>
              </a:ext>
            </a:extLst>
          </p:cNvPr>
          <p:cNvSpPr>
            <a:spLocks noGrp="1"/>
          </p:cNvSpPr>
          <p:nvPr>
            <p:ph type="sldNum" sz="quarter" idx="18"/>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12" name="Copyright">
            <a:extLst>
              <a:ext uri="{FF2B5EF4-FFF2-40B4-BE49-F238E27FC236}">
                <a16:creationId xmlns:a16="http://schemas.microsoft.com/office/drawing/2014/main" id="{CF063994-F7E1-75A7-CEC3-515566728D3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Tree>
    <p:extLst>
      <p:ext uri="{BB962C8B-B14F-4D97-AF65-F5344CB8AC3E}">
        <p14:creationId xmlns:p14="http://schemas.microsoft.com/office/powerpoint/2010/main" val="363619960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ive Columns -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75026"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37404"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4">
            <a:extLst>
              <a:ext uri="{FF2B5EF4-FFF2-40B4-BE49-F238E27FC236}">
                <a16:creationId xmlns:a16="http://schemas.microsoft.com/office/drawing/2014/main" id="{A649392D-4A15-EC72-F8E1-20B370553FF4}"/>
              </a:ext>
            </a:extLst>
          </p:cNvPr>
          <p:cNvSpPr>
            <a:spLocks noGrp="1"/>
          </p:cNvSpPr>
          <p:nvPr>
            <p:ph idx="15"/>
          </p:nvPr>
        </p:nvSpPr>
        <p:spPr>
          <a:xfrm>
            <a:off x="7399782"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5">
            <a:extLst>
              <a:ext uri="{FF2B5EF4-FFF2-40B4-BE49-F238E27FC236}">
                <a16:creationId xmlns:a16="http://schemas.microsoft.com/office/drawing/2014/main" id="{CB82708F-B3F7-E5C0-481F-8B2177EAF190}"/>
              </a:ext>
            </a:extLst>
          </p:cNvPr>
          <p:cNvSpPr>
            <a:spLocks noGrp="1"/>
          </p:cNvSpPr>
          <p:nvPr>
            <p:ph idx="19"/>
          </p:nvPr>
        </p:nvSpPr>
        <p:spPr>
          <a:xfrm>
            <a:off x="9662160" y="1334324"/>
            <a:ext cx="1920240" cy="4992624"/>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61C7DF4-91CF-55B7-3AA7-65526726F524}"/>
              </a:ext>
            </a:extLst>
          </p:cNvPr>
          <p:cNvSpPr>
            <a:spLocks noGrp="1"/>
          </p:cNvSpPr>
          <p:nvPr>
            <p:ph type="dt" sz="half" idx="16"/>
          </p:nvPr>
        </p:nvSpPr>
        <p:spPr/>
        <p:txBody>
          <a:bodyPr/>
          <a:lstStyle/>
          <a:p>
            <a:fld id="{30169271-AB45-4F94-B977-1C39D03C236C}" type="datetime1">
              <a:rPr lang="en-US" smtClean="0"/>
              <a:t>3/5/26</a:t>
            </a:fld>
            <a:endParaRPr lang="en-US"/>
          </a:p>
        </p:txBody>
      </p:sp>
      <p:sp>
        <p:nvSpPr>
          <p:cNvPr id="6" name="Footer Placeholder 5">
            <a:extLst>
              <a:ext uri="{FF2B5EF4-FFF2-40B4-BE49-F238E27FC236}">
                <a16:creationId xmlns:a16="http://schemas.microsoft.com/office/drawing/2014/main" id="{8C565DB8-BEAA-621B-BC19-2D34AB75BC98}"/>
              </a:ext>
            </a:extLst>
          </p:cNvPr>
          <p:cNvSpPr>
            <a:spLocks noGrp="1"/>
          </p:cNvSpPr>
          <p:nvPr>
            <p:ph type="ftr" sz="quarter" idx="17"/>
          </p:nvPr>
        </p:nvSpPr>
        <p:spPr/>
        <p:txBody>
          <a:bodyPr/>
          <a:lstStyle>
            <a:lvl1pPr>
              <a:defRPr>
                <a:solidFill>
                  <a:schemeClr val="bg1"/>
                </a:solidFill>
              </a:defRPr>
            </a:lvl1pPr>
          </a:lstStyle>
          <a:p>
            <a:endParaRPr lang="en-US"/>
          </a:p>
        </p:txBody>
      </p:sp>
      <p:sp>
        <p:nvSpPr>
          <p:cNvPr id="11" name="Slide Number Placeholder 10">
            <a:extLst>
              <a:ext uri="{FF2B5EF4-FFF2-40B4-BE49-F238E27FC236}">
                <a16:creationId xmlns:a16="http://schemas.microsoft.com/office/drawing/2014/main" id="{02598055-59DC-88A9-9B38-40423C55EF43}"/>
              </a:ext>
            </a:extLst>
          </p:cNvPr>
          <p:cNvSpPr>
            <a:spLocks noGrp="1"/>
          </p:cNvSpPr>
          <p:nvPr>
            <p:ph type="sldNum" sz="quarter" idx="18"/>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12" name="Copyright">
            <a:extLst>
              <a:ext uri="{FF2B5EF4-FFF2-40B4-BE49-F238E27FC236}">
                <a16:creationId xmlns:a16="http://schemas.microsoft.com/office/drawing/2014/main" id="{CF063994-F7E1-75A7-CEC3-515566728D3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Tree>
    <p:extLst>
      <p:ext uri="{BB962C8B-B14F-4D97-AF65-F5344CB8AC3E}">
        <p14:creationId xmlns:p14="http://schemas.microsoft.com/office/powerpoint/2010/main" val="112826084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wo Columns - Image and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5" name="Picture Placeholder 1">
            <a:extLst>
              <a:ext uri="{FF2B5EF4-FFF2-40B4-BE49-F238E27FC236}">
                <a16:creationId xmlns:a16="http://schemas.microsoft.com/office/drawing/2014/main" id="{44B0349E-3471-3051-A5B9-9681553EB991}"/>
              </a:ext>
            </a:extLst>
          </p:cNvPr>
          <p:cNvSpPr>
            <a:spLocks noGrp="1"/>
          </p:cNvSpPr>
          <p:nvPr>
            <p:ph type="pic" sz="quarter" idx="15"/>
          </p:nvPr>
        </p:nvSpPr>
        <p:spPr>
          <a:xfrm>
            <a:off x="609600" y="1335024"/>
            <a:ext cx="4937760" cy="2514600"/>
          </a:xfrm>
        </p:spPr>
        <p:txBody>
          <a:bodyPr/>
          <a:lstStyle>
            <a:lvl1pPr>
              <a:defRPr>
                <a:solidFill>
                  <a:schemeClr val="bg1"/>
                </a:solidFill>
              </a:defRPr>
            </a:lvl1pPr>
          </a:lstStyle>
          <a:p>
            <a:endParaRPr lang="en-US"/>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23360"/>
            <a:ext cx="4846320" cy="2286000"/>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
            <a:extLst>
              <a:ext uri="{FF2B5EF4-FFF2-40B4-BE49-F238E27FC236}">
                <a16:creationId xmlns:a16="http://schemas.microsoft.com/office/drawing/2014/main" id="{3142B398-0C77-E84A-DD6A-3B9AC2D5E34E}"/>
              </a:ext>
            </a:extLst>
          </p:cNvPr>
          <p:cNvSpPr>
            <a:spLocks noGrp="1"/>
          </p:cNvSpPr>
          <p:nvPr>
            <p:ph type="pic" sz="quarter" idx="16"/>
          </p:nvPr>
        </p:nvSpPr>
        <p:spPr>
          <a:xfrm>
            <a:off x="6644640" y="1335024"/>
            <a:ext cx="4937760" cy="2514600"/>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6644640" y="4023360"/>
            <a:ext cx="4846320" cy="2286000"/>
          </a:xfrm>
        </p:spPr>
        <p:txBody>
          <a:bodyPr lIns="0" rIns="0"/>
          <a:lstStyle>
            <a:lvl1pPr>
              <a:lnSpc>
                <a:spcPct val="110000"/>
              </a:lnSpc>
              <a:spcBef>
                <a:spcPts val="1200"/>
              </a:spcBef>
              <a:defRPr>
                <a:solidFill>
                  <a:schemeClr val="bg1"/>
                </a:solidFill>
              </a:defRPr>
            </a:lvl1pPr>
            <a:lvl2pPr>
              <a:lnSpc>
                <a:spcPct val="110000"/>
              </a:lnSpc>
              <a:spcBef>
                <a:spcPts val="1200"/>
              </a:spcBef>
              <a:defRPr>
                <a:solidFill>
                  <a:schemeClr val="bg1"/>
                </a:solidFill>
              </a:defRPr>
            </a:lvl2pPr>
            <a:lvl3pPr>
              <a:lnSpc>
                <a:spcPct val="110000"/>
              </a:lnSpc>
              <a:spcBef>
                <a:spcPts val="1200"/>
              </a:spcBef>
              <a:defRPr>
                <a:solidFill>
                  <a:schemeClr val="bg1"/>
                </a:solidFill>
              </a:defRPr>
            </a:lvl3pPr>
            <a:lvl4pPr>
              <a:lnSpc>
                <a:spcPct val="110000"/>
              </a:lnSpc>
              <a:spcBef>
                <a:spcPts val="1200"/>
              </a:spcBef>
              <a:defRPr>
                <a:solidFill>
                  <a:schemeClr val="bg1"/>
                </a:solidFill>
              </a:defRPr>
            </a:lvl4pPr>
            <a:lvl5pPr>
              <a:lnSpc>
                <a:spcPct val="110000"/>
              </a:lnSpc>
              <a:spcBef>
                <a:spcPts val="1200"/>
              </a:spcBef>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70175184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ree Columns - Image and Content Dark">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09600"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
            <a:extLst>
              <a:ext uri="{FF2B5EF4-FFF2-40B4-BE49-F238E27FC236}">
                <a16:creationId xmlns:a16="http://schemas.microsoft.com/office/drawing/2014/main" id="{F7FA6101-2BCD-3F7A-5BFE-9C338D8F8C01}"/>
              </a:ext>
            </a:extLst>
          </p:cNvPr>
          <p:cNvSpPr>
            <a:spLocks noGrp="1"/>
          </p:cNvSpPr>
          <p:nvPr>
            <p:ph type="pic" sz="quarter" idx="15"/>
          </p:nvPr>
        </p:nvSpPr>
        <p:spPr>
          <a:xfrm>
            <a:off x="609600" y="1335024"/>
            <a:ext cx="3255264" cy="2514600"/>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4468368"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2">
            <a:extLst>
              <a:ext uri="{FF2B5EF4-FFF2-40B4-BE49-F238E27FC236}">
                <a16:creationId xmlns:a16="http://schemas.microsoft.com/office/drawing/2014/main" id="{1F35FB27-0B90-CA7E-FF2E-695B6A9CA1A7}"/>
              </a:ext>
            </a:extLst>
          </p:cNvPr>
          <p:cNvSpPr>
            <a:spLocks noGrp="1"/>
          </p:cNvSpPr>
          <p:nvPr>
            <p:ph type="pic" sz="quarter" idx="16"/>
          </p:nvPr>
        </p:nvSpPr>
        <p:spPr>
          <a:xfrm>
            <a:off x="4468368" y="1335024"/>
            <a:ext cx="3255264" cy="2514600"/>
          </a:xfrm>
        </p:spPr>
        <p:txBody>
          <a:bodyPr/>
          <a:lstStyle>
            <a:lvl1pPr>
              <a:defRPr>
                <a:solidFill>
                  <a:schemeClr val="bg1"/>
                </a:solidFill>
              </a:defRPr>
            </a:lvl1pPr>
          </a:lstStyle>
          <a:p>
            <a:endParaRPr lang="en-US"/>
          </a:p>
        </p:txBody>
      </p:sp>
      <p:sp>
        <p:nvSpPr>
          <p:cNvPr id="5" name="Content Placeholder 3">
            <a:extLst>
              <a:ext uri="{FF2B5EF4-FFF2-40B4-BE49-F238E27FC236}">
                <a16:creationId xmlns:a16="http://schemas.microsoft.com/office/drawing/2014/main" id="{F675479F-3CBB-5D2A-4512-AE1310D8851A}"/>
              </a:ext>
            </a:extLst>
          </p:cNvPr>
          <p:cNvSpPr>
            <a:spLocks noGrp="1"/>
          </p:cNvSpPr>
          <p:nvPr>
            <p:ph idx="14"/>
          </p:nvPr>
        </p:nvSpPr>
        <p:spPr>
          <a:xfrm>
            <a:off x="8327136" y="4040372"/>
            <a:ext cx="3200400" cy="2286575"/>
          </a:xfrm>
        </p:spPr>
        <p:txBody>
          <a:bodyPr lIns="0" rIns="0"/>
          <a:lstStyle>
            <a:lvl1pPr>
              <a:lnSpc>
                <a:spcPct val="110000"/>
              </a:lnSpc>
              <a:spcBef>
                <a:spcPts val="1200"/>
              </a:spcBef>
              <a:defRPr sz="1600">
                <a:solidFill>
                  <a:schemeClr val="bg1"/>
                </a:solidFill>
              </a:defRPr>
            </a:lvl1pPr>
            <a:lvl2pPr>
              <a:lnSpc>
                <a:spcPct val="110000"/>
              </a:lnSpc>
              <a:spcBef>
                <a:spcPts val="1200"/>
              </a:spcBef>
              <a:defRPr sz="1400">
                <a:solidFill>
                  <a:schemeClr val="bg1"/>
                </a:solidFill>
              </a:defRPr>
            </a:lvl2pPr>
            <a:lvl3pPr>
              <a:lnSpc>
                <a:spcPct val="110000"/>
              </a:lnSpc>
              <a:spcBef>
                <a:spcPts val="1200"/>
              </a:spcBef>
              <a:defRPr sz="1200">
                <a:solidFill>
                  <a:schemeClr val="bg1"/>
                </a:solidFill>
              </a:defRPr>
            </a:lvl3pPr>
            <a:lvl4pPr>
              <a:lnSpc>
                <a:spcPct val="110000"/>
              </a:lnSpc>
              <a:spcBef>
                <a:spcPts val="1200"/>
              </a:spcBef>
              <a:defRPr sz="1200">
                <a:solidFill>
                  <a:schemeClr val="bg1"/>
                </a:solidFill>
              </a:defRPr>
            </a:lvl4pPr>
            <a:lvl5pPr>
              <a:lnSpc>
                <a:spcPct val="110000"/>
              </a:lnSpc>
              <a:spcBef>
                <a:spcPts val="1200"/>
              </a:spcBef>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3">
            <a:extLst>
              <a:ext uri="{FF2B5EF4-FFF2-40B4-BE49-F238E27FC236}">
                <a16:creationId xmlns:a16="http://schemas.microsoft.com/office/drawing/2014/main" id="{D7A90959-8D39-E413-9AB9-75B5F74E177A}"/>
              </a:ext>
            </a:extLst>
          </p:cNvPr>
          <p:cNvSpPr>
            <a:spLocks noGrp="1"/>
          </p:cNvSpPr>
          <p:nvPr>
            <p:ph type="pic" sz="quarter" idx="17"/>
          </p:nvPr>
        </p:nvSpPr>
        <p:spPr>
          <a:xfrm>
            <a:off x="8327136" y="1335024"/>
            <a:ext cx="3255264" cy="2514600"/>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24025569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Four Columns - Image and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2240280" cy="2505456"/>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3522472"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3520440" y="1335024"/>
            <a:ext cx="2240280" cy="2505456"/>
          </a:xfrm>
        </p:spPr>
        <p:txBody>
          <a:bodyPr/>
          <a:lstStyle>
            <a:lvl1pPr>
              <a:defRPr>
                <a:solidFill>
                  <a:schemeClr val="bg1"/>
                </a:solidFill>
              </a:defRPr>
            </a:lvl1p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6432296"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6431280" y="1335024"/>
            <a:ext cx="2240280" cy="2505456"/>
          </a:xfrm>
        </p:spPr>
        <p:txBody>
          <a:bodyPr/>
          <a:lstStyle>
            <a:lvl1pPr>
              <a:defRPr>
                <a:solidFill>
                  <a:schemeClr val="bg1"/>
                </a:solidFill>
              </a:defRPr>
            </a:lvl1p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9342120" y="4023360"/>
            <a:ext cx="2194560" cy="2286000"/>
          </a:xfrm>
        </p:spPr>
        <p:txBody>
          <a:bodyPr lIns="0" rIns="0"/>
          <a:lstStyle>
            <a:lvl1pPr>
              <a:lnSpc>
                <a:spcPct val="110000"/>
              </a:lnSpc>
              <a:spcBef>
                <a:spcPts val="900"/>
              </a:spcBef>
              <a:defRPr sz="1400">
                <a:solidFill>
                  <a:schemeClr val="bg1"/>
                </a:solidFill>
              </a:defRPr>
            </a:lvl1pPr>
            <a:lvl2pPr>
              <a:lnSpc>
                <a:spcPct val="110000"/>
              </a:lnSpc>
              <a:spcBef>
                <a:spcPts val="900"/>
              </a:spcBef>
              <a:defRPr sz="1200">
                <a:solidFill>
                  <a:schemeClr val="bg1"/>
                </a:solidFill>
              </a:defRPr>
            </a:lvl2pPr>
            <a:lvl3pPr>
              <a:lnSpc>
                <a:spcPct val="110000"/>
              </a:lnSpc>
              <a:spcBef>
                <a:spcPts val="900"/>
              </a:spcBef>
              <a:defRPr sz="1100">
                <a:solidFill>
                  <a:schemeClr val="bg1"/>
                </a:solidFill>
              </a:defRPr>
            </a:lvl3pPr>
            <a:lvl4pPr>
              <a:lnSpc>
                <a:spcPct val="110000"/>
              </a:lnSpc>
              <a:spcBef>
                <a:spcPts val="900"/>
              </a:spcBef>
              <a:defRPr sz="1100">
                <a:solidFill>
                  <a:schemeClr val="bg1"/>
                </a:solidFill>
              </a:defRPr>
            </a:lvl4pPr>
            <a:lvl5pPr>
              <a:lnSpc>
                <a:spcPct val="110000"/>
              </a:lnSpc>
              <a:spcBef>
                <a:spcPts val="900"/>
              </a:spcBef>
              <a:defRPr sz="105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9342120" y="1335024"/>
            <a:ext cx="2240280" cy="2505456"/>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
        <p:nvSpPr>
          <p:cNvPr id="14" name="Copyright">
            <a:extLst>
              <a:ext uri="{FF2B5EF4-FFF2-40B4-BE49-F238E27FC236}">
                <a16:creationId xmlns:a16="http://schemas.microsoft.com/office/drawing/2014/main" id="{6D79BAA0-8632-AD2C-292C-8F2B191F7D1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Tree>
    <p:extLst>
      <p:ext uri="{BB962C8B-B14F-4D97-AF65-F5344CB8AC3E}">
        <p14:creationId xmlns:p14="http://schemas.microsoft.com/office/powerpoint/2010/main" val="35446829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ive Columns - Image and Content Dark">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1">
            <a:extLst>
              <a:ext uri="{FF2B5EF4-FFF2-40B4-BE49-F238E27FC236}">
                <a16:creationId xmlns:a16="http://schemas.microsoft.com/office/drawing/2014/main" id="{CE0A96FB-B9EB-8DE6-BE7F-8E9AFB7E338E}"/>
              </a:ext>
            </a:extLst>
          </p:cNvPr>
          <p:cNvSpPr>
            <a:spLocks noGrp="1"/>
          </p:cNvSpPr>
          <p:nvPr>
            <p:ph idx="1"/>
          </p:nvPr>
        </p:nvSpPr>
        <p:spPr>
          <a:xfrm>
            <a:off x="612648"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
            <a:extLst>
              <a:ext uri="{FF2B5EF4-FFF2-40B4-BE49-F238E27FC236}">
                <a16:creationId xmlns:a16="http://schemas.microsoft.com/office/drawing/2014/main" id="{03CDAFF7-00B3-41F0-A68E-7CC251F1A7B3}"/>
              </a:ext>
            </a:extLst>
          </p:cNvPr>
          <p:cNvSpPr>
            <a:spLocks noGrp="1"/>
          </p:cNvSpPr>
          <p:nvPr>
            <p:ph type="pic" sz="quarter" idx="15"/>
          </p:nvPr>
        </p:nvSpPr>
        <p:spPr>
          <a:xfrm>
            <a:off x="609600" y="1335024"/>
            <a:ext cx="1828800" cy="2505456"/>
          </a:xfrm>
        </p:spPr>
        <p:txBody>
          <a:bodyPr/>
          <a:lstStyle>
            <a:lvl1pPr>
              <a:defRPr>
                <a:solidFill>
                  <a:schemeClr val="bg1"/>
                </a:solidFill>
              </a:defRPr>
            </a:lvl1pPr>
          </a:lstStyle>
          <a:p>
            <a:endParaRPr lang="en-US"/>
          </a:p>
        </p:txBody>
      </p:sp>
      <p:sp>
        <p:nvSpPr>
          <p:cNvPr id="2" name="Content Placeholder 2">
            <a:extLst>
              <a:ext uri="{FF2B5EF4-FFF2-40B4-BE49-F238E27FC236}">
                <a16:creationId xmlns:a16="http://schemas.microsoft.com/office/drawing/2014/main" id="{3E2CAF97-6BD0-1BB9-D026-84213B160DB4}"/>
              </a:ext>
            </a:extLst>
          </p:cNvPr>
          <p:cNvSpPr>
            <a:spLocks noGrp="1"/>
          </p:cNvSpPr>
          <p:nvPr>
            <p:ph idx="13"/>
          </p:nvPr>
        </p:nvSpPr>
        <p:spPr>
          <a:xfrm>
            <a:off x="2897886"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2">
            <a:extLst>
              <a:ext uri="{FF2B5EF4-FFF2-40B4-BE49-F238E27FC236}">
                <a16:creationId xmlns:a16="http://schemas.microsoft.com/office/drawing/2014/main" id="{0296683F-1B6E-6D53-D896-684A3171765F}"/>
              </a:ext>
            </a:extLst>
          </p:cNvPr>
          <p:cNvSpPr>
            <a:spLocks noGrp="1"/>
          </p:cNvSpPr>
          <p:nvPr>
            <p:ph type="pic" sz="quarter" idx="16"/>
          </p:nvPr>
        </p:nvSpPr>
        <p:spPr>
          <a:xfrm>
            <a:off x="2895600" y="1335024"/>
            <a:ext cx="1828800" cy="2505456"/>
          </a:xfrm>
        </p:spPr>
        <p:txBody>
          <a:bodyPr/>
          <a:lstStyle>
            <a:lvl1pPr>
              <a:defRPr>
                <a:solidFill>
                  <a:schemeClr val="bg1"/>
                </a:solidFill>
              </a:defRPr>
            </a:lvl1pPr>
          </a:lstStyle>
          <a:p>
            <a:endParaRPr lang="en-US"/>
          </a:p>
        </p:txBody>
      </p:sp>
      <p:sp>
        <p:nvSpPr>
          <p:cNvPr id="4" name="Content Placeholder 3">
            <a:extLst>
              <a:ext uri="{FF2B5EF4-FFF2-40B4-BE49-F238E27FC236}">
                <a16:creationId xmlns:a16="http://schemas.microsoft.com/office/drawing/2014/main" id="{1F2B90CB-0423-5C9F-6F8B-19720127AC9E}"/>
              </a:ext>
            </a:extLst>
          </p:cNvPr>
          <p:cNvSpPr>
            <a:spLocks noGrp="1"/>
          </p:cNvSpPr>
          <p:nvPr>
            <p:ph idx="14"/>
          </p:nvPr>
        </p:nvSpPr>
        <p:spPr>
          <a:xfrm>
            <a:off x="5183124"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3">
            <a:extLst>
              <a:ext uri="{FF2B5EF4-FFF2-40B4-BE49-F238E27FC236}">
                <a16:creationId xmlns:a16="http://schemas.microsoft.com/office/drawing/2014/main" id="{24A2986A-AAE4-427C-981B-4CA66BC1A2F2}"/>
              </a:ext>
            </a:extLst>
          </p:cNvPr>
          <p:cNvSpPr>
            <a:spLocks noGrp="1"/>
          </p:cNvSpPr>
          <p:nvPr>
            <p:ph type="pic" sz="quarter" idx="17"/>
          </p:nvPr>
        </p:nvSpPr>
        <p:spPr>
          <a:xfrm>
            <a:off x="5181600" y="1335024"/>
            <a:ext cx="1828800" cy="2505456"/>
          </a:xfrm>
        </p:spPr>
        <p:txBody>
          <a:bodyPr/>
          <a:lstStyle>
            <a:lvl1pPr>
              <a:defRPr>
                <a:solidFill>
                  <a:schemeClr val="bg1"/>
                </a:solidFill>
              </a:defRPr>
            </a:lvl1pPr>
          </a:lstStyle>
          <a:p>
            <a:endParaRPr lang="en-US"/>
          </a:p>
        </p:txBody>
      </p:sp>
      <p:sp>
        <p:nvSpPr>
          <p:cNvPr id="5" name="Content Placeholder 4">
            <a:extLst>
              <a:ext uri="{FF2B5EF4-FFF2-40B4-BE49-F238E27FC236}">
                <a16:creationId xmlns:a16="http://schemas.microsoft.com/office/drawing/2014/main" id="{D572508B-336E-469E-5D2B-9651A49B3B93}"/>
              </a:ext>
            </a:extLst>
          </p:cNvPr>
          <p:cNvSpPr>
            <a:spLocks noGrp="1"/>
          </p:cNvSpPr>
          <p:nvPr>
            <p:ph idx="18"/>
          </p:nvPr>
        </p:nvSpPr>
        <p:spPr>
          <a:xfrm>
            <a:off x="7468362"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4">
            <a:extLst>
              <a:ext uri="{FF2B5EF4-FFF2-40B4-BE49-F238E27FC236}">
                <a16:creationId xmlns:a16="http://schemas.microsoft.com/office/drawing/2014/main" id="{BC7588DD-A007-A2A1-EDD6-9EEFFCD3F3A4}"/>
              </a:ext>
            </a:extLst>
          </p:cNvPr>
          <p:cNvSpPr>
            <a:spLocks noGrp="1"/>
          </p:cNvSpPr>
          <p:nvPr>
            <p:ph type="pic" sz="quarter" idx="19"/>
          </p:nvPr>
        </p:nvSpPr>
        <p:spPr>
          <a:xfrm>
            <a:off x="7467600" y="1335024"/>
            <a:ext cx="1828800" cy="2505456"/>
          </a:xfrm>
        </p:spPr>
        <p:txBody>
          <a:bodyPr/>
          <a:lstStyle>
            <a:lvl1pPr>
              <a:defRPr>
                <a:solidFill>
                  <a:schemeClr val="bg1"/>
                </a:solidFill>
              </a:defRPr>
            </a:lvl1pPr>
          </a:lstStyle>
          <a:p>
            <a:endParaRPr lang="en-US"/>
          </a:p>
        </p:txBody>
      </p:sp>
      <p:sp>
        <p:nvSpPr>
          <p:cNvPr id="16" name="Content Placeholder 5">
            <a:extLst>
              <a:ext uri="{FF2B5EF4-FFF2-40B4-BE49-F238E27FC236}">
                <a16:creationId xmlns:a16="http://schemas.microsoft.com/office/drawing/2014/main" id="{4BE2B1C7-C0C6-88D0-FF18-EFB8EA2C6280}"/>
              </a:ext>
            </a:extLst>
          </p:cNvPr>
          <p:cNvSpPr>
            <a:spLocks noGrp="1"/>
          </p:cNvSpPr>
          <p:nvPr>
            <p:ph idx="21"/>
          </p:nvPr>
        </p:nvSpPr>
        <p:spPr>
          <a:xfrm>
            <a:off x="9753600" y="4023360"/>
            <a:ext cx="1645920" cy="2286000"/>
          </a:xfrm>
        </p:spPr>
        <p:txBody>
          <a:bodyPr lIns="0" rIns="0"/>
          <a:lstStyle>
            <a:lvl1pPr marL="119063" indent="-119063">
              <a:lnSpc>
                <a:spcPct val="110000"/>
              </a:lnSpc>
              <a:spcBef>
                <a:spcPts val="900"/>
              </a:spcBef>
              <a:tabLst/>
              <a:defRPr sz="1200">
                <a:solidFill>
                  <a:schemeClr val="bg1"/>
                </a:solidFill>
              </a:defRPr>
            </a:lvl1pPr>
            <a:lvl2pPr>
              <a:lnSpc>
                <a:spcPct val="110000"/>
              </a:lnSpc>
              <a:spcBef>
                <a:spcPts val="900"/>
              </a:spcBef>
              <a:defRPr sz="1100">
                <a:solidFill>
                  <a:schemeClr val="bg1"/>
                </a:solidFill>
              </a:defRPr>
            </a:lvl2pPr>
            <a:lvl3pPr>
              <a:lnSpc>
                <a:spcPct val="110000"/>
              </a:lnSpc>
              <a:spcBef>
                <a:spcPts val="900"/>
              </a:spcBef>
              <a:defRPr sz="1050">
                <a:solidFill>
                  <a:schemeClr val="bg1"/>
                </a:solidFill>
              </a:defRPr>
            </a:lvl3pPr>
            <a:lvl4pPr>
              <a:lnSpc>
                <a:spcPct val="110000"/>
              </a:lnSpc>
              <a:spcBef>
                <a:spcPts val="900"/>
              </a:spcBef>
              <a:defRPr sz="1050">
                <a:solidFill>
                  <a:schemeClr val="bg1"/>
                </a:solidFill>
              </a:defRPr>
            </a:lvl4pPr>
            <a:lvl5pPr>
              <a:lnSpc>
                <a:spcPct val="110000"/>
              </a:lnSpc>
              <a:spcBef>
                <a:spcPts val="900"/>
              </a:spcBef>
              <a:defRPr sz="10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5">
            <a:extLst>
              <a:ext uri="{FF2B5EF4-FFF2-40B4-BE49-F238E27FC236}">
                <a16:creationId xmlns:a16="http://schemas.microsoft.com/office/drawing/2014/main" id="{A81BA51A-079B-3E84-046F-16707EFD3EA1}"/>
              </a:ext>
            </a:extLst>
          </p:cNvPr>
          <p:cNvSpPr>
            <a:spLocks noGrp="1"/>
          </p:cNvSpPr>
          <p:nvPr>
            <p:ph type="pic" sz="quarter" idx="20"/>
          </p:nvPr>
        </p:nvSpPr>
        <p:spPr>
          <a:xfrm>
            <a:off x="9753600" y="1335024"/>
            <a:ext cx="1828800" cy="2505456"/>
          </a:xfrm>
        </p:spPr>
        <p:txBody>
          <a:bodyPr/>
          <a:lstStyle>
            <a:lvl1pPr>
              <a:defRPr>
                <a:solidFill>
                  <a:schemeClr val="bg1"/>
                </a:solidFill>
              </a:defRPr>
            </a:lvl1p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chemeClr val="bg1"/>
                </a:solidFill>
              </a:defRPr>
            </a:lvl1p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chemeClr val="bg1"/>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CF8793A5-113A-48A7-BCE0-7936F08DA48F}" type="datetime1">
              <a:rPr lang="en-US" smtClean="0"/>
              <a:t>3/5/26</a:t>
            </a:fld>
            <a:endParaRPr lang="en-US"/>
          </a:p>
        </p:txBody>
      </p:sp>
      <p:sp>
        <p:nvSpPr>
          <p:cNvPr id="14" name="Copyright">
            <a:extLst>
              <a:ext uri="{FF2B5EF4-FFF2-40B4-BE49-F238E27FC236}">
                <a16:creationId xmlns:a16="http://schemas.microsoft.com/office/drawing/2014/main" id="{6D79BAA0-8632-AD2C-292C-8F2B191F7D1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Tree>
    <p:extLst>
      <p:ext uri="{BB962C8B-B14F-4D97-AF65-F5344CB8AC3E}">
        <p14:creationId xmlns:p14="http://schemas.microsoft.com/office/powerpoint/2010/main" val="367948775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wo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4" name="Text Placeholder 3">
            <a:extLst>
              <a:ext uri="{FF2B5EF4-FFF2-40B4-BE49-F238E27FC236}">
                <a16:creationId xmlns:a16="http://schemas.microsoft.com/office/drawing/2014/main" id="{5513B074-3B07-0E57-B1EF-F6812220DF0A}"/>
              </a:ext>
            </a:extLst>
          </p:cNvPr>
          <p:cNvSpPr>
            <a:spLocks noGrp="1"/>
          </p:cNvSpPr>
          <p:nvPr>
            <p:ph type="body" sz="quarter" idx="12"/>
          </p:nvPr>
        </p:nvSpPr>
        <p:spPr>
          <a:xfrm>
            <a:off x="609600" y="1566127"/>
            <a:ext cx="4846320" cy="342466"/>
          </a:xfrm>
        </p:spPr>
        <p:txBody>
          <a:bodyPr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4937760"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C6A13A99-FC00-81A6-297A-C14D357F8C98}"/>
              </a:ext>
            </a:extLst>
          </p:cNvPr>
          <p:cNvSpPr>
            <a:spLocks noGrp="1"/>
          </p:cNvSpPr>
          <p:nvPr>
            <p:ph type="body" sz="quarter" idx="13"/>
          </p:nvPr>
        </p:nvSpPr>
        <p:spPr>
          <a:xfrm>
            <a:off x="6644640" y="1566127"/>
            <a:ext cx="4846320" cy="342466"/>
          </a:xfrm>
        </p:spPr>
        <p:txBody>
          <a:bodyPr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644640" y="2103120"/>
            <a:ext cx="4937760" cy="4023360"/>
          </a:xfrm>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23847277-7A32-0B74-3121-513308B5D19B}"/>
              </a:ext>
            </a:extLst>
          </p:cNvPr>
          <p:cNvSpPr>
            <a:spLocks noGrp="1"/>
          </p:cNvSpPr>
          <p:nvPr>
            <p:ph type="ftr" sz="quarter" idx="15"/>
          </p:nvPr>
        </p:nvSpPr>
        <p:spPr/>
        <p:txBody>
          <a:bodyPr/>
          <a:lstStyle>
            <a:lvl1pPr>
              <a:defRPr>
                <a:solidFill>
                  <a:srgbClr val="BEBEBE"/>
                </a:solidFill>
              </a:defRPr>
            </a:lvl1pPr>
          </a:lstStyle>
          <a:p>
            <a:endParaRPr lang="en-US"/>
          </a:p>
        </p:txBody>
      </p:sp>
      <p:sp>
        <p:nvSpPr>
          <p:cNvPr id="9" name="Copyright">
            <a:extLst>
              <a:ext uri="{FF2B5EF4-FFF2-40B4-BE49-F238E27FC236}">
                <a16:creationId xmlns:a16="http://schemas.microsoft.com/office/drawing/2014/main" id="{B1577F18-2EE9-48A5-C9F6-26D13C7A415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7" name="Slide Number Placeholder 6">
            <a:extLst>
              <a:ext uri="{FF2B5EF4-FFF2-40B4-BE49-F238E27FC236}">
                <a16:creationId xmlns:a16="http://schemas.microsoft.com/office/drawing/2014/main" id="{0C50626B-1616-3551-DB78-E30E2BEA4433}"/>
              </a:ext>
            </a:extLst>
          </p:cNvPr>
          <p:cNvSpPr>
            <a:spLocks noGrp="1"/>
          </p:cNvSpPr>
          <p:nvPr>
            <p:ph type="sldNum" sz="quarter" idx="16"/>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2B0DFF53-DA3C-5459-13CB-66ACAB1EF04B}"/>
              </a:ext>
            </a:extLst>
          </p:cNvPr>
          <p:cNvSpPr>
            <a:spLocks noGrp="1"/>
          </p:cNvSpPr>
          <p:nvPr>
            <p:ph type="dt" sz="half" idx="14"/>
          </p:nvPr>
        </p:nvSpPr>
        <p:spPr/>
        <p:txBody>
          <a:bodyPr/>
          <a:lstStyle/>
          <a:p>
            <a:fld id="{F7EF6CD1-9159-44AF-9B3E-C7AC0C13304D}" type="datetime1">
              <a:rPr lang="en-US" smtClean="0"/>
              <a:t>3/5/26</a:t>
            </a:fld>
            <a:endParaRPr lang="en-US"/>
          </a:p>
        </p:txBody>
      </p:sp>
    </p:spTree>
    <p:extLst>
      <p:ext uri="{BB962C8B-B14F-4D97-AF65-F5344CB8AC3E}">
        <p14:creationId xmlns:p14="http://schemas.microsoft.com/office/powerpoint/2010/main" val="19026107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3">
            <a:extLst>
              <a:ext uri="{FF2B5EF4-FFF2-40B4-BE49-F238E27FC236}">
                <a16:creationId xmlns:a16="http://schemas.microsoft.com/office/drawing/2014/main" id="{A7CA4403-228E-D982-11B8-71EFFDAB1F21}"/>
              </a:ext>
            </a:extLst>
          </p:cNvPr>
          <p:cNvSpPr>
            <a:spLocks noGrp="1"/>
          </p:cNvSpPr>
          <p:nvPr>
            <p:ph type="body" sz="quarter" idx="13"/>
          </p:nvPr>
        </p:nvSpPr>
        <p:spPr>
          <a:xfrm>
            <a:off x="609600"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3255264" cy="4023360"/>
          </a:xfrm>
        </p:spPr>
        <p:txBody>
          <a:bodyPr/>
          <a:lstStyle>
            <a:lvl1pPr>
              <a:defRPr>
                <a:solidFill>
                  <a:schemeClr val="bg1"/>
                </a:solidFill>
              </a:defRPr>
            </a:lvl1pPr>
          </a:lstStyle>
          <a:p>
            <a:endParaRPr lang="en-US"/>
          </a:p>
        </p:txBody>
      </p:sp>
      <p:sp>
        <p:nvSpPr>
          <p:cNvPr id="4" name="Text Placeholder 3">
            <a:extLst>
              <a:ext uri="{FF2B5EF4-FFF2-40B4-BE49-F238E27FC236}">
                <a16:creationId xmlns:a16="http://schemas.microsoft.com/office/drawing/2014/main" id="{7946F0AF-945D-1612-FEA8-992054B7A75C}"/>
              </a:ext>
            </a:extLst>
          </p:cNvPr>
          <p:cNvSpPr>
            <a:spLocks noGrp="1"/>
          </p:cNvSpPr>
          <p:nvPr>
            <p:ph type="body" sz="quarter" idx="14"/>
          </p:nvPr>
        </p:nvSpPr>
        <p:spPr>
          <a:xfrm>
            <a:off x="4468368"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468368" y="2103120"/>
            <a:ext cx="3255264"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7D2660DF-18E0-5445-7D6F-B1E2A46D4B94}"/>
              </a:ext>
            </a:extLst>
          </p:cNvPr>
          <p:cNvSpPr>
            <a:spLocks noGrp="1"/>
          </p:cNvSpPr>
          <p:nvPr>
            <p:ph type="body" sz="quarter" idx="15"/>
          </p:nvPr>
        </p:nvSpPr>
        <p:spPr>
          <a:xfrm>
            <a:off x="8327136" y="1566127"/>
            <a:ext cx="3200400" cy="342466"/>
          </a:xfrm>
        </p:spPr>
        <p:txBody>
          <a:bodyPr wrap="square" anchor="ctr" anchorCtr="0">
            <a:spAutoFit/>
          </a:bodyPr>
          <a:lstStyle>
            <a:lvl1pPr marL="0" indent="0">
              <a:buNone/>
              <a:defRPr sz="1600" b="1">
                <a:solidFill>
                  <a:schemeClr val="bg1"/>
                </a:solidFill>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8327136" y="2103120"/>
            <a:ext cx="3255264" cy="4023360"/>
          </a:xfrm>
        </p:spPr>
        <p:txBody>
          <a:bodyPr/>
          <a:lstStyle>
            <a:lvl1pPr>
              <a:defRPr>
                <a:solidFill>
                  <a:schemeClr val="bg1"/>
                </a:solidFill>
              </a:defRPr>
            </a:lvl1pPr>
          </a:lstStyle>
          <a:p>
            <a:endParaRPr lang="en-US"/>
          </a:p>
        </p:txBody>
      </p:sp>
      <p:sp>
        <p:nvSpPr>
          <p:cNvPr id="7" name="Footer Placeholder 6">
            <a:extLst>
              <a:ext uri="{FF2B5EF4-FFF2-40B4-BE49-F238E27FC236}">
                <a16:creationId xmlns:a16="http://schemas.microsoft.com/office/drawing/2014/main" id="{74C05D25-57B4-0131-8D02-41BDA22255CF}"/>
              </a:ext>
            </a:extLst>
          </p:cNvPr>
          <p:cNvSpPr>
            <a:spLocks noGrp="1"/>
          </p:cNvSpPr>
          <p:nvPr>
            <p:ph type="ftr" sz="quarter" idx="17"/>
          </p:nvPr>
        </p:nvSpPr>
        <p:spPr/>
        <p:txBody>
          <a:bodyPr/>
          <a:lstStyle>
            <a:lvl1pPr>
              <a:defRPr>
                <a:solidFill>
                  <a:srgbClr val="BEBEBE"/>
                </a:solidFill>
              </a:defRPr>
            </a:lvl1pPr>
          </a:lstStyle>
          <a:p>
            <a:endParaRPr lang="en-US"/>
          </a:p>
        </p:txBody>
      </p:sp>
      <p:sp>
        <p:nvSpPr>
          <p:cNvPr id="11" name="Copyright">
            <a:extLst>
              <a:ext uri="{FF2B5EF4-FFF2-40B4-BE49-F238E27FC236}">
                <a16:creationId xmlns:a16="http://schemas.microsoft.com/office/drawing/2014/main" id="{861CF59B-700A-60A4-D14B-FB9B87B60D93}"/>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9" name="Slide Number Placeholder 8">
            <a:extLst>
              <a:ext uri="{FF2B5EF4-FFF2-40B4-BE49-F238E27FC236}">
                <a16:creationId xmlns:a16="http://schemas.microsoft.com/office/drawing/2014/main" id="{566038FF-7BCA-3951-3D43-F22FDDDCEC68}"/>
              </a:ext>
            </a:extLst>
          </p:cNvPr>
          <p:cNvSpPr>
            <a:spLocks noGrp="1"/>
          </p:cNvSpPr>
          <p:nvPr>
            <p:ph type="sldNum" sz="quarter" idx="18"/>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6" name="Date Placeholder 5">
            <a:extLst>
              <a:ext uri="{FF2B5EF4-FFF2-40B4-BE49-F238E27FC236}">
                <a16:creationId xmlns:a16="http://schemas.microsoft.com/office/drawing/2014/main" id="{93D0F27E-11AC-F723-B425-6B4C9993142C}"/>
              </a:ext>
            </a:extLst>
          </p:cNvPr>
          <p:cNvSpPr>
            <a:spLocks noGrp="1"/>
          </p:cNvSpPr>
          <p:nvPr>
            <p:ph type="dt" sz="half" idx="16"/>
          </p:nvPr>
        </p:nvSpPr>
        <p:spPr/>
        <p:txBody>
          <a:bodyPr/>
          <a:lstStyle/>
          <a:p>
            <a:fld id="{1363D66E-2377-4F68-BD8E-DC3D382E60FF}" type="datetime1">
              <a:rPr lang="en-US" smtClean="0"/>
              <a:t>3/5/26</a:t>
            </a:fld>
            <a:endParaRPr lang="en-US"/>
          </a:p>
        </p:txBody>
      </p:sp>
    </p:spTree>
    <p:extLst>
      <p:ext uri="{BB962C8B-B14F-4D97-AF65-F5344CB8AC3E}">
        <p14:creationId xmlns:p14="http://schemas.microsoft.com/office/powerpoint/2010/main" val="18237617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Four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3">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2240280" cy="4023360"/>
          </a:xfrm>
        </p:spPr>
        <p:txBody>
          <a:bodyPr/>
          <a:lstStyle>
            <a:lvl1pPr>
              <a:defRPr>
                <a:solidFill>
                  <a:schemeClr val="bg1"/>
                </a:solidFill>
              </a:defRPr>
            </a:lvl1pPr>
          </a:lstStyle>
          <a:p>
            <a:endParaRPr lang="en-US"/>
          </a:p>
        </p:txBody>
      </p:sp>
      <p:sp>
        <p:nvSpPr>
          <p:cNvPr id="5" name="Text Placeholder 3">
            <a:extLst>
              <a:ext uri="{FF2B5EF4-FFF2-40B4-BE49-F238E27FC236}">
                <a16:creationId xmlns:a16="http://schemas.microsoft.com/office/drawing/2014/main" id="{37F3A760-EE34-C8A5-89C3-5467A9BC0CA9}"/>
              </a:ext>
            </a:extLst>
          </p:cNvPr>
          <p:cNvSpPr>
            <a:spLocks noGrp="1"/>
          </p:cNvSpPr>
          <p:nvPr>
            <p:ph type="body" sz="quarter" idx="15"/>
          </p:nvPr>
        </p:nvSpPr>
        <p:spPr>
          <a:xfrm>
            <a:off x="352044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3520440" y="2103120"/>
            <a:ext cx="2240280" cy="4023360"/>
          </a:xfrm>
        </p:spPr>
        <p:txBody>
          <a:bodyPr/>
          <a:lstStyle>
            <a:lvl1pPr>
              <a:defRPr>
                <a:solidFill>
                  <a:schemeClr val="bg1"/>
                </a:solidFill>
              </a:defRPr>
            </a:lvl1p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643128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6431280" y="2103120"/>
            <a:ext cx="2240280" cy="4023360"/>
          </a:xfrm>
        </p:spPr>
        <p:txBody>
          <a:bodyPr/>
          <a:lstStyle>
            <a:lvl1pPr>
              <a:defRPr>
                <a:solidFill>
                  <a:schemeClr val="bg1"/>
                </a:solidFill>
              </a:defRPr>
            </a:lvl1pPr>
          </a:lstStyle>
          <a:p>
            <a:endParaRPr lang="en-US"/>
          </a:p>
        </p:txBody>
      </p:sp>
      <p:sp>
        <p:nvSpPr>
          <p:cNvPr id="7" name="Text Placeholder 3">
            <a:extLst>
              <a:ext uri="{FF2B5EF4-FFF2-40B4-BE49-F238E27FC236}">
                <a16:creationId xmlns:a16="http://schemas.microsoft.com/office/drawing/2014/main" id="{EBE0941F-EC84-108F-647A-726CB13FD000}"/>
              </a:ext>
            </a:extLst>
          </p:cNvPr>
          <p:cNvSpPr>
            <a:spLocks noGrp="1"/>
          </p:cNvSpPr>
          <p:nvPr>
            <p:ph type="body" sz="quarter" idx="17"/>
          </p:nvPr>
        </p:nvSpPr>
        <p:spPr>
          <a:xfrm>
            <a:off x="9342120" y="1581773"/>
            <a:ext cx="224028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4" name="Picture Placeholder 11">
            <a:extLst>
              <a:ext uri="{FF2B5EF4-FFF2-40B4-BE49-F238E27FC236}">
                <a16:creationId xmlns:a16="http://schemas.microsoft.com/office/drawing/2014/main" id="{273AE085-219F-7944-7266-65BE5ACA42F8}"/>
              </a:ext>
            </a:extLst>
          </p:cNvPr>
          <p:cNvSpPr>
            <a:spLocks noGrp="1"/>
          </p:cNvSpPr>
          <p:nvPr>
            <p:ph type="pic" sz="quarter" idx="13"/>
          </p:nvPr>
        </p:nvSpPr>
        <p:spPr>
          <a:xfrm>
            <a:off x="9342120" y="2103120"/>
            <a:ext cx="2240280" cy="4023360"/>
          </a:xfrm>
        </p:spPr>
        <p:txBody>
          <a:bodyPr/>
          <a:lstStyle>
            <a:lvl1pPr>
              <a:defRPr>
                <a:solidFill>
                  <a:schemeClr val="bg1"/>
                </a:solidFill>
              </a:defRPr>
            </a:lvl1pPr>
          </a:lstStyle>
          <a:p>
            <a:endParaRPr lang="en-US"/>
          </a:p>
        </p:txBody>
      </p:sp>
      <p:sp>
        <p:nvSpPr>
          <p:cNvPr id="11" name="Footer Placeholder 10">
            <a:extLst>
              <a:ext uri="{FF2B5EF4-FFF2-40B4-BE49-F238E27FC236}">
                <a16:creationId xmlns:a16="http://schemas.microsoft.com/office/drawing/2014/main" id="{C8D57720-7135-4F3C-DEEA-C27247DB4D14}"/>
              </a:ext>
            </a:extLst>
          </p:cNvPr>
          <p:cNvSpPr>
            <a:spLocks noGrp="1"/>
          </p:cNvSpPr>
          <p:nvPr>
            <p:ph type="ftr" sz="quarter" idx="19"/>
          </p:nvPr>
        </p:nvSpPr>
        <p:spPr/>
        <p:txBody>
          <a:bodyPr/>
          <a:lstStyle>
            <a:lvl1pPr>
              <a:defRPr>
                <a:solidFill>
                  <a:srgbClr val="BEBEBE"/>
                </a:solidFill>
              </a:defRPr>
            </a:lvl1pPr>
          </a:lstStyle>
          <a:p>
            <a:endParaRPr lang="en-US"/>
          </a:p>
        </p:txBody>
      </p:sp>
      <p:sp>
        <p:nvSpPr>
          <p:cNvPr id="14" name="Copyright">
            <a:extLst>
              <a:ext uri="{FF2B5EF4-FFF2-40B4-BE49-F238E27FC236}">
                <a16:creationId xmlns:a16="http://schemas.microsoft.com/office/drawing/2014/main" id="{5BFC7988-7FAA-398C-930C-E596D1C799AC}"/>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3" name="Slide Number Placeholder 12">
            <a:extLst>
              <a:ext uri="{FF2B5EF4-FFF2-40B4-BE49-F238E27FC236}">
                <a16:creationId xmlns:a16="http://schemas.microsoft.com/office/drawing/2014/main" id="{778E7BE0-DA47-ECEF-0F48-3164312A54CC}"/>
              </a:ext>
            </a:extLst>
          </p:cNvPr>
          <p:cNvSpPr>
            <a:spLocks noGrp="1"/>
          </p:cNvSpPr>
          <p:nvPr>
            <p:ph type="sldNum" sz="quarter" idx="20"/>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D115E1D6-9D19-3D32-1DF3-6D23F19EFA7D}"/>
              </a:ext>
            </a:extLst>
          </p:cNvPr>
          <p:cNvSpPr>
            <a:spLocks noGrp="1"/>
          </p:cNvSpPr>
          <p:nvPr>
            <p:ph type="dt" sz="half" idx="18"/>
          </p:nvPr>
        </p:nvSpPr>
        <p:spPr/>
        <p:txBody>
          <a:bodyPr/>
          <a:lstStyle/>
          <a:p>
            <a:fld id="{C3A5FDA7-3BA9-4E16-ABA0-3A8FCF7624A5}" type="datetime1">
              <a:rPr lang="en-US" smtClean="0"/>
              <a:t>3/5/26</a:t>
            </a:fld>
            <a:endParaRPr lang="en-US"/>
          </a:p>
        </p:txBody>
      </p:sp>
    </p:spTree>
    <p:extLst>
      <p:ext uri="{BB962C8B-B14F-4D97-AF65-F5344CB8AC3E}">
        <p14:creationId xmlns:p14="http://schemas.microsoft.com/office/powerpoint/2010/main" val="364400512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ive Columns - Photo and Title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Text Placeholder 1">
            <a:extLst>
              <a:ext uri="{FF2B5EF4-FFF2-40B4-BE49-F238E27FC236}">
                <a16:creationId xmlns:a16="http://schemas.microsoft.com/office/drawing/2014/main" id="{C2F326F4-6AE1-8C74-A50F-7DF9054A0B23}"/>
              </a:ext>
            </a:extLst>
          </p:cNvPr>
          <p:cNvSpPr>
            <a:spLocks noGrp="1"/>
          </p:cNvSpPr>
          <p:nvPr>
            <p:ph type="body" sz="quarter" idx="14"/>
          </p:nvPr>
        </p:nvSpPr>
        <p:spPr>
          <a:xfrm>
            <a:off x="609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8" name="Picture Placeholder 1">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2103120"/>
            <a:ext cx="1828800" cy="4023360"/>
          </a:xfrm>
        </p:spPr>
        <p:txBody>
          <a:bodyPr/>
          <a:lstStyle>
            <a:lvl1pPr>
              <a:defRPr>
                <a:solidFill>
                  <a:schemeClr val="bg1"/>
                </a:solidFill>
              </a:defRPr>
            </a:lvl1pPr>
          </a:lstStyle>
          <a:p>
            <a:endParaRPr lang="en-US"/>
          </a:p>
        </p:txBody>
      </p:sp>
      <p:sp>
        <p:nvSpPr>
          <p:cNvPr id="5" name="Text Placeholder 2">
            <a:extLst>
              <a:ext uri="{FF2B5EF4-FFF2-40B4-BE49-F238E27FC236}">
                <a16:creationId xmlns:a16="http://schemas.microsoft.com/office/drawing/2014/main" id="{37F3A760-EE34-C8A5-89C3-5467A9BC0CA9}"/>
              </a:ext>
            </a:extLst>
          </p:cNvPr>
          <p:cNvSpPr>
            <a:spLocks noGrp="1"/>
          </p:cNvSpPr>
          <p:nvPr>
            <p:ph type="body" sz="quarter" idx="15"/>
          </p:nvPr>
        </p:nvSpPr>
        <p:spPr>
          <a:xfrm>
            <a:off x="2895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0" name="Picture Placeholder 2">
            <a:extLst>
              <a:ext uri="{FF2B5EF4-FFF2-40B4-BE49-F238E27FC236}">
                <a16:creationId xmlns:a16="http://schemas.microsoft.com/office/drawing/2014/main" id="{A160F384-0CC4-8E1E-C546-28F7B7D6B282}"/>
              </a:ext>
            </a:extLst>
          </p:cNvPr>
          <p:cNvSpPr>
            <a:spLocks noGrp="1"/>
          </p:cNvSpPr>
          <p:nvPr>
            <p:ph type="pic" sz="quarter" idx="11"/>
          </p:nvPr>
        </p:nvSpPr>
        <p:spPr>
          <a:xfrm>
            <a:off x="2895600" y="2103120"/>
            <a:ext cx="1828800" cy="4023360"/>
          </a:xfrm>
        </p:spPr>
        <p:txBody>
          <a:bodyPr/>
          <a:lstStyle>
            <a:lvl1pPr>
              <a:defRPr>
                <a:solidFill>
                  <a:schemeClr val="bg1"/>
                </a:solidFill>
              </a:defRPr>
            </a:lvl1pPr>
          </a:lstStyle>
          <a:p>
            <a:endParaRPr lang="en-US"/>
          </a:p>
        </p:txBody>
      </p:sp>
      <p:sp>
        <p:nvSpPr>
          <p:cNvPr id="6" name="Text Placeholder 3">
            <a:extLst>
              <a:ext uri="{FF2B5EF4-FFF2-40B4-BE49-F238E27FC236}">
                <a16:creationId xmlns:a16="http://schemas.microsoft.com/office/drawing/2014/main" id="{EC84D014-5A6E-8592-C6D8-45C3986A87F8}"/>
              </a:ext>
            </a:extLst>
          </p:cNvPr>
          <p:cNvSpPr>
            <a:spLocks noGrp="1"/>
          </p:cNvSpPr>
          <p:nvPr>
            <p:ph type="body" sz="quarter" idx="16"/>
          </p:nvPr>
        </p:nvSpPr>
        <p:spPr>
          <a:xfrm>
            <a:off x="5181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2" name="Picture Placeholder 3">
            <a:extLst>
              <a:ext uri="{FF2B5EF4-FFF2-40B4-BE49-F238E27FC236}">
                <a16:creationId xmlns:a16="http://schemas.microsoft.com/office/drawing/2014/main" id="{292A0C94-CCCD-1ACE-EE3F-3AAA7DAFC52F}"/>
              </a:ext>
            </a:extLst>
          </p:cNvPr>
          <p:cNvSpPr>
            <a:spLocks noGrp="1"/>
          </p:cNvSpPr>
          <p:nvPr>
            <p:ph type="pic" sz="quarter" idx="12"/>
          </p:nvPr>
        </p:nvSpPr>
        <p:spPr>
          <a:xfrm>
            <a:off x="5181600" y="2103120"/>
            <a:ext cx="1828800" cy="4023360"/>
          </a:xfrm>
        </p:spPr>
        <p:txBody>
          <a:bodyPr/>
          <a:lstStyle>
            <a:lvl1pPr>
              <a:defRPr>
                <a:solidFill>
                  <a:schemeClr val="bg1"/>
                </a:solidFill>
              </a:defRPr>
            </a:lvl1pPr>
          </a:lstStyle>
          <a:p>
            <a:endParaRPr lang="en-US"/>
          </a:p>
        </p:txBody>
      </p:sp>
      <p:sp>
        <p:nvSpPr>
          <p:cNvPr id="7" name="Text Placeholder 4">
            <a:extLst>
              <a:ext uri="{FF2B5EF4-FFF2-40B4-BE49-F238E27FC236}">
                <a16:creationId xmlns:a16="http://schemas.microsoft.com/office/drawing/2014/main" id="{EBE0941F-EC84-108F-647A-726CB13FD000}"/>
              </a:ext>
            </a:extLst>
          </p:cNvPr>
          <p:cNvSpPr>
            <a:spLocks noGrp="1"/>
          </p:cNvSpPr>
          <p:nvPr>
            <p:ph type="body" sz="quarter" idx="17"/>
          </p:nvPr>
        </p:nvSpPr>
        <p:spPr>
          <a:xfrm>
            <a:off x="7467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4" name="Picture Placeholder 4">
            <a:extLst>
              <a:ext uri="{FF2B5EF4-FFF2-40B4-BE49-F238E27FC236}">
                <a16:creationId xmlns:a16="http://schemas.microsoft.com/office/drawing/2014/main" id="{273AE085-219F-7944-7266-65BE5ACA42F8}"/>
              </a:ext>
            </a:extLst>
          </p:cNvPr>
          <p:cNvSpPr>
            <a:spLocks noGrp="1"/>
          </p:cNvSpPr>
          <p:nvPr>
            <p:ph type="pic" sz="quarter" idx="13"/>
          </p:nvPr>
        </p:nvSpPr>
        <p:spPr>
          <a:xfrm>
            <a:off x="7467600" y="2103120"/>
            <a:ext cx="1828800" cy="4023360"/>
          </a:xfrm>
        </p:spPr>
        <p:txBody>
          <a:bodyPr/>
          <a:lstStyle>
            <a:lvl1pPr>
              <a:defRPr>
                <a:solidFill>
                  <a:schemeClr val="bg1"/>
                </a:solidFill>
              </a:defRPr>
            </a:lvl1pPr>
          </a:lstStyle>
          <a:p>
            <a:endParaRPr lang="en-US"/>
          </a:p>
        </p:txBody>
      </p:sp>
      <p:sp>
        <p:nvSpPr>
          <p:cNvPr id="15" name="Text Placeholder 5">
            <a:extLst>
              <a:ext uri="{FF2B5EF4-FFF2-40B4-BE49-F238E27FC236}">
                <a16:creationId xmlns:a16="http://schemas.microsoft.com/office/drawing/2014/main" id="{1B1CE22D-7742-2553-0BC5-65F5E18C4787}"/>
              </a:ext>
            </a:extLst>
          </p:cNvPr>
          <p:cNvSpPr>
            <a:spLocks noGrp="1"/>
          </p:cNvSpPr>
          <p:nvPr>
            <p:ph type="body" sz="quarter" idx="21"/>
          </p:nvPr>
        </p:nvSpPr>
        <p:spPr>
          <a:xfrm>
            <a:off x="9753600" y="1581773"/>
            <a:ext cx="1828800" cy="311175"/>
          </a:xfrm>
        </p:spPr>
        <p:txBody>
          <a:bodyPr wrap="square" anchor="ctr" anchorCtr="0">
            <a:spAutoFit/>
          </a:bodyPr>
          <a:lstStyle>
            <a:lvl1pPr marL="0" indent="0">
              <a:buNone/>
              <a:defRPr sz="1400" b="1">
                <a:solidFill>
                  <a:schemeClr val="bg1"/>
                </a:solidFill>
                <a:latin typeface="+mn-lt"/>
              </a:defRPr>
            </a:lvl1pPr>
          </a:lstStyle>
          <a:p>
            <a:pPr lvl="0"/>
            <a:r>
              <a:rPr lang="en-US"/>
              <a:t>Click to edit Master text styles</a:t>
            </a:r>
          </a:p>
        </p:txBody>
      </p:sp>
      <p:sp>
        <p:nvSpPr>
          <p:cNvPr id="16" name="Picture Placeholder 5">
            <a:extLst>
              <a:ext uri="{FF2B5EF4-FFF2-40B4-BE49-F238E27FC236}">
                <a16:creationId xmlns:a16="http://schemas.microsoft.com/office/drawing/2014/main" id="{04FB2745-7A67-1B1D-6FE0-E5A68CD71D31}"/>
              </a:ext>
            </a:extLst>
          </p:cNvPr>
          <p:cNvSpPr>
            <a:spLocks noGrp="1"/>
          </p:cNvSpPr>
          <p:nvPr>
            <p:ph type="pic" sz="quarter" idx="22"/>
          </p:nvPr>
        </p:nvSpPr>
        <p:spPr>
          <a:xfrm>
            <a:off x="9753600" y="2103120"/>
            <a:ext cx="1828800" cy="4023360"/>
          </a:xfrm>
        </p:spPr>
        <p:txBody>
          <a:bodyPr/>
          <a:lstStyle>
            <a:lvl1pPr>
              <a:defRPr>
                <a:solidFill>
                  <a:schemeClr val="bg1"/>
                </a:solidFill>
              </a:defRPr>
            </a:lvl1pPr>
          </a:lstStyle>
          <a:p>
            <a:endParaRPr lang="en-US"/>
          </a:p>
        </p:txBody>
      </p:sp>
      <p:sp>
        <p:nvSpPr>
          <p:cNvPr id="11" name="Footer Placeholder 10">
            <a:extLst>
              <a:ext uri="{FF2B5EF4-FFF2-40B4-BE49-F238E27FC236}">
                <a16:creationId xmlns:a16="http://schemas.microsoft.com/office/drawing/2014/main" id="{C8D57720-7135-4F3C-DEEA-C27247DB4D14}"/>
              </a:ext>
            </a:extLst>
          </p:cNvPr>
          <p:cNvSpPr>
            <a:spLocks noGrp="1"/>
          </p:cNvSpPr>
          <p:nvPr>
            <p:ph type="ftr" sz="quarter" idx="19"/>
          </p:nvPr>
        </p:nvSpPr>
        <p:spPr/>
        <p:txBody>
          <a:bodyPr/>
          <a:lstStyle>
            <a:lvl1pPr>
              <a:defRPr>
                <a:solidFill>
                  <a:srgbClr val="BEBEBE"/>
                </a:solidFill>
              </a:defRPr>
            </a:lvl1pPr>
          </a:lstStyle>
          <a:p>
            <a:endParaRPr lang="en-US"/>
          </a:p>
        </p:txBody>
      </p:sp>
      <p:sp>
        <p:nvSpPr>
          <p:cNvPr id="14" name="Copyright">
            <a:extLst>
              <a:ext uri="{FF2B5EF4-FFF2-40B4-BE49-F238E27FC236}">
                <a16:creationId xmlns:a16="http://schemas.microsoft.com/office/drawing/2014/main" id="{5BFC7988-7FAA-398C-930C-E596D1C799AC}"/>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3" name="Slide Number Placeholder 12">
            <a:extLst>
              <a:ext uri="{FF2B5EF4-FFF2-40B4-BE49-F238E27FC236}">
                <a16:creationId xmlns:a16="http://schemas.microsoft.com/office/drawing/2014/main" id="{778E7BE0-DA47-ECEF-0F48-3164312A54CC}"/>
              </a:ext>
            </a:extLst>
          </p:cNvPr>
          <p:cNvSpPr>
            <a:spLocks noGrp="1"/>
          </p:cNvSpPr>
          <p:nvPr>
            <p:ph type="sldNum" sz="quarter" idx="20"/>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9" name="Date Placeholder 8">
            <a:extLst>
              <a:ext uri="{FF2B5EF4-FFF2-40B4-BE49-F238E27FC236}">
                <a16:creationId xmlns:a16="http://schemas.microsoft.com/office/drawing/2014/main" id="{D115E1D6-9D19-3D32-1DF3-6D23F19EFA7D}"/>
              </a:ext>
            </a:extLst>
          </p:cNvPr>
          <p:cNvSpPr>
            <a:spLocks noGrp="1"/>
          </p:cNvSpPr>
          <p:nvPr>
            <p:ph type="dt" sz="half" idx="18"/>
          </p:nvPr>
        </p:nvSpPr>
        <p:spPr/>
        <p:txBody>
          <a:bodyPr/>
          <a:lstStyle/>
          <a:p>
            <a:fld id="{C3A5FDA7-3BA9-4E16-ABA0-3A8FCF7624A5}" type="datetime1">
              <a:rPr lang="en-US" smtClean="0"/>
              <a:t>3/5/26</a:t>
            </a:fld>
            <a:endParaRPr lang="en-US"/>
          </a:p>
        </p:txBody>
      </p:sp>
    </p:spTree>
    <p:extLst>
      <p:ext uri="{BB962C8B-B14F-4D97-AF65-F5344CB8AC3E}">
        <p14:creationId xmlns:p14="http://schemas.microsoft.com/office/powerpoint/2010/main" val="20030901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Grid Dark - 1x1">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10972800" cy="4572000"/>
          </a:xfrm>
        </p:spPr>
        <p:txBody>
          <a:bodyPr/>
          <a:lstStyle>
            <a:lvl1pPr>
              <a:defRPr>
                <a:solidFill>
                  <a:schemeClr val="bg1"/>
                </a:solidFill>
              </a:defRPr>
            </a:lvl1pPr>
          </a:lstStyle>
          <a:p>
            <a:endParaRPr lang="en-US"/>
          </a:p>
        </p:txBody>
      </p:sp>
      <p:sp>
        <p:nvSpPr>
          <p:cNvPr id="4" name="Footer Placeholder 3">
            <a:extLst>
              <a:ext uri="{FF2B5EF4-FFF2-40B4-BE49-F238E27FC236}">
                <a16:creationId xmlns:a16="http://schemas.microsoft.com/office/drawing/2014/main" id="{7C48FEA5-D82D-FEBA-BC6B-F712F94ADFC4}"/>
              </a:ext>
            </a:extLst>
          </p:cNvPr>
          <p:cNvSpPr>
            <a:spLocks noGrp="1"/>
          </p:cNvSpPr>
          <p:nvPr>
            <p:ph type="ftr" sz="quarter" idx="12"/>
          </p:nvPr>
        </p:nvSpPr>
        <p:spPr/>
        <p:txBody>
          <a:bodyPr/>
          <a:lstStyle>
            <a:lvl1pPr>
              <a:defRPr>
                <a:solidFill>
                  <a:srgbClr val="BEBEBE"/>
                </a:solidFill>
              </a:defRPr>
            </a:lvl1pPr>
          </a:lstStyle>
          <a:p>
            <a:endParaRPr lang="en-US"/>
          </a:p>
        </p:txBody>
      </p:sp>
      <p:sp>
        <p:nvSpPr>
          <p:cNvPr id="6" name="Copyright">
            <a:extLst>
              <a:ext uri="{FF2B5EF4-FFF2-40B4-BE49-F238E27FC236}">
                <a16:creationId xmlns:a16="http://schemas.microsoft.com/office/drawing/2014/main" id="{B0CFD409-FAB4-8D4C-DF26-12899C370EB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5" name="Slide Number Placeholder 4">
            <a:extLst>
              <a:ext uri="{FF2B5EF4-FFF2-40B4-BE49-F238E27FC236}">
                <a16:creationId xmlns:a16="http://schemas.microsoft.com/office/drawing/2014/main" id="{B0CFE176-D609-C102-9210-1A0665ED4036}"/>
              </a:ext>
            </a:extLst>
          </p:cNvPr>
          <p:cNvSpPr>
            <a:spLocks noGrp="1"/>
          </p:cNvSpPr>
          <p:nvPr>
            <p:ph type="sldNum" sz="quarter" idx="13"/>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84B8EAAE-6B19-EE89-F051-EA38D1ED6443}"/>
              </a:ext>
            </a:extLst>
          </p:cNvPr>
          <p:cNvSpPr>
            <a:spLocks noGrp="1"/>
          </p:cNvSpPr>
          <p:nvPr>
            <p:ph type="dt" sz="half" idx="11"/>
          </p:nvPr>
        </p:nvSpPr>
        <p:spPr/>
        <p:txBody>
          <a:bodyPr/>
          <a:lstStyle/>
          <a:p>
            <a:fld id="{B279301B-1302-4B33-9C57-FD5EA730D9CA}" type="datetime1">
              <a:rPr lang="en-US" smtClean="0"/>
              <a:t>3/5/26</a:t>
            </a:fld>
            <a:endParaRPr lang="en-US"/>
          </a:p>
        </p:txBody>
      </p:sp>
    </p:spTree>
    <p:extLst>
      <p:ext uri="{BB962C8B-B14F-4D97-AF65-F5344CB8AC3E}">
        <p14:creationId xmlns:p14="http://schemas.microsoft.com/office/powerpoint/2010/main" val="701039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id Dark - 2x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5486400" cy="2286000"/>
          </a:xfrm>
        </p:spPr>
        <p:txBody>
          <a:bodyPr/>
          <a:lstStyle>
            <a:lvl1pPr>
              <a:defRPr>
                <a:solidFill>
                  <a:schemeClr val="bg1"/>
                </a:solidFill>
              </a:defRPr>
            </a:lvl1p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6096000" y="1554480"/>
            <a:ext cx="5486400" cy="2286000"/>
          </a:xfrm>
        </p:spPr>
        <p:txBody>
          <a:bodyPr/>
          <a:lstStyle>
            <a:lvl1pPr>
              <a:defRPr>
                <a:solidFill>
                  <a:schemeClr val="bg1"/>
                </a:solidFill>
              </a:defRPr>
            </a:lvl1pPr>
          </a:lstStyle>
          <a:p>
            <a:endParaRPr lang="en-US"/>
          </a:p>
        </p:txBody>
      </p:sp>
      <p:sp>
        <p:nvSpPr>
          <p:cNvPr id="3" name="Picture Placeholder 7">
            <a:extLst>
              <a:ext uri="{FF2B5EF4-FFF2-40B4-BE49-F238E27FC236}">
                <a16:creationId xmlns:a16="http://schemas.microsoft.com/office/drawing/2014/main" id="{92547B6F-C04C-1B8A-023F-2328C702D34B}"/>
              </a:ext>
            </a:extLst>
          </p:cNvPr>
          <p:cNvSpPr>
            <a:spLocks noGrp="1"/>
          </p:cNvSpPr>
          <p:nvPr>
            <p:ph type="pic" sz="quarter" idx="12"/>
          </p:nvPr>
        </p:nvSpPr>
        <p:spPr>
          <a:xfrm>
            <a:off x="609600" y="3840480"/>
            <a:ext cx="5486400" cy="2286000"/>
          </a:xfrm>
        </p:spPr>
        <p:txBody>
          <a:bodyPr/>
          <a:lstStyle>
            <a:lvl1pPr>
              <a:defRPr>
                <a:solidFill>
                  <a:schemeClr val="bg1"/>
                </a:solidFill>
              </a:defRPr>
            </a:lvl1pPr>
          </a:lstStyle>
          <a:p>
            <a:endParaRPr lang="en-US"/>
          </a:p>
        </p:txBody>
      </p:sp>
      <p:sp>
        <p:nvSpPr>
          <p:cNvPr id="4" name="Picture Placeholder 9">
            <a:extLst>
              <a:ext uri="{FF2B5EF4-FFF2-40B4-BE49-F238E27FC236}">
                <a16:creationId xmlns:a16="http://schemas.microsoft.com/office/drawing/2014/main" id="{23A551AC-B66E-B597-2080-FD4462C44E73}"/>
              </a:ext>
            </a:extLst>
          </p:cNvPr>
          <p:cNvSpPr>
            <a:spLocks noGrp="1"/>
          </p:cNvSpPr>
          <p:nvPr>
            <p:ph type="pic" sz="quarter" idx="13"/>
          </p:nvPr>
        </p:nvSpPr>
        <p:spPr>
          <a:xfrm>
            <a:off x="6096000" y="3840480"/>
            <a:ext cx="5486400" cy="2286000"/>
          </a:xfrm>
        </p:spPr>
        <p:txBody>
          <a:bodyPr/>
          <a:lstStyle>
            <a:lvl1pPr>
              <a:defRPr>
                <a:solidFill>
                  <a:schemeClr val="bg1"/>
                </a:solidFill>
              </a:defRPr>
            </a:lvl1pPr>
          </a:lstStyle>
          <a:p>
            <a:endParaRPr lang="en-US"/>
          </a:p>
        </p:txBody>
      </p:sp>
      <p:sp>
        <p:nvSpPr>
          <p:cNvPr id="6" name="Footer Placeholder 5">
            <a:extLst>
              <a:ext uri="{FF2B5EF4-FFF2-40B4-BE49-F238E27FC236}">
                <a16:creationId xmlns:a16="http://schemas.microsoft.com/office/drawing/2014/main" id="{B898B94F-08BB-377E-AE6E-61B7A9C9385C}"/>
              </a:ext>
            </a:extLst>
          </p:cNvPr>
          <p:cNvSpPr>
            <a:spLocks noGrp="1"/>
          </p:cNvSpPr>
          <p:nvPr>
            <p:ph type="ftr" sz="quarter" idx="15"/>
          </p:nvPr>
        </p:nvSpPr>
        <p:spPr/>
        <p:txBody>
          <a:bodyPr/>
          <a:lstStyle>
            <a:lvl1pPr>
              <a:defRPr>
                <a:solidFill>
                  <a:srgbClr val="BEBEBE"/>
                </a:solidFill>
              </a:defRPr>
            </a:lvl1pPr>
          </a:lstStyle>
          <a:p>
            <a:endParaRPr lang="en-US"/>
          </a:p>
        </p:txBody>
      </p:sp>
      <p:sp>
        <p:nvSpPr>
          <p:cNvPr id="9" name="Copyright">
            <a:extLst>
              <a:ext uri="{FF2B5EF4-FFF2-40B4-BE49-F238E27FC236}">
                <a16:creationId xmlns:a16="http://schemas.microsoft.com/office/drawing/2014/main" id="{26C5F03B-42F9-6A59-3CCF-50EFC70FE135}"/>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7" name="Slide Number Placeholder 6">
            <a:extLst>
              <a:ext uri="{FF2B5EF4-FFF2-40B4-BE49-F238E27FC236}">
                <a16:creationId xmlns:a16="http://schemas.microsoft.com/office/drawing/2014/main" id="{FE9E0779-5716-A672-960E-6B3AB7CCC543}"/>
              </a:ext>
            </a:extLst>
          </p:cNvPr>
          <p:cNvSpPr>
            <a:spLocks noGrp="1"/>
          </p:cNvSpPr>
          <p:nvPr>
            <p:ph type="sldNum" sz="quarter" idx="16"/>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5" name="Date Placeholder 4">
            <a:extLst>
              <a:ext uri="{FF2B5EF4-FFF2-40B4-BE49-F238E27FC236}">
                <a16:creationId xmlns:a16="http://schemas.microsoft.com/office/drawing/2014/main" id="{87A4B95E-CC09-DA87-F49C-D0FD58732B11}"/>
              </a:ext>
            </a:extLst>
          </p:cNvPr>
          <p:cNvSpPr>
            <a:spLocks noGrp="1"/>
          </p:cNvSpPr>
          <p:nvPr>
            <p:ph type="dt" sz="half" idx="14"/>
          </p:nvPr>
        </p:nvSpPr>
        <p:spPr/>
        <p:txBody>
          <a:bodyPr/>
          <a:lstStyle/>
          <a:p>
            <a:fld id="{9129D3C5-7FDF-4810-8CE7-16EC6383A5D6}" type="datetime1">
              <a:rPr lang="en-US" smtClean="0"/>
              <a:t>3/5/26</a:t>
            </a:fld>
            <a:endParaRPr lang="en-US"/>
          </a:p>
        </p:txBody>
      </p:sp>
    </p:spTree>
    <p:extLst>
      <p:ext uri="{BB962C8B-B14F-4D97-AF65-F5344CB8AC3E}">
        <p14:creationId xmlns:p14="http://schemas.microsoft.com/office/powerpoint/2010/main" val="12009981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Grid Dark - 3x2">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5097-0CFA-61BE-726A-4804164DFADB}"/>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609600" y="1554480"/>
            <a:ext cx="3657600" cy="2286000"/>
          </a:xfrm>
        </p:spPr>
        <p:txBody>
          <a:bodyPr/>
          <a:lstStyle>
            <a:lvl1pPr>
              <a:defRPr>
                <a:solidFill>
                  <a:schemeClr val="bg1"/>
                </a:solidFill>
              </a:defRPr>
            </a:lvl1pPr>
          </a:lstStyle>
          <a:p>
            <a:endParaRPr lang="en-US"/>
          </a:p>
        </p:txBody>
      </p:sp>
      <p:sp>
        <p:nvSpPr>
          <p:cNvPr id="10" name="Picture Placeholder 9">
            <a:extLst>
              <a:ext uri="{FF2B5EF4-FFF2-40B4-BE49-F238E27FC236}">
                <a16:creationId xmlns:a16="http://schemas.microsoft.com/office/drawing/2014/main" id="{A160F384-0CC4-8E1E-C546-28F7B7D6B282}"/>
              </a:ext>
            </a:extLst>
          </p:cNvPr>
          <p:cNvSpPr>
            <a:spLocks noGrp="1"/>
          </p:cNvSpPr>
          <p:nvPr>
            <p:ph type="pic" sz="quarter" idx="11"/>
          </p:nvPr>
        </p:nvSpPr>
        <p:spPr>
          <a:xfrm>
            <a:off x="4267200" y="1554480"/>
            <a:ext cx="3657600" cy="2286000"/>
          </a:xfrm>
        </p:spPr>
        <p:txBody>
          <a:bodyPr/>
          <a:lstStyle>
            <a:lvl1pPr>
              <a:defRPr>
                <a:solidFill>
                  <a:schemeClr val="bg1"/>
                </a:solidFill>
              </a:defRPr>
            </a:lvl1pPr>
          </a:lstStyle>
          <a:p>
            <a:endParaRPr lang="en-US"/>
          </a:p>
        </p:txBody>
      </p:sp>
      <p:sp>
        <p:nvSpPr>
          <p:cNvPr id="12" name="Picture Placeholder 11">
            <a:extLst>
              <a:ext uri="{FF2B5EF4-FFF2-40B4-BE49-F238E27FC236}">
                <a16:creationId xmlns:a16="http://schemas.microsoft.com/office/drawing/2014/main" id="{292A0C94-CCCD-1ACE-EE3F-3AAA7DAFC52F}"/>
              </a:ext>
            </a:extLst>
          </p:cNvPr>
          <p:cNvSpPr>
            <a:spLocks noGrp="1"/>
          </p:cNvSpPr>
          <p:nvPr>
            <p:ph type="pic" sz="quarter" idx="12"/>
          </p:nvPr>
        </p:nvSpPr>
        <p:spPr>
          <a:xfrm>
            <a:off x="7924800" y="1554480"/>
            <a:ext cx="3657600" cy="2286000"/>
          </a:xfrm>
        </p:spPr>
        <p:txBody>
          <a:bodyPr/>
          <a:lstStyle>
            <a:lvl1pPr>
              <a:defRPr>
                <a:solidFill>
                  <a:schemeClr val="bg1"/>
                </a:solidFill>
              </a:defRPr>
            </a:lvl1pPr>
          </a:lstStyle>
          <a:p>
            <a:endParaRPr lang="en-US"/>
          </a:p>
        </p:txBody>
      </p:sp>
      <p:sp>
        <p:nvSpPr>
          <p:cNvPr id="14" name="Picture Placeholder 13">
            <a:extLst>
              <a:ext uri="{FF2B5EF4-FFF2-40B4-BE49-F238E27FC236}">
                <a16:creationId xmlns:a16="http://schemas.microsoft.com/office/drawing/2014/main" id="{1B2B2E44-F595-7BB6-29AF-8641CEDC7AD0}"/>
              </a:ext>
            </a:extLst>
          </p:cNvPr>
          <p:cNvSpPr>
            <a:spLocks noGrp="1"/>
          </p:cNvSpPr>
          <p:nvPr>
            <p:ph type="pic" sz="quarter" idx="13"/>
          </p:nvPr>
        </p:nvSpPr>
        <p:spPr>
          <a:xfrm>
            <a:off x="609600" y="3840480"/>
            <a:ext cx="3657600" cy="2286000"/>
          </a:xfrm>
        </p:spPr>
        <p:txBody>
          <a:bodyPr/>
          <a:lstStyle>
            <a:lvl1pPr>
              <a:defRPr>
                <a:solidFill>
                  <a:schemeClr val="bg1"/>
                </a:solidFill>
              </a:defRPr>
            </a:lvl1pPr>
          </a:lstStyle>
          <a:p>
            <a:endParaRPr lang="en-US"/>
          </a:p>
        </p:txBody>
      </p:sp>
      <p:sp>
        <p:nvSpPr>
          <p:cNvPr id="16" name="Picture Placeholder 15">
            <a:extLst>
              <a:ext uri="{FF2B5EF4-FFF2-40B4-BE49-F238E27FC236}">
                <a16:creationId xmlns:a16="http://schemas.microsoft.com/office/drawing/2014/main" id="{9F1FEECA-D863-9A52-B628-DC29A5E3A3FF}"/>
              </a:ext>
            </a:extLst>
          </p:cNvPr>
          <p:cNvSpPr>
            <a:spLocks noGrp="1"/>
          </p:cNvSpPr>
          <p:nvPr>
            <p:ph type="pic" sz="quarter" idx="14"/>
          </p:nvPr>
        </p:nvSpPr>
        <p:spPr>
          <a:xfrm>
            <a:off x="4267200" y="3840480"/>
            <a:ext cx="3657600" cy="2286000"/>
          </a:xfrm>
        </p:spPr>
        <p:txBody>
          <a:bodyPr/>
          <a:lstStyle>
            <a:lvl1pPr>
              <a:defRPr>
                <a:solidFill>
                  <a:schemeClr val="bg1"/>
                </a:solidFill>
              </a:defRPr>
            </a:lvl1pPr>
          </a:lstStyle>
          <a:p>
            <a:endParaRPr lang="en-US"/>
          </a:p>
        </p:txBody>
      </p:sp>
      <p:sp>
        <p:nvSpPr>
          <p:cNvPr id="18" name="Picture Placeholder 17">
            <a:extLst>
              <a:ext uri="{FF2B5EF4-FFF2-40B4-BE49-F238E27FC236}">
                <a16:creationId xmlns:a16="http://schemas.microsoft.com/office/drawing/2014/main" id="{5C1A3846-D263-B994-2288-4A3F6F2CC788}"/>
              </a:ext>
            </a:extLst>
          </p:cNvPr>
          <p:cNvSpPr>
            <a:spLocks noGrp="1"/>
          </p:cNvSpPr>
          <p:nvPr>
            <p:ph type="pic" sz="quarter" idx="15"/>
          </p:nvPr>
        </p:nvSpPr>
        <p:spPr>
          <a:xfrm>
            <a:off x="7924800" y="3840480"/>
            <a:ext cx="3657600" cy="2286000"/>
          </a:xfrm>
        </p:spPr>
        <p:txBody>
          <a:bodyPr/>
          <a:lstStyle>
            <a:lvl1pPr>
              <a:defRPr>
                <a:solidFill>
                  <a:schemeClr val="bg1"/>
                </a:solidFill>
              </a:defRPr>
            </a:lvl1pPr>
          </a:lstStyle>
          <a:p>
            <a:endParaRPr lang="en-US"/>
          </a:p>
        </p:txBody>
      </p:sp>
      <p:sp>
        <p:nvSpPr>
          <p:cNvPr id="4" name="Footer Placeholder 3">
            <a:extLst>
              <a:ext uri="{FF2B5EF4-FFF2-40B4-BE49-F238E27FC236}">
                <a16:creationId xmlns:a16="http://schemas.microsoft.com/office/drawing/2014/main" id="{96672CA8-A577-174B-FB2C-9B4EB53A3132}"/>
              </a:ext>
            </a:extLst>
          </p:cNvPr>
          <p:cNvSpPr>
            <a:spLocks noGrp="1"/>
          </p:cNvSpPr>
          <p:nvPr>
            <p:ph type="ftr" sz="quarter" idx="17"/>
          </p:nvPr>
        </p:nvSpPr>
        <p:spPr/>
        <p:txBody>
          <a:bodyPr/>
          <a:lstStyle>
            <a:lvl1pPr>
              <a:defRPr>
                <a:solidFill>
                  <a:srgbClr val="BEBEBE"/>
                </a:solidFill>
              </a:defRPr>
            </a:lvl1pPr>
          </a:lstStyle>
          <a:p>
            <a:endParaRPr lang="en-US"/>
          </a:p>
        </p:txBody>
      </p:sp>
      <p:sp>
        <p:nvSpPr>
          <p:cNvPr id="6" name="Copyright">
            <a:extLst>
              <a:ext uri="{FF2B5EF4-FFF2-40B4-BE49-F238E27FC236}">
                <a16:creationId xmlns:a16="http://schemas.microsoft.com/office/drawing/2014/main" id="{48D13397-FD3B-0770-09A4-C48DDFDB7AB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5" name="Slide Number Placeholder 4">
            <a:extLst>
              <a:ext uri="{FF2B5EF4-FFF2-40B4-BE49-F238E27FC236}">
                <a16:creationId xmlns:a16="http://schemas.microsoft.com/office/drawing/2014/main" id="{F36042B7-6E1D-C52E-AA27-9C2FF0C0DD20}"/>
              </a:ext>
            </a:extLst>
          </p:cNvPr>
          <p:cNvSpPr>
            <a:spLocks noGrp="1"/>
          </p:cNvSpPr>
          <p:nvPr>
            <p:ph type="sldNum" sz="quarter" idx="18"/>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3" name="Date Placeholder 2">
            <a:extLst>
              <a:ext uri="{FF2B5EF4-FFF2-40B4-BE49-F238E27FC236}">
                <a16:creationId xmlns:a16="http://schemas.microsoft.com/office/drawing/2014/main" id="{3F2CB33B-0DFA-0E46-569E-3A30D639B586}"/>
              </a:ext>
            </a:extLst>
          </p:cNvPr>
          <p:cNvSpPr>
            <a:spLocks noGrp="1"/>
          </p:cNvSpPr>
          <p:nvPr>
            <p:ph type="dt" sz="half" idx="16"/>
          </p:nvPr>
        </p:nvSpPr>
        <p:spPr/>
        <p:txBody>
          <a:bodyPr/>
          <a:lstStyle/>
          <a:p>
            <a:fld id="{5B90D5A5-4AEE-444F-B6C9-C3F1538FF45D}" type="datetime1">
              <a:rPr lang="en-US" smtClean="0"/>
              <a:t>3/5/26</a:t>
            </a:fld>
            <a:endParaRPr lang="en-US"/>
          </a:p>
        </p:txBody>
      </p:sp>
    </p:spTree>
    <p:extLst>
      <p:ext uri="{BB962C8B-B14F-4D97-AF65-F5344CB8AC3E}">
        <p14:creationId xmlns:p14="http://schemas.microsoft.com/office/powerpoint/2010/main" val="154407841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id Dark - 8x4">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6" name="Rectangle 5">
            <a:extLst>
              <a:ext uri="{FF2B5EF4-FFF2-40B4-BE49-F238E27FC236}">
                <a16:creationId xmlns:a16="http://schemas.microsoft.com/office/drawing/2014/main" id="{97BAA268-608E-203C-7A51-367C326D1570}"/>
              </a:ext>
            </a:extLst>
          </p:cNvPr>
          <p:cNvSpPr/>
          <p:nvPr userDrawn="1"/>
        </p:nvSpPr>
        <p:spPr>
          <a:xfrm>
            <a:off x="6096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4" name="Rectangle 13">
            <a:extLst>
              <a:ext uri="{FF2B5EF4-FFF2-40B4-BE49-F238E27FC236}">
                <a16:creationId xmlns:a16="http://schemas.microsoft.com/office/drawing/2014/main" id="{F39E7C4E-A950-5E7D-A0C2-FCEFEEFFD63B}"/>
              </a:ext>
            </a:extLst>
          </p:cNvPr>
          <p:cNvSpPr/>
          <p:nvPr userDrawn="1"/>
        </p:nvSpPr>
        <p:spPr>
          <a:xfrm>
            <a:off x="19958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5" name="Rectangle 14">
            <a:extLst>
              <a:ext uri="{FF2B5EF4-FFF2-40B4-BE49-F238E27FC236}">
                <a16:creationId xmlns:a16="http://schemas.microsoft.com/office/drawing/2014/main" id="{1A28CC5C-6C7A-E3B3-012C-E9C0432BE08E}"/>
              </a:ext>
            </a:extLst>
          </p:cNvPr>
          <p:cNvSpPr/>
          <p:nvPr userDrawn="1"/>
        </p:nvSpPr>
        <p:spPr>
          <a:xfrm>
            <a:off x="338216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6" name="Rectangle 15">
            <a:extLst>
              <a:ext uri="{FF2B5EF4-FFF2-40B4-BE49-F238E27FC236}">
                <a16:creationId xmlns:a16="http://schemas.microsoft.com/office/drawing/2014/main" id="{F03573D4-E54C-C99F-F61B-CBC21CA91EED}"/>
              </a:ext>
            </a:extLst>
          </p:cNvPr>
          <p:cNvSpPr/>
          <p:nvPr userDrawn="1"/>
        </p:nvSpPr>
        <p:spPr>
          <a:xfrm>
            <a:off x="476844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7" name="Rectangle 16">
            <a:extLst>
              <a:ext uri="{FF2B5EF4-FFF2-40B4-BE49-F238E27FC236}">
                <a16:creationId xmlns:a16="http://schemas.microsoft.com/office/drawing/2014/main" id="{B916B734-342F-9A1D-45D0-D102A3F8E11C}"/>
              </a:ext>
            </a:extLst>
          </p:cNvPr>
          <p:cNvSpPr/>
          <p:nvPr userDrawn="1"/>
        </p:nvSpPr>
        <p:spPr>
          <a:xfrm>
            <a:off x="615472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8" name="Rectangle 17">
            <a:extLst>
              <a:ext uri="{FF2B5EF4-FFF2-40B4-BE49-F238E27FC236}">
                <a16:creationId xmlns:a16="http://schemas.microsoft.com/office/drawing/2014/main" id="{FEAC3299-D9CC-DB39-2D3B-3F38400729B6}"/>
              </a:ext>
            </a:extLst>
          </p:cNvPr>
          <p:cNvSpPr/>
          <p:nvPr userDrawn="1"/>
        </p:nvSpPr>
        <p:spPr>
          <a:xfrm>
            <a:off x="754100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9" name="Rectangle 18">
            <a:extLst>
              <a:ext uri="{FF2B5EF4-FFF2-40B4-BE49-F238E27FC236}">
                <a16:creationId xmlns:a16="http://schemas.microsoft.com/office/drawing/2014/main" id="{1FB7A0D9-63D4-923F-0B2C-2241DA938B85}"/>
              </a:ext>
            </a:extLst>
          </p:cNvPr>
          <p:cNvSpPr/>
          <p:nvPr userDrawn="1"/>
        </p:nvSpPr>
        <p:spPr>
          <a:xfrm>
            <a:off x="8927280"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0" name="Rectangle 19">
            <a:extLst>
              <a:ext uri="{FF2B5EF4-FFF2-40B4-BE49-F238E27FC236}">
                <a16:creationId xmlns:a16="http://schemas.microsoft.com/office/drawing/2014/main" id="{E5BBB5FA-838E-2F55-A783-CE18CFB555D4}"/>
              </a:ext>
            </a:extLst>
          </p:cNvPr>
          <p:cNvSpPr/>
          <p:nvPr userDrawn="1"/>
        </p:nvSpPr>
        <p:spPr>
          <a:xfrm>
            <a:off x="10313559" y="133432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1" name="Rectangle 20">
            <a:extLst>
              <a:ext uri="{FF2B5EF4-FFF2-40B4-BE49-F238E27FC236}">
                <a16:creationId xmlns:a16="http://schemas.microsoft.com/office/drawing/2014/main" id="{66E21CC9-8607-D4B4-0A69-84E115EA1B4E}"/>
              </a:ext>
            </a:extLst>
          </p:cNvPr>
          <p:cNvSpPr/>
          <p:nvPr userDrawn="1"/>
        </p:nvSpPr>
        <p:spPr>
          <a:xfrm>
            <a:off x="6096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2" name="Rectangle 21">
            <a:extLst>
              <a:ext uri="{FF2B5EF4-FFF2-40B4-BE49-F238E27FC236}">
                <a16:creationId xmlns:a16="http://schemas.microsoft.com/office/drawing/2014/main" id="{BBA79D0A-A70C-E894-177D-EECF5FA284B5}"/>
              </a:ext>
            </a:extLst>
          </p:cNvPr>
          <p:cNvSpPr/>
          <p:nvPr userDrawn="1"/>
        </p:nvSpPr>
        <p:spPr>
          <a:xfrm>
            <a:off x="19958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3" name="Rectangle 22">
            <a:extLst>
              <a:ext uri="{FF2B5EF4-FFF2-40B4-BE49-F238E27FC236}">
                <a16:creationId xmlns:a16="http://schemas.microsoft.com/office/drawing/2014/main" id="{3BA566EE-102B-BAE0-3B43-462B12F42154}"/>
              </a:ext>
            </a:extLst>
          </p:cNvPr>
          <p:cNvSpPr/>
          <p:nvPr userDrawn="1"/>
        </p:nvSpPr>
        <p:spPr>
          <a:xfrm>
            <a:off x="338216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4" name="Rectangle 23">
            <a:extLst>
              <a:ext uri="{FF2B5EF4-FFF2-40B4-BE49-F238E27FC236}">
                <a16:creationId xmlns:a16="http://schemas.microsoft.com/office/drawing/2014/main" id="{02A8B909-1FB7-2ECE-4CE5-D4CB1C6BB0CC}"/>
              </a:ext>
            </a:extLst>
          </p:cNvPr>
          <p:cNvSpPr/>
          <p:nvPr userDrawn="1"/>
        </p:nvSpPr>
        <p:spPr>
          <a:xfrm>
            <a:off x="476844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5" name="Rectangle 24">
            <a:extLst>
              <a:ext uri="{FF2B5EF4-FFF2-40B4-BE49-F238E27FC236}">
                <a16:creationId xmlns:a16="http://schemas.microsoft.com/office/drawing/2014/main" id="{6047EF83-4A21-DA0F-C923-796582EDAEED}"/>
              </a:ext>
            </a:extLst>
          </p:cNvPr>
          <p:cNvSpPr/>
          <p:nvPr userDrawn="1"/>
        </p:nvSpPr>
        <p:spPr>
          <a:xfrm>
            <a:off x="615472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6" name="Rectangle 25">
            <a:extLst>
              <a:ext uri="{FF2B5EF4-FFF2-40B4-BE49-F238E27FC236}">
                <a16:creationId xmlns:a16="http://schemas.microsoft.com/office/drawing/2014/main" id="{73B53162-80D6-1DB6-445D-F0BBEB4165AB}"/>
              </a:ext>
            </a:extLst>
          </p:cNvPr>
          <p:cNvSpPr/>
          <p:nvPr userDrawn="1"/>
        </p:nvSpPr>
        <p:spPr>
          <a:xfrm>
            <a:off x="754100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7" name="Rectangle 26">
            <a:extLst>
              <a:ext uri="{FF2B5EF4-FFF2-40B4-BE49-F238E27FC236}">
                <a16:creationId xmlns:a16="http://schemas.microsoft.com/office/drawing/2014/main" id="{8A43A33A-2128-3B66-F13D-BC2C34FC5C9C}"/>
              </a:ext>
            </a:extLst>
          </p:cNvPr>
          <p:cNvSpPr/>
          <p:nvPr userDrawn="1"/>
        </p:nvSpPr>
        <p:spPr>
          <a:xfrm>
            <a:off x="8927280"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8" name="Rectangle 27">
            <a:extLst>
              <a:ext uri="{FF2B5EF4-FFF2-40B4-BE49-F238E27FC236}">
                <a16:creationId xmlns:a16="http://schemas.microsoft.com/office/drawing/2014/main" id="{49562438-B088-47C6-D95D-D104D74DC604}"/>
              </a:ext>
            </a:extLst>
          </p:cNvPr>
          <p:cNvSpPr/>
          <p:nvPr userDrawn="1"/>
        </p:nvSpPr>
        <p:spPr>
          <a:xfrm>
            <a:off x="10313559" y="2608441"/>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29" name="Rectangle 28">
            <a:extLst>
              <a:ext uri="{FF2B5EF4-FFF2-40B4-BE49-F238E27FC236}">
                <a16:creationId xmlns:a16="http://schemas.microsoft.com/office/drawing/2014/main" id="{A8C61161-4E67-459F-36FF-24C259411D06}"/>
              </a:ext>
            </a:extLst>
          </p:cNvPr>
          <p:cNvSpPr/>
          <p:nvPr userDrawn="1"/>
        </p:nvSpPr>
        <p:spPr>
          <a:xfrm>
            <a:off x="6096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0" name="Rectangle 29">
            <a:extLst>
              <a:ext uri="{FF2B5EF4-FFF2-40B4-BE49-F238E27FC236}">
                <a16:creationId xmlns:a16="http://schemas.microsoft.com/office/drawing/2014/main" id="{C875AF7F-E549-C9DD-4BD9-037177E7F735}"/>
              </a:ext>
            </a:extLst>
          </p:cNvPr>
          <p:cNvSpPr/>
          <p:nvPr userDrawn="1"/>
        </p:nvSpPr>
        <p:spPr>
          <a:xfrm>
            <a:off x="19958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1" name="Rectangle 30">
            <a:extLst>
              <a:ext uri="{FF2B5EF4-FFF2-40B4-BE49-F238E27FC236}">
                <a16:creationId xmlns:a16="http://schemas.microsoft.com/office/drawing/2014/main" id="{A2738BA7-9D68-1ED9-04A0-99A171217587}"/>
              </a:ext>
            </a:extLst>
          </p:cNvPr>
          <p:cNvSpPr/>
          <p:nvPr userDrawn="1"/>
        </p:nvSpPr>
        <p:spPr>
          <a:xfrm>
            <a:off x="338216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Rectangle 31">
            <a:extLst>
              <a:ext uri="{FF2B5EF4-FFF2-40B4-BE49-F238E27FC236}">
                <a16:creationId xmlns:a16="http://schemas.microsoft.com/office/drawing/2014/main" id="{9651B5DB-1CA5-4B88-AC22-BE9FD9798353}"/>
              </a:ext>
            </a:extLst>
          </p:cNvPr>
          <p:cNvSpPr/>
          <p:nvPr userDrawn="1"/>
        </p:nvSpPr>
        <p:spPr>
          <a:xfrm>
            <a:off x="476844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3" name="Rectangle 32">
            <a:extLst>
              <a:ext uri="{FF2B5EF4-FFF2-40B4-BE49-F238E27FC236}">
                <a16:creationId xmlns:a16="http://schemas.microsoft.com/office/drawing/2014/main" id="{B37C6676-9FF0-FCE1-4305-AC9BA6E9220A}"/>
              </a:ext>
            </a:extLst>
          </p:cNvPr>
          <p:cNvSpPr/>
          <p:nvPr userDrawn="1"/>
        </p:nvSpPr>
        <p:spPr>
          <a:xfrm>
            <a:off x="615472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4" name="Rectangle 33">
            <a:extLst>
              <a:ext uri="{FF2B5EF4-FFF2-40B4-BE49-F238E27FC236}">
                <a16:creationId xmlns:a16="http://schemas.microsoft.com/office/drawing/2014/main" id="{FBB257B7-9C16-9561-3AC1-D8314943FC74}"/>
              </a:ext>
            </a:extLst>
          </p:cNvPr>
          <p:cNvSpPr/>
          <p:nvPr userDrawn="1"/>
        </p:nvSpPr>
        <p:spPr>
          <a:xfrm>
            <a:off x="754100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5" name="Rectangle 34">
            <a:extLst>
              <a:ext uri="{FF2B5EF4-FFF2-40B4-BE49-F238E27FC236}">
                <a16:creationId xmlns:a16="http://schemas.microsoft.com/office/drawing/2014/main" id="{9EECCC7F-B9E9-3B8B-6F0D-FAA1040749DF}"/>
              </a:ext>
            </a:extLst>
          </p:cNvPr>
          <p:cNvSpPr/>
          <p:nvPr userDrawn="1"/>
        </p:nvSpPr>
        <p:spPr>
          <a:xfrm>
            <a:off x="8927280"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6" name="Rectangle 35">
            <a:extLst>
              <a:ext uri="{FF2B5EF4-FFF2-40B4-BE49-F238E27FC236}">
                <a16:creationId xmlns:a16="http://schemas.microsoft.com/office/drawing/2014/main" id="{0A1038EB-0E1A-05F1-2DFF-EA052237F7F6}"/>
              </a:ext>
            </a:extLst>
          </p:cNvPr>
          <p:cNvSpPr/>
          <p:nvPr userDrawn="1"/>
        </p:nvSpPr>
        <p:spPr>
          <a:xfrm>
            <a:off x="10313559" y="3882557"/>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7" name="Rectangle 36">
            <a:extLst>
              <a:ext uri="{FF2B5EF4-FFF2-40B4-BE49-F238E27FC236}">
                <a16:creationId xmlns:a16="http://schemas.microsoft.com/office/drawing/2014/main" id="{7AC02E06-B728-D76A-FEAA-446234F0F31F}"/>
              </a:ext>
            </a:extLst>
          </p:cNvPr>
          <p:cNvSpPr/>
          <p:nvPr userDrawn="1"/>
        </p:nvSpPr>
        <p:spPr>
          <a:xfrm>
            <a:off x="6096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8" name="Rectangle 37">
            <a:extLst>
              <a:ext uri="{FF2B5EF4-FFF2-40B4-BE49-F238E27FC236}">
                <a16:creationId xmlns:a16="http://schemas.microsoft.com/office/drawing/2014/main" id="{78706809-ECBD-19DD-3B50-1DBAD7BADF1F}"/>
              </a:ext>
            </a:extLst>
          </p:cNvPr>
          <p:cNvSpPr/>
          <p:nvPr userDrawn="1"/>
        </p:nvSpPr>
        <p:spPr>
          <a:xfrm>
            <a:off x="19958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9" name="Rectangle 38">
            <a:extLst>
              <a:ext uri="{FF2B5EF4-FFF2-40B4-BE49-F238E27FC236}">
                <a16:creationId xmlns:a16="http://schemas.microsoft.com/office/drawing/2014/main" id="{946C519C-7E49-E916-FA16-159BABE49412}"/>
              </a:ext>
            </a:extLst>
          </p:cNvPr>
          <p:cNvSpPr/>
          <p:nvPr userDrawn="1"/>
        </p:nvSpPr>
        <p:spPr>
          <a:xfrm>
            <a:off x="338216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0" name="Rectangle 39">
            <a:extLst>
              <a:ext uri="{FF2B5EF4-FFF2-40B4-BE49-F238E27FC236}">
                <a16:creationId xmlns:a16="http://schemas.microsoft.com/office/drawing/2014/main" id="{A1B91923-6A62-AD7F-31E0-673400D0EB1E}"/>
              </a:ext>
            </a:extLst>
          </p:cNvPr>
          <p:cNvSpPr/>
          <p:nvPr userDrawn="1"/>
        </p:nvSpPr>
        <p:spPr>
          <a:xfrm>
            <a:off x="476844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1" name="Rectangle 40">
            <a:extLst>
              <a:ext uri="{FF2B5EF4-FFF2-40B4-BE49-F238E27FC236}">
                <a16:creationId xmlns:a16="http://schemas.microsoft.com/office/drawing/2014/main" id="{5127D94D-DCFC-5DFD-EA77-925FCC34A4D7}"/>
              </a:ext>
            </a:extLst>
          </p:cNvPr>
          <p:cNvSpPr/>
          <p:nvPr userDrawn="1"/>
        </p:nvSpPr>
        <p:spPr>
          <a:xfrm>
            <a:off x="615472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2" name="Rectangle 41">
            <a:extLst>
              <a:ext uri="{FF2B5EF4-FFF2-40B4-BE49-F238E27FC236}">
                <a16:creationId xmlns:a16="http://schemas.microsoft.com/office/drawing/2014/main" id="{7ACF9808-730A-9487-1316-4BBE4EB4937B}"/>
              </a:ext>
            </a:extLst>
          </p:cNvPr>
          <p:cNvSpPr/>
          <p:nvPr userDrawn="1"/>
        </p:nvSpPr>
        <p:spPr>
          <a:xfrm>
            <a:off x="754100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3" name="Rectangle 42">
            <a:extLst>
              <a:ext uri="{FF2B5EF4-FFF2-40B4-BE49-F238E27FC236}">
                <a16:creationId xmlns:a16="http://schemas.microsoft.com/office/drawing/2014/main" id="{5CE5A07D-9FF2-8979-5D57-8C122DB99FB7}"/>
              </a:ext>
            </a:extLst>
          </p:cNvPr>
          <p:cNvSpPr/>
          <p:nvPr userDrawn="1"/>
        </p:nvSpPr>
        <p:spPr>
          <a:xfrm>
            <a:off x="8927280"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44" name="Rectangle 43">
            <a:extLst>
              <a:ext uri="{FF2B5EF4-FFF2-40B4-BE49-F238E27FC236}">
                <a16:creationId xmlns:a16="http://schemas.microsoft.com/office/drawing/2014/main" id="{15263E6F-C1EE-9BCC-34DD-8FE8B2AE793A}"/>
              </a:ext>
            </a:extLst>
          </p:cNvPr>
          <p:cNvSpPr/>
          <p:nvPr userDrawn="1"/>
        </p:nvSpPr>
        <p:spPr>
          <a:xfrm>
            <a:off x="10313559" y="5156674"/>
            <a:ext cx="1268841" cy="116792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11" name="row 1 Picture Placeholder 1">
            <a:extLst>
              <a:ext uri="{FF2B5EF4-FFF2-40B4-BE49-F238E27FC236}">
                <a16:creationId xmlns:a16="http://schemas.microsoft.com/office/drawing/2014/main" id="{F7FA6101-2BCD-3F7A-5BFE-9C338D8F8C01}"/>
              </a:ext>
            </a:extLst>
          </p:cNvPr>
          <p:cNvSpPr>
            <a:spLocks noGrp="1"/>
          </p:cNvSpPr>
          <p:nvPr>
            <p:ph type="pic" sz="quarter" idx="15"/>
          </p:nvPr>
        </p:nvSpPr>
        <p:spPr>
          <a:xfrm>
            <a:off x="652604" y="1374235"/>
            <a:ext cx="1182832" cy="1088105"/>
          </a:xfrm>
        </p:spPr>
        <p:txBody>
          <a:bodyPr/>
          <a:lstStyle/>
          <a:p>
            <a:endParaRPr lang="en-US"/>
          </a:p>
        </p:txBody>
      </p:sp>
      <p:sp>
        <p:nvSpPr>
          <p:cNvPr id="46" name="row 1 Picture Placeholder 2">
            <a:extLst>
              <a:ext uri="{FF2B5EF4-FFF2-40B4-BE49-F238E27FC236}">
                <a16:creationId xmlns:a16="http://schemas.microsoft.com/office/drawing/2014/main" id="{D4489A75-D166-8CF2-E0D8-0EDFD46D7A4D}"/>
              </a:ext>
            </a:extLst>
          </p:cNvPr>
          <p:cNvSpPr>
            <a:spLocks noGrp="1"/>
          </p:cNvSpPr>
          <p:nvPr>
            <p:ph type="pic" sz="quarter" idx="16"/>
          </p:nvPr>
        </p:nvSpPr>
        <p:spPr>
          <a:xfrm>
            <a:off x="2034595" y="1374235"/>
            <a:ext cx="1182832" cy="1088105"/>
          </a:xfrm>
        </p:spPr>
        <p:txBody>
          <a:bodyPr/>
          <a:lstStyle/>
          <a:p>
            <a:endParaRPr lang="en-US"/>
          </a:p>
        </p:txBody>
      </p:sp>
      <p:sp>
        <p:nvSpPr>
          <p:cNvPr id="47" name="row 1 Picture Placeholder 3">
            <a:extLst>
              <a:ext uri="{FF2B5EF4-FFF2-40B4-BE49-F238E27FC236}">
                <a16:creationId xmlns:a16="http://schemas.microsoft.com/office/drawing/2014/main" id="{2F08C9C9-CDFB-BCD2-FB33-888CA3CCB053}"/>
              </a:ext>
            </a:extLst>
          </p:cNvPr>
          <p:cNvSpPr>
            <a:spLocks noGrp="1"/>
          </p:cNvSpPr>
          <p:nvPr>
            <p:ph type="pic" sz="quarter" idx="17"/>
          </p:nvPr>
        </p:nvSpPr>
        <p:spPr>
          <a:xfrm>
            <a:off x="3421781" y="1374235"/>
            <a:ext cx="1182832" cy="1088105"/>
          </a:xfrm>
        </p:spPr>
        <p:txBody>
          <a:bodyPr/>
          <a:lstStyle/>
          <a:p>
            <a:endParaRPr lang="en-US"/>
          </a:p>
        </p:txBody>
      </p:sp>
      <p:sp>
        <p:nvSpPr>
          <p:cNvPr id="48" name="row 1 Picture Placeholder 4">
            <a:extLst>
              <a:ext uri="{FF2B5EF4-FFF2-40B4-BE49-F238E27FC236}">
                <a16:creationId xmlns:a16="http://schemas.microsoft.com/office/drawing/2014/main" id="{899B4827-9E43-021A-8937-A58289458431}"/>
              </a:ext>
            </a:extLst>
          </p:cNvPr>
          <p:cNvSpPr>
            <a:spLocks noGrp="1"/>
          </p:cNvSpPr>
          <p:nvPr>
            <p:ph type="pic" sz="quarter" idx="18"/>
          </p:nvPr>
        </p:nvSpPr>
        <p:spPr>
          <a:xfrm>
            <a:off x="4814163" y="1374235"/>
            <a:ext cx="1182832" cy="1088105"/>
          </a:xfrm>
        </p:spPr>
        <p:txBody>
          <a:bodyPr/>
          <a:lstStyle/>
          <a:p>
            <a:endParaRPr lang="en-US"/>
          </a:p>
        </p:txBody>
      </p:sp>
      <p:sp>
        <p:nvSpPr>
          <p:cNvPr id="49" name="row 1 Picture Placeholder 5">
            <a:extLst>
              <a:ext uri="{FF2B5EF4-FFF2-40B4-BE49-F238E27FC236}">
                <a16:creationId xmlns:a16="http://schemas.microsoft.com/office/drawing/2014/main" id="{B06F7986-6ED4-86E5-5E13-935D3BEE8F34}"/>
              </a:ext>
            </a:extLst>
          </p:cNvPr>
          <p:cNvSpPr>
            <a:spLocks noGrp="1"/>
          </p:cNvSpPr>
          <p:nvPr>
            <p:ph type="pic" sz="quarter" idx="19"/>
          </p:nvPr>
        </p:nvSpPr>
        <p:spPr>
          <a:xfrm>
            <a:off x="6196154" y="1374235"/>
            <a:ext cx="1182832" cy="1088105"/>
          </a:xfrm>
        </p:spPr>
        <p:txBody>
          <a:bodyPr/>
          <a:lstStyle/>
          <a:p>
            <a:endParaRPr lang="en-US"/>
          </a:p>
        </p:txBody>
      </p:sp>
      <p:sp>
        <p:nvSpPr>
          <p:cNvPr id="50" name="row 1 Picture Placeholder 6">
            <a:extLst>
              <a:ext uri="{FF2B5EF4-FFF2-40B4-BE49-F238E27FC236}">
                <a16:creationId xmlns:a16="http://schemas.microsoft.com/office/drawing/2014/main" id="{7C94F9B6-35CC-47D7-4715-2D9BDFED9D98}"/>
              </a:ext>
            </a:extLst>
          </p:cNvPr>
          <p:cNvSpPr>
            <a:spLocks noGrp="1"/>
          </p:cNvSpPr>
          <p:nvPr>
            <p:ph type="pic" sz="quarter" idx="20"/>
          </p:nvPr>
        </p:nvSpPr>
        <p:spPr>
          <a:xfrm>
            <a:off x="7583340" y="1374235"/>
            <a:ext cx="1182832" cy="1088105"/>
          </a:xfrm>
        </p:spPr>
        <p:txBody>
          <a:bodyPr/>
          <a:lstStyle/>
          <a:p>
            <a:endParaRPr lang="en-US"/>
          </a:p>
        </p:txBody>
      </p:sp>
      <p:sp>
        <p:nvSpPr>
          <p:cNvPr id="54" name="row 1 Picture Placeholder 7">
            <a:extLst>
              <a:ext uri="{FF2B5EF4-FFF2-40B4-BE49-F238E27FC236}">
                <a16:creationId xmlns:a16="http://schemas.microsoft.com/office/drawing/2014/main" id="{D2A4DA41-8FCC-44A0-0C9D-A7CDFAC9620D}"/>
              </a:ext>
            </a:extLst>
          </p:cNvPr>
          <p:cNvSpPr>
            <a:spLocks noGrp="1"/>
          </p:cNvSpPr>
          <p:nvPr>
            <p:ph type="pic" sz="quarter" idx="24"/>
          </p:nvPr>
        </p:nvSpPr>
        <p:spPr>
          <a:xfrm>
            <a:off x="8970527" y="1374235"/>
            <a:ext cx="1182832" cy="1088105"/>
          </a:xfrm>
        </p:spPr>
        <p:txBody>
          <a:bodyPr/>
          <a:lstStyle/>
          <a:p>
            <a:endParaRPr lang="en-US"/>
          </a:p>
        </p:txBody>
      </p:sp>
      <p:sp>
        <p:nvSpPr>
          <p:cNvPr id="55" name="row 1 Picture Placeholder 8">
            <a:extLst>
              <a:ext uri="{FF2B5EF4-FFF2-40B4-BE49-F238E27FC236}">
                <a16:creationId xmlns:a16="http://schemas.microsoft.com/office/drawing/2014/main" id="{4137539C-29C3-8821-FFE4-1C210898C681}"/>
              </a:ext>
            </a:extLst>
          </p:cNvPr>
          <p:cNvSpPr>
            <a:spLocks noGrp="1"/>
          </p:cNvSpPr>
          <p:nvPr>
            <p:ph type="pic" sz="quarter" idx="25"/>
          </p:nvPr>
        </p:nvSpPr>
        <p:spPr>
          <a:xfrm>
            <a:off x="10357713" y="1374235"/>
            <a:ext cx="1182832" cy="1088105"/>
          </a:xfrm>
        </p:spPr>
        <p:txBody>
          <a:bodyPr/>
          <a:lstStyle/>
          <a:p>
            <a:endParaRPr lang="en-US"/>
          </a:p>
        </p:txBody>
      </p:sp>
      <p:sp>
        <p:nvSpPr>
          <p:cNvPr id="2" name="row 2 Picture Placeholder 1">
            <a:extLst>
              <a:ext uri="{FF2B5EF4-FFF2-40B4-BE49-F238E27FC236}">
                <a16:creationId xmlns:a16="http://schemas.microsoft.com/office/drawing/2014/main" id="{3C1DEC0A-CFBB-A174-7825-D3E127900D3B}"/>
              </a:ext>
            </a:extLst>
          </p:cNvPr>
          <p:cNvSpPr>
            <a:spLocks noGrp="1"/>
          </p:cNvSpPr>
          <p:nvPr>
            <p:ph type="pic" sz="quarter" idx="26"/>
          </p:nvPr>
        </p:nvSpPr>
        <p:spPr>
          <a:xfrm>
            <a:off x="652604" y="2645822"/>
            <a:ext cx="1182832" cy="1088105"/>
          </a:xfrm>
        </p:spPr>
        <p:txBody>
          <a:bodyPr/>
          <a:lstStyle/>
          <a:p>
            <a:endParaRPr lang="en-US"/>
          </a:p>
        </p:txBody>
      </p:sp>
      <p:sp>
        <p:nvSpPr>
          <p:cNvPr id="3" name="row 2 Picture Placeholder 2">
            <a:extLst>
              <a:ext uri="{FF2B5EF4-FFF2-40B4-BE49-F238E27FC236}">
                <a16:creationId xmlns:a16="http://schemas.microsoft.com/office/drawing/2014/main" id="{E7BAB826-4B9F-721B-9415-8435857190BC}"/>
              </a:ext>
            </a:extLst>
          </p:cNvPr>
          <p:cNvSpPr>
            <a:spLocks noGrp="1"/>
          </p:cNvSpPr>
          <p:nvPr>
            <p:ph type="pic" sz="quarter" idx="27"/>
          </p:nvPr>
        </p:nvSpPr>
        <p:spPr>
          <a:xfrm>
            <a:off x="2034595" y="2645822"/>
            <a:ext cx="1182832" cy="1088105"/>
          </a:xfrm>
        </p:spPr>
        <p:txBody>
          <a:bodyPr/>
          <a:lstStyle/>
          <a:p>
            <a:endParaRPr lang="en-US"/>
          </a:p>
        </p:txBody>
      </p:sp>
      <p:sp>
        <p:nvSpPr>
          <p:cNvPr id="5" name="row 2 Picture Placeholder 3">
            <a:extLst>
              <a:ext uri="{FF2B5EF4-FFF2-40B4-BE49-F238E27FC236}">
                <a16:creationId xmlns:a16="http://schemas.microsoft.com/office/drawing/2014/main" id="{FF2B11DB-3A14-D3C9-2C6D-B1CA3D622F92}"/>
              </a:ext>
            </a:extLst>
          </p:cNvPr>
          <p:cNvSpPr>
            <a:spLocks noGrp="1"/>
          </p:cNvSpPr>
          <p:nvPr>
            <p:ph type="pic" sz="quarter" idx="28"/>
          </p:nvPr>
        </p:nvSpPr>
        <p:spPr>
          <a:xfrm>
            <a:off x="3421781" y="2645822"/>
            <a:ext cx="1182832" cy="1088105"/>
          </a:xfrm>
        </p:spPr>
        <p:txBody>
          <a:bodyPr/>
          <a:lstStyle/>
          <a:p>
            <a:endParaRPr lang="en-US"/>
          </a:p>
        </p:txBody>
      </p:sp>
      <p:sp>
        <p:nvSpPr>
          <p:cNvPr id="12" name="row 2 Picture Placeholder 4">
            <a:extLst>
              <a:ext uri="{FF2B5EF4-FFF2-40B4-BE49-F238E27FC236}">
                <a16:creationId xmlns:a16="http://schemas.microsoft.com/office/drawing/2014/main" id="{46336BAC-196F-BEEE-4E28-6A330A25A67B}"/>
              </a:ext>
            </a:extLst>
          </p:cNvPr>
          <p:cNvSpPr>
            <a:spLocks noGrp="1"/>
          </p:cNvSpPr>
          <p:nvPr>
            <p:ph type="pic" sz="quarter" idx="29"/>
          </p:nvPr>
        </p:nvSpPr>
        <p:spPr>
          <a:xfrm>
            <a:off x="4814163" y="2645822"/>
            <a:ext cx="1182832" cy="1088105"/>
          </a:xfrm>
        </p:spPr>
        <p:txBody>
          <a:bodyPr/>
          <a:lstStyle/>
          <a:p>
            <a:endParaRPr lang="en-US"/>
          </a:p>
        </p:txBody>
      </p:sp>
      <p:sp>
        <p:nvSpPr>
          <p:cNvPr id="13" name="row 2 Picture Placeholder 5">
            <a:extLst>
              <a:ext uri="{FF2B5EF4-FFF2-40B4-BE49-F238E27FC236}">
                <a16:creationId xmlns:a16="http://schemas.microsoft.com/office/drawing/2014/main" id="{C2FFB65A-9236-4CE6-2307-E94FE71BB879}"/>
              </a:ext>
            </a:extLst>
          </p:cNvPr>
          <p:cNvSpPr>
            <a:spLocks noGrp="1"/>
          </p:cNvSpPr>
          <p:nvPr>
            <p:ph type="pic" sz="quarter" idx="30"/>
          </p:nvPr>
        </p:nvSpPr>
        <p:spPr>
          <a:xfrm>
            <a:off x="6196154" y="2645822"/>
            <a:ext cx="1182832" cy="1088105"/>
          </a:xfrm>
        </p:spPr>
        <p:txBody>
          <a:bodyPr/>
          <a:lstStyle/>
          <a:p>
            <a:endParaRPr lang="en-US"/>
          </a:p>
        </p:txBody>
      </p:sp>
      <p:sp>
        <p:nvSpPr>
          <p:cNvPr id="45" name="row 2 Picture Placeholder 6">
            <a:extLst>
              <a:ext uri="{FF2B5EF4-FFF2-40B4-BE49-F238E27FC236}">
                <a16:creationId xmlns:a16="http://schemas.microsoft.com/office/drawing/2014/main" id="{4B9A60F2-7615-8938-B4B4-67C1CBF42CF4}"/>
              </a:ext>
            </a:extLst>
          </p:cNvPr>
          <p:cNvSpPr>
            <a:spLocks noGrp="1"/>
          </p:cNvSpPr>
          <p:nvPr>
            <p:ph type="pic" sz="quarter" idx="31"/>
          </p:nvPr>
        </p:nvSpPr>
        <p:spPr>
          <a:xfrm>
            <a:off x="7583340" y="2645822"/>
            <a:ext cx="1182832" cy="1088105"/>
          </a:xfrm>
        </p:spPr>
        <p:txBody>
          <a:bodyPr/>
          <a:lstStyle/>
          <a:p>
            <a:endParaRPr lang="en-US"/>
          </a:p>
        </p:txBody>
      </p:sp>
      <p:sp>
        <p:nvSpPr>
          <p:cNvPr id="77" name="row 2 Picture Placeholder 7">
            <a:extLst>
              <a:ext uri="{FF2B5EF4-FFF2-40B4-BE49-F238E27FC236}">
                <a16:creationId xmlns:a16="http://schemas.microsoft.com/office/drawing/2014/main" id="{3E419932-76A6-541D-128A-A84A5BEEC300}"/>
              </a:ext>
            </a:extLst>
          </p:cNvPr>
          <p:cNvSpPr>
            <a:spLocks noGrp="1"/>
          </p:cNvSpPr>
          <p:nvPr>
            <p:ph type="pic" sz="quarter" idx="32"/>
          </p:nvPr>
        </p:nvSpPr>
        <p:spPr>
          <a:xfrm>
            <a:off x="8970527" y="2645822"/>
            <a:ext cx="1182832" cy="1088105"/>
          </a:xfrm>
        </p:spPr>
        <p:txBody>
          <a:bodyPr/>
          <a:lstStyle/>
          <a:p>
            <a:endParaRPr lang="en-US"/>
          </a:p>
        </p:txBody>
      </p:sp>
      <p:sp>
        <p:nvSpPr>
          <p:cNvPr id="78" name="row 2 Picture Placeholder 8">
            <a:extLst>
              <a:ext uri="{FF2B5EF4-FFF2-40B4-BE49-F238E27FC236}">
                <a16:creationId xmlns:a16="http://schemas.microsoft.com/office/drawing/2014/main" id="{758DFE5A-82A8-803E-2660-E9B48CD58C8A}"/>
              </a:ext>
            </a:extLst>
          </p:cNvPr>
          <p:cNvSpPr>
            <a:spLocks noGrp="1"/>
          </p:cNvSpPr>
          <p:nvPr>
            <p:ph type="pic" sz="quarter" idx="33"/>
          </p:nvPr>
        </p:nvSpPr>
        <p:spPr>
          <a:xfrm>
            <a:off x="10357713" y="2645822"/>
            <a:ext cx="1182832" cy="1088105"/>
          </a:xfrm>
        </p:spPr>
        <p:txBody>
          <a:bodyPr/>
          <a:lstStyle/>
          <a:p>
            <a:endParaRPr lang="en-US"/>
          </a:p>
        </p:txBody>
      </p:sp>
      <p:sp>
        <p:nvSpPr>
          <p:cNvPr id="79" name="row 3 Picture Placeholder 1">
            <a:extLst>
              <a:ext uri="{FF2B5EF4-FFF2-40B4-BE49-F238E27FC236}">
                <a16:creationId xmlns:a16="http://schemas.microsoft.com/office/drawing/2014/main" id="{9E32F521-6FD0-503D-9FF1-BBD7A8CA51E5}"/>
              </a:ext>
            </a:extLst>
          </p:cNvPr>
          <p:cNvSpPr>
            <a:spLocks noGrp="1"/>
          </p:cNvSpPr>
          <p:nvPr>
            <p:ph type="pic" sz="quarter" idx="34"/>
          </p:nvPr>
        </p:nvSpPr>
        <p:spPr>
          <a:xfrm>
            <a:off x="652604" y="3924554"/>
            <a:ext cx="1182832" cy="1088105"/>
          </a:xfrm>
        </p:spPr>
        <p:txBody>
          <a:bodyPr/>
          <a:lstStyle/>
          <a:p>
            <a:endParaRPr lang="en-US"/>
          </a:p>
        </p:txBody>
      </p:sp>
      <p:sp>
        <p:nvSpPr>
          <p:cNvPr id="80" name="row 3 Picture Placeholder 2">
            <a:extLst>
              <a:ext uri="{FF2B5EF4-FFF2-40B4-BE49-F238E27FC236}">
                <a16:creationId xmlns:a16="http://schemas.microsoft.com/office/drawing/2014/main" id="{D836B38E-8809-B0C0-92F7-BD89C610B161}"/>
              </a:ext>
            </a:extLst>
          </p:cNvPr>
          <p:cNvSpPr>
            <a:spLocks noGrp="1"/>
          </p:cNvSpPr>
          <p:nvPr>
            <p:ph type="pic" sz="quarter" idx="35"/>
          </p:nvPr>
        </p:nvSpPr>
        <p:spPr>
          <a:xfrm>
            <a:off x="2034595" y="3924554"/>
            <a:ext cx="1182832" cy="1088105"/>
          </a:xfrm>
        </p:spPr>
        <p:txBody>
          <a:bodyPr/>
          <a:lstStyle/>
          <a:p>
            <a:endParaRPr lang="en-US"/>
          </a:p>
        </p:txBody>
      </p:sp>
      <p:sp>
        <p:nvSpPr>
          <p:cNvPr id="81" name="row 3 Picture Placeholder 3">
            <a:extLst>
              <a:ext uri="{FF2B5EF4-FFF2-40B4-BE49-F238E27FC236}">
                <a16:creationId xmlns:a16="http://schemas.microsoft.com/office/drawing/2014/main" id="{6D54014E-0644-8A1E-AAFF-5E8A476ACC3F}"/>
              </a:ext>
            </a:extLst>
          </p:cNvPr>
          <p:cNvSpPr>
            <a:spLocks noGrp="1"/>
          </p:cNvSpPr>
          <p:nvPr>
            <p:ph type="pic" sz="quarter" idx="36"/>
          </p:nvPr>
        </p:nvSpPr>
        <p:spPr>
          <a:xfrm>
            <a:off x="3421781" y="3924554"/>
            <a:ext cx="1182832" cy="1088105"/>
          </a:xfrm>
        </p:spPr>
        <p:txBody>
          <a:bodyPr/>
          <a:lstStyle/>
          <a:p>
            <a:endParaRPr lang="en-US"/>
          </a:p>
        </p:txBody>
      </p:sp>
      <p:sp>
        <p:nvSpPr>
          <p:cNvPr id="82" name="row 3 Picture Placeholder 4">
            <a:extLst>
              <a:ext uri="{FF2B5EF4-FFF2-40B4-BE49-F238E27FC236}">
                <a16:creationId xmlns:a16="http://schemas.microsoft.com/office/drawing/2014/main" id="{C50DA082-240B-5F1B-A722-C64B3BA9FD4E}"/>
              </a:ext>
            </a:extLst>
          </p:cNvPr>
          <p:cNvSpPr>
            <a:spLocks noGrp="1"/>
          </p:cNvSpPr>
          <p:nvPr>
            <p:ph type="pic" sz="quarter" idx="37"/>
          </p:nvPr>
        </p:nvSpPr>
        <p:spPr>
          <a:xfrm>
            <a:off x="4814163" y="3924554"/>
            <a:ext cx="1182832" cy="1088105"/>
          </a:xfrm>
        </p:spPr>
        <p:txBody>
          <a:bodyPr/>
          <a:lstStyle/>
          <a:p>
            <a:endParaRPr lang="en-US"/>
          </a:p>
        </p:txBody>
      </p:sp>
      <p:sp>
        <p:nvSpPr>
          <p:cNvPr id="83" name="row 3 Picture Placeholder 5">
            <a:extLst>
              <a:ext uri="{FF2B5EF4-FFF2-40B4-BE49-F238E27FC236}">
                <a16:creationId xmlns:a16="http://schemas.microsoft.com/office/drawing/2014/main" id="{7F494D05-1215-155F-73B6-BF770FF811DC}"/>
              </a:ext>
            </a:extLst>
          </p:cNvPr>
          <p:cNvSpPr>
            <a:spLocks noGrp="1"/>
          </p:cNvSpPr>
          <p:nvPr>
            <p:ph type="pic" sz="quarter" idx="38"/>
          </p:nvPr>
        </p:nvSpPr>
        <p:spPr>
          <a:xfrm>
            <a:off x="6196154" y="3924554"/>
            <a:ext cx="1182832" cy="1088105"/>
          </a:xfrm>
        </p:spPr>
        <p:txBody>
          <a:bodyPr/>
          <a:lstStyle/>
          <a:p>
            <a:endParaRPr lang="en-US"/>
          </a:p>
        </p:txBody>
      </p:sp>
      <p:sp>
        <p:nvSpPr>
          <p:cNvPr id="84" name="row 3 Picture Placeholder 6">
            <a:extLst>
              <a:ext uri="{FF2B5EF4-FFF2-40B4-BE49-F238E27FC236}">
                <a16:creationId xmlns:a16="http://schemas.microsoft.com/office/drawing/2014/main" id="{D0EC0EE6-CC94-3C74-DDBA-56893AD1E431}"/>
              </a:ext>
            </a:extLst>
          </p:cNvPr>
          <p:cNvSpPr>
            <a:spLocks noGrp="1"/>
          </p:cNvSpPr>
          <p:nvPr>
            <p:ph type="pic" sz="quarter" idx="39"/>
          </p:nvPr>
        </p:nvSpPr>
        <p:spPr>
          <a:xfrm>
            <a:off x="7583340" y="3924554"/>
            <a:ext cx="1182832" cy="1088105"/>
          </a:xfrm>
        </p:spPr>
        <p:txBody>
          <a:bodyPr/>
          <a:lstStyle/>
          <a:p>
            <a:endParaRPr lang="en-US"/>
          </a:p>
        </p:txBody>
      </p:sp>
      <p:sp>
        <p:nvSpPr>
          <p:cNvPr id="85" name="row 3 Picture Placeholder 7">
            <a:extLst>
              <a:ext uri="{FF2B5EF4-FFF2-40B4-BE49-F238E27FC236}">
                <a16:creationId xmlns:a16="http://schemas.microsoft.com/office/drawing/2014/main" id="{5FBD18F7-9E73-C66B-2846-56D8CEA15AD6}"/>
              </a:ext>
            </a:extLst>
          </p:cNvPr>
          <p:cNvSpPr>
            <a:spLocks noGrp="1"/>
          </p:cNvSpPr>
          <p:nvPr>
            <p:ph type="pic" sz="quarter" idx="40"/>
          </p:nvPr>
        </p:nvSpPr>
        <p:spPr>
          <a:xfrm>
            <a:off x="8970527" y="3924554"/>
            <a:ext cx="1182832" cy="1088105"/>
          </a:xfrm>
        </p:spPr>
        <p:txBody>
          <a:bodyPr/>
          <a:lstStyle/>
          <a:p>
            <a:endParaRPr lang="en-US"/>
          </a:p>
        </p:txBody>
      </p:sp>
      <p:sp>
        <p:nvSpPr>
          <p:cNvPr id="86" name="row 3 Picture Placeholder 8">
            <a:extLst>
              <a:ext uri="{FF2B5EF4-FFF2-40B4-BE49-F238E27FC236}">
                <a16:creationId xmlns:a16="http://schemas.microsoft.com/office/drawing/2014/main" id="{7B5CFE7D-04C3-F349-69EC-8D436A9E9208}"/>
              </a:ext>
            </a:extLst>
          </p:cNvPr>
          <p:cNvSpPr>
            <a:spLocks noGrp="1"/>
          </p:cNvSpPr>
          <p:nvPr>
            <p:ph type="pic" sz="quarter" idx="41"/>
          </p:nvPr>
        </p:nvSpPr>
        <p:spPr>
          <a:xfrm>
            <a:off x="10357713" y="3924554"/>
            <a:ext cx="1182832" cy="1088105"/>
          </a:xfrm>
        </p:spPr>
        <p:txBody>
          <a:bodyPr/>
          <a:lstStyle/>
          <a:p>
            <a:endParaRPr lang="en-US"/>
          </a:p>
        </p:txBody>
      </p:sp>
      <p:sp>
        <p:nvSpPr>
          <p:cNvPr id="87" name="row 4 Picture Placeholder 1">
            <a:extLst>
              <a:ext uri="{FF2B5EF4-FFF2-40B4-BE49-F238E27FC236}">
                <a16:creationId xmlns:a16="http://schemas.microsoft.com/office/drawing/2014/main" id="{24399C3F-6491-6E43-B837-BD446D088A0A}"/>
              </a:ext>
            </a:extLst>
          </p:cNvPr>
          <p:cNvSpPr>
            <a:spLocks noGrp="1"/>
          </p:cNvSpPr>
          <p:nvPr>
            <p:ph type="pic" sz="quarter" idx="42"/>
          </p:nvPr>
        </p:nvSpPr>
        <p:spPr>
          <a:xfrm>
            <a:off x="652604" y="5196141"/>
            <a:ext cx="1182832" cy="1088105"/>
          </a:xfrm>
        </p:spPr>
        <p:txBody>
          <a:bodyPr/>
          <a:lstStyle/>
          <a:p>
            <a:endParaRPr lang="en-US"/>
          </a:p>
        </p:txBody>
      </p:sp>
      <p:sp>
        <p:nvSpPr>
          <p:cNvPr id="88" name="row 4 Picture Placeholder 2">
            <a:extLst>
              <a:ext uri="{FF2B5EF4-FFF2-40B4-BE49-F238E27FC236}">
                <a16:creationId xmlns:a16="http://schemas.microsoft.com/office/drawing/2014/main" id="{2036CAF2-E770-6062-EF33-0DD11CD01CEA}"/>
              </a:ext>
            </a:extLst>
          </p:cNvPr>
          <p:cNvSpPr>
            <a:spLocks noGrp="1"/>
          </p:cNvSpPr>
          <p:nvPr>
            <p:ph type="pic" sz="quarter" idx="43"/>
          </p:nvPr>
        </p:nvSpPr>
        <p:spPr>
          <a:xfrm>
            <a:off x="2034595" y="5196141"/>
            <a:ext cx="1182832" cy="1088105"/>
          </a:xfrm>
        </p:spPr>
        <p:txBody>
          <a:bodyPr/>
          <a:lstStyle/>
          <a:p>
            <a:endParaRPr lang="en-US"/>
          </a:p>
        </p:txBody>
      </p:sp>
      <p:sp>
        <p:nvSpPr>
          <p:cNvPr id="89" name="row 4 Picture Placeholder 3">
            <a:extLst>
              <a:ext uri="{FF2B5EF4-FFF2-40B4-BE49-F238E27FC236}">
                <a16:creationId xmlns:a16="http://schemas.microsoft.com/office/drawing/2014/main" id="{30F775ED-4D01-9DC2-7605-D281FB771C25}"/>
              </a:ext>
            </a:extLst>
          </p:cNvPr>
          <p:cNvSpPr>
            <a:spLocks noGrp="1"/>
          </p:cNvSpPr>
          <p:nvPr>
            <p:ph type="pic" sz="quarter" idx="44"/>
          </p:nvPr>
        </p:nvSpPr>
        <p:spPr>
          <a:xfrm>
            <a:off x="3421781" y="5196141"/>
            <a:ext cx="1182832" cy="1088105"/>
          </a:xfrm>
        </p:spPr>
        <p:txBody>
          <a:bodyPr/>
          <a:lstStyle/>
          <a:p>
            <a:endParaRPr lang="en-US"/>
          </a:p>
        </p:txBody>
      </p:sp>
      <p:sp>
        <p:nvSpPr>
          <p:cNvPr id="90" name="row 4 Picture Placeholder 4">
            <a:extLst>
              <a:ext uri="{FF2B5EF4-FFF2-40B4-BE49-F238E27FC236}">
                <a16:creationId xmlns:a16="http://schemas.microsoft.com/office/drawing/2014/main" id="{DEE28737-AC75-102C-4BA8-96E6F4330BBC}"/>
              </a:ext>
            </a:extLst>
          </p:cNvPr>
          <p:cNvSpPr>
            <a:spLocks noGrp="1"/>
          </p:cNvSpPr>
          <p:nvPr>
            <p:ph type="pic" sz="quarter" idx="45"/>
          </p:nvPr>
        </p:nvSpPr>
        <p:spPr>
          <a:xfrm>
            <a:off x="4814163" y="5196141"/>
            <a:ext cx="1182832" cy="1088105"/>
          </a:xfrm>
        </p:spPr>
        <p:txBody>
          <a:bodyPr/>
          <a:lstStyle/>
          <a:p>
            <a:endParaRPr lang="en-US"/>
          </a:p>
        </p:txBody>
      </p:sp>
      <p:sp>
        <p:nvSpPr>
          <p:cNvPr id="91" name="row 4 Picture Placeholder 5">
            <a:extLst>
              <a:ext uri="{FF2B5EF4-FFF2-40B4-BE49-F238E27FC236}">
                <a16:creationId xmlns:a16="http://schemas.microsoft.com/office/drawing/2014/main" id="{E6E43258-86B0-95D8-6166-424B9F61DE56}"/>
              </a:ext>
            </a:extLst>
          </p:cNvPr>
          <p:cNvSpPr>
            <a:spLocks noGrp="1"/>
          </p:cNvSpPr>
          <p:nvPr>
            <p:ph type="pic" sz="quarter" idx="46"/>
          </p:nvPr>
        </p:nvSpPr>
        <p:spPr>
          <a:xfrm>
            <a:off x="6196154" y="5196141"/>
            <a:ext cx="1182832" cy="1088105"/>
          </a:xfrm>
        </p:spPr>
        <p:txBody>
          <a:bodyPr/>
          <a:lstStyle/>
          <a:p>
            <a:endParaRPr lang="en-US"/>
          </a:p>
        </p:txBody>
      </p:sp>
      <p:sp>
        <p:nvSpPr>
          <p:cNvPr id="92" name="row 4 Picture Placeholder 6">
            <a:extLst>
              <a:ext uri="{FF2B5EF4-FFF2-40B4-BE49-F238E27FC236}">
                <a16:creationId xmlns:a16="http://schemas.microsoft.com/office/drawing/2014/main" id="{0D08A575-C065-4FC0-28D7-6580F3156F6D}"/>
              </a:ext>
            </a:extLst>
          </p:cNvPr>
          <p:cNvSpPr>
            <a:spLocks noGrp="1"/>
          </p:cNvSpPr>
          <p:nvPr>
            <p:ph type="pic" sz="quarter" idx="47"/>
          </p:nvPr>
        </p:nvSpPr>
        <p:spPr>
          <a:xfrm>
            <a:off x="7583340" y="5196141"/>
            <a:ext cx="1182832" cy="1088105"/>
          </a:xfrm>
        </p:spPr>
        <p:txBody>
          <a:bodyPr/>
          <a:lstStyle/>
          <a:p>
            <a:endParaRPr lang="en-US"/>
          </a:p>
        </p:txBody>
      </p:sp>
      <p:sp>
        <p:nvSpPr>
          <p:cNvPr id="93" name="row 4 Picture Placeholder 7">
            <a:extLst>
              <a:ext uri="{FF2B5EF4-FFF2-40B4-BE49-F238E27FC236}">
                <a16:creationId xmlns:a16="http://schemas.microsoft.com/office/drawing/2014/main" id="{8C33A8F6-6489-D7B0-777C-E283A9697E40}"/>
              </a:ext>
            </a:extLst>
          </p:cNvPr>
          <p:cNvSpPr>
            <a:spLocks noGrp="1"/>
          </p:cNvSpPr>
          <p:nvPr>
            <p:ph type="pic" sz="quarter" idx="48"/>
          </p:nvPr>
        </p:nvSpPr>
        <p:spPr>
          <a:xfrm>
            <a:off x="8970527" y="5196141"/>
            <a:ext cx="1182832" cy="1088105"/>
          </a:xfrm>
        </p:spPr>
        <p:txBody>
          <a:bodyPr/>
          <a:lstStyle/>
          <a:p>
            <a:endParaRPr lang="en-US"/>
          </a:p>
        </p:txBody>
      </p:sp>
      <p:sp>
        <p:nvSpPr>
          <p:cNvPr id="94" name="row 4 Picture Placeholder 8">
            <a:extLst>
              <a:ext uri="{FF2B5EF4-FFF2-40B4-BE49-F238E27FC236}">
                <a16:creationId xmlns:a16="http://schemas.microsoft.com/office/drawing/2014/main" id="{9DDE374E-5A99-C8F8-8E5C-A7201FBD4B97}"/>
              </a:ext>
            </a:extLst>
          </p:cNvPr>
          <p:cNvSpPr>
            <a:spLocks noGrp="1"/>
          </p:cNvSpPr>
          <p:nvPr>
            <p:ph type="pic" sz="quarter" idx="49"/>
          </p:nvPr>
        </p:nvSpPr>
        <p:spPr>
          <a:xfrm>
            <a:off x="10357713" y="5196141"/>
            <a:ext cx="1182832" cy="1088105"/>
          </a:xfrm>
        </p:spPr>
        <p:txBody>
          <a:bodyPr/>
          <a:lstStyle/>
          <a:p>
            <a:endParaRPr lang="en-US"/>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4" name="Copyright">
            <a:extLst>
              <a:ext uri="{FF2B5EF4-FFF2-40B4-BE49-F238E27FC236}">
                <a16:creationId xmlns:a16="http://schemas.microsoft.com/office/drawing/2014/main" id="{43891E34-A609-5686-FA54-E3A637570182}"/>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DB542838-4B53-45A2-8F31-57E1B224FDC6}" type="datetime1">
              <a:rPr lang="en-US" smtClean="0"/>
              <a:t>3/5/26</a:t>
            </a:fld>
            <a:endParaRPr lang="en-US"/>
          </a:p>
        </p:txBody>
      </p:sp>
    </p:spTree>
    <p:extLst>
      <p:ext uri="{BB962C8B-B14F-4D97-AF65-F5344CB8AC3E}">
        <p14:creationId xmlns:p14="http://schemas.microsoft.com/office/powerpoint/2010/main" val="52371328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Full Image with Thr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792CD-4DAB-B5A4-4603-43CD97AC6925}"/>
              </a:ext>
            </a:extLst>
          </p:cNvPr>
          <p:cNvSpPr>
            <a:spLocks noGrp="1"/>
          </p:cNvSpPr>
          <p:nvPr>
            <p:ph type="title"/>
          </p:nvPr>
        </p:nvSpPr>
        <p:spPr>
          <a:xfrm>
            <a:off x="609600" y="-1371600"/>
            <a:ext cx="10972800" cy="946389"/>
          </a:xfrm>
        </p:spPr>
        <p:txBody>
          <a:bodyPr/>
          <a:lstStyle/>
          <a:p>
            <a:r>
              <a:rPr lang="en-US"/>
              <a:t>Click to edit Master title style</a:t>
            </a:r>
          </a:p>
        </p:txBody>
      </p:sp>
      <p:sp>
        <p:nvSpPr>
          <p:cNvPr id="6" name="Thread">
            <a:extLst>
              <a:ext uri="{FF2B5EF4-FFF2-40B4-BE49-F238E27FC236}">
                <a16:creationId xmlns:a16="http://schemas.microsoft.com/office/drawing/2014/main" id="{58DD8459-7A64-A5A2-A463-AE3780C871C4}"/>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8" name="Picture Placeholder 7">
            <a:extLst>
              <a:ext uri="{FF2B5EF4-FFF2-40B4-BE49-F238E27FC236}">
                <a16:creationId xmlns:a16="http://schemas.microsoft.com/office/drawing/2014/main" id="{2D3F7CAF-D852-86B0-DD65-059C877F341F}"/>
              </a:ext>
            </a:extLst>
          </p:cNvPr>
          <p:cNvSpPr>
            <a:spLocks noGrp="1"/>
          </p:cNvSpPr>
          <p:nvPr>
            <p:ph type="pic" sz="quarter" idx="10"/>
          </p:nvPr>
        </p:nvSpPr>
        <p:spPr>
          <a:xfrm>
            <a:off x="128016" y="0"/>
            <a:ext cx="12063984" cy="6858000"/>
          </a:xfrm>
        </p:spPr>
        <p:txBody>
          <a:bodyPr/>
          <a:lstStyle/>
          <a:p>
            <a:endParaRPr lang="en-US"/>
          </a:p>
        </p:txBody>
      </p:sp>
    </p:spTree>
    <p:extLst>
      <p:ext uri="{BB962C8B-B14F-4D97-AF65-F5344CB8AC3E}">
        <p14:creationId xmlns:p14="http://schemas.microsoft.com/office/powerpoint/2010/main" val="329899858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2B8B6-68CD-E5CB-1299-D2EC1E1330D3}"/>
              </a:ext>
            </a:extLst>
          </p:cNvPr>
          <p:cNvSpPr>
            <a:spLocks noGrp="1"/>
          </p:cNvSpPr>
          <p:nvPr>
            <p:ph type="title"/>
          </p:nvPr>
        </p:nvSpPr>
        <p:spPr>
          <a:xfrm>
            <a:off x="609600" y="-1371600"/>
            <a:ext cx="10972800" cy="946389"/>
          </a:xfrm>
        </p:spPr>
        <p:txBody>
          <a:bodyPr/>
          <a:lstStyle/>
          <a:p>
            <a:r>
              <a:rPr lang="en-US"/>
              <a:t>Click to edit Master title style</a:t>
            </a:r>
          </a:p>
        </p:txBody>
      </p:sp>
    </p:spTree>
    <p:extLst>
      <p:ext uri="{BB962C8B-B14F-4D97-AF65-F5344CB8AC3E}">
        <p14:creationId xmlns:p14="http://schemas.microsoft.com/office/powerpoint/2010/main" val="105096415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Blank Dark">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49EFD-0837-876E-D532-FF1DCD5DA67A}"/>
              </a:ext>
            </a:extLst>
          </p:cNvPr>
          <p:cNvSpPr>
            <a:spLocks noGrp="1"/>
          </p:cNvSpPr>
          <p:nvPr>
            <p:ph type="title"/>
          </p:nvPr>
        </p:nvSpPr>
        <p:spPr>
          <a:xfrm>
            <a:off x="609600" y="-1371600"/>
            <a:ext cx="10972800" cy="946389"/>
          </a:xfrm>
        </p:spPr>
        <p:txBody>
          <a:bodyPr/>
          <a:lstStyle/>
          <a:p>
            <a:r>
              <a:rPr lang="en-US"/>
              <a:t>Click to edit Master title style</a:t>
            </a:r>
          </a:p>
        </p:txBody>
      </p:sp>
    </p:spTree>
    <p:extLst>
      <p:ext uri="{BB962C8B-B14F-4D97-AF65-F5344CB8AC3E}">
        <p14:creationId xmlns:p14="http://schemas.microsoft.com/office/powerpoint/2010/main" val="359203874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Gray end slide">
    <p:bg>
      <p:bgPr>
        <a:solidFill>
          <a:srgbClr val="EB1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330452-9AFC-7317-960A-0CE6F680E61D}"/>
              </a:ext>
            </a:extLst>
          </p:cNvPr>
          <p:cNvSpPr>
            <a:spLocks noGrp="1"/>
          </p:cNvSpPr>
          <p:nvPr>
            <p:ph type="title"/>
          </p:nvPr>
        </p:nvSpPr>
        <p:spPr>
          <a:xfrm>
            <a:off x="609600" y="-1371600"/>
            <a:ext cx="10972800" cy="946389"/>
          </a:xfrm>
        </p:spPr>
        <p:txBody>
          <a:bodyPr/>
          <a:lstStyle/>
          <a:p>
            <a:r>
              <a:rPr lang="en-US"/>
              <a:t>Click to edit Master title style</a:t>
            </a:r>
          </a:p>
        </p:txBody>
      </p:sp>
      <p:pic>
        <p:nvPicPr>
          <p:cNvPr id="7" name="Picture 6" descr="A white letter o on a black background&#10;&#10;Description automatically generated">
            <a:extLst>
              <a:ext uri="{FF2B5EF4-FFF2-40B4-BE49-F238E27FC236}">
                <a16:creationId xmlns:a16="http://schemas.microsoft.com/office/drawing/2014/main" id="{E9BC6135-7D8D-B5DA-3E89-19048614E65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83642" y="2991905"/>
            <a:ext cx="3621024" cy="875081"/>
          </a:xfrm>
          <a:prstGeom prst="rect">
            <a:avLst/>
          </a:prstGeom>
        </p:spPr>
      </p:pic>
    </p:spTree>
    <p:extLst>
      <p:ext uri="{BB962C8B-B14F-4D97-AF65-F5344CB8AC3E}">
        <p14:creationId xmlns:p14="http://schemas.microsoft.com/office/powerpoint/2010/main" val="42056576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Section Divider Al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285053479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Section Divider Dark Alt">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156EF-00C4-7068-5E38-7C447D1A9789}"/>
              </a:ext>
            </a:extLst>
          </p:cNvPr>
          <p:cNvSpPr>
            <a:spLocks noGrp="1"/>
          </p:cNvSpPr>
          <p:nvPr>
            <p:ph type="title"/>
          </p:nvPr>
        </p:nvSpPr>
        <p:spPr>
          <a:xfrm>
            <a:off x="609600" y="2496437"/>
            <a:ext cx="10972800" cy="1865126"/>
          </a:xfrm>
        </p:spPr>
        <p:txBody>
          <a:bodyPr wrap="square" lIns="0" rIns="0" anchor="ctr" anchorCtr="0">
            <a:spAutoFit/>
          </a:bodyPr>
          <a:lstStyle>
            <a:lvl1pPr>
              <a:lnSpc>
                <a:spcPct val="80000"/>
              </a:lnSpc>
              <a:defRPr sz="7200" spc="-120" baseline="0">
                <a:solidFill>
                  <a:schemeClr val="bg1"/>
                </a:solidFill>
              </a:defRPr>
            </a:lvl1pPr>
          </a:lstStyle>
          <a:p>
            <a:r>
              <a:rPr lang="en-US"/>
              <a:t>Click to edit Master title style</a:t>
            </a:r>
          </a:p>
        </p:txBody>
      </p:sp>
      <p:sp>
        <p:nvSpPr>
          <p:cNvPr id="9" name="Thread">
            <a:extLst>
              <a:ext uri="{FF2B5EF4-FFF2-40B4-BE49-F238E27FC236}">
                <a16:creationId xmlns:a16="http://schemas.microsoft.com/office/drawing/2014/main" id="{91AE573E-CC51-2A49-7497-59B7E45553B4}"/>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Tree>
    <p:extLst>
      <p:ext uri="{BB962C8B-B14F-4D97-AF65-F5344CB8AC3E}">
        <p14:creationId xmlns:p14="http://schemas.microsoft.com/office/powerpoint/2010/main" val="32796824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2" name="Title 1"/>
          <p:cNvSpPr>
            <a:spLocks noGrp="1"/>
          </p:cNvSpPr>
          <p:nvPr>
            <p:ph type="ctrTitle"/>
          </p:nvPr>
        </p:nvSpPr>
        <p:spPr>
          <a:xfrm>
            <a:off x="612648" y="265176"/>
            <a:ext cx="10972800" cy="950976"/>
          </a:xfrm>
        </p:spPr>
        <p:txBody>
          <a:bodyPr wrap="square" lIns="0" tIns="0" rIns="0" bIns="0" anchor="ctr" anchorCtr="0">
            <a:noAutofit/>
          </a:bodyPr>
          <a:lstStyle>
            <a:lvl1pPr>
              <a:defRPr lang="en-US" sz="3200" kern="1200" spc="-100" baseline="0" dirty="0">
                <a:solidFill>
                  <a:schemeClr val="tx1"/>
                </a:solidFill>
                <a:latin typeface="+mj-lt"/>
                <a:ea typeface="+mj-ea"/>
                <a:cs typeface="+mj-cs"/>
              </a:defRPr>
            </a:lvl1pPr>
          </a:lstStyle>
          <a:p>
            <a:r>
              <a:rPr lang="en-US"/>
              <a:t>Click to edit Master title style</a:t>
            </a:r>
          </a:p>
        </p:txBody>
      </p:sp>
      <p:sp>
        <p:nvSpPr>
          <p:cNvPr id="3" name="Table Placeholder 2">
            <a:extLst>
              <a:ext uri="{FF2B5EF4-FFF2-40B4-BE49-F238E27FC236}">
                <a16:creationId xmlns:a16="http://schemas.microsoft.com/office/drawing/2014/main" id="{59631ABC-0F20-4732-9A2E-F2D10704DBFA}"/>
              </a:ext>
            </a:extLst>
          </p:cNvPr>
          <p:cNvSpPr>
            <a:spLocks noGrp="1"/>
          </p:cNvSpPr>
          <p:nvPr>
            <p:ph type="tbl" sz="quarter" idx="10"/>
          </p:nvPr>
        </p:nvSpPr>
        <p:spPr>
          <a:xfrm>
            <a:off x="609600" y="1576873"/>
            <a:ext cx="10972800" cy="4504354"/>
          </a:xfrm>
        </p:spPr>
        <p:txBody>
          <a:bodyPr lIns="0" tIns="0" rIns="0" bIns="0"/>
          <a:lstStyle>
            <a:lvl1pPr>
              <a:defRPr>
                <a:latin typeface="+mn-lt"/>
              </a:defRPr>
            </a:lvl1pPr>
          </a:lstStyle>
          <a:p>
            <a:endParaRPr lang="en-US"/>
          </a:p>
        </p:txBody>
      </p:sp>
      <p:sp>
        <p:nvSpPr>
          <p:cNvPr id="4" name="Footer Placeholder 3">
            <a:extLst>
              <a:ext uri="{FF2B5EF4-FFF2-40B4-BE49-F238E27FC236}">
                <a16:creationId xmlns:a16="http://schemas.microsoft.com/office/drawing/2014/main" id="{731D6601-D56B-2A71-FB4D-43D7BD60483A}"/>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8DAE4452-EFBC-927D-A192-3B5CAD318E1B}"/>
              </a:ext>
            </a:extLst>
          </p:cNvPr>
          <p:cNvSpPr>
            <a:spLocks noGrp="1"/>
          </p:cNvSpPr>
          <p:nvPr>
            <p:ph type="sldNum" sz="quarter" idx="13"/>
          </p:nvPr>
        </p:nvSpPr>
        <p:spPr/>
        <p:txBody>
          <a:bodyPr/>
          <a:lstStyle/>
          <a:p>
            <a:pPr algn="r"/>
            <a:fld id="{DEC9D0C1-7FBA-40E3-98AB-77B8E8CCE3DF}" type="slidenum">
              <a:rPr lang="en-US" smtClean="0"/>
              <a:pPr algn="r"/>
              <a:t>‹#›</a:t>
            </a:fld>
            <a:endParaRPr lang="en-US"/>
          </a:p>
        </p:txBody>
      </p:sp>
      <p:sp>
        <p:nvSpPr>
          <p:cNvPr id="2" name="Date Placeholder 1">
            <a:extLst>
              <a:ext uri="{FF2B5EF4-FFF2-40B4-BE49-F238E27FC236}">
                <a16:creationId xmlns:a16="http://schemas.microsoft.com/office/drawing/2014/main" id="{1B7E59D4-EB98-505F-A399-102776DA747E}"/>
              </a:ext>
            </a:extLst>
          </p:cNvPr>
          <p:cNvSpPr>
            <a:spLocks noGrp="1"/>
          </p:cNvSpPr>
          <p:nvPr>
            <p:ph type="dt" sz="half" idx="11"/>
          </p:nvPr>
        </p:nvSpPr>
        <p:spPr/>
        <p:txBody>
          <a:bodyPr/>
          <a:lstStyle/>
          <a:p>
            <a:fld id="{30169271-AB45-4F94-B977-1C39D03C236C}" type="datetime1">
              <a:rPr lang="en-US" smtClean="0"/>
              <a:t>3/5/26</a:t>
            </a:fld>
            <a:endParaRPr lang="en-US"/>
          </a:p>
        </p:txBody>
      </p:sp>
    </p:spTree>
    <p:extLst>
      <p:ext uri="{BB962C8B-B14F-4D97-AF65-F5344CB8AC3E}">
        <p14:creationId xmlns:p14="http://schemas.microsoft.com/office/powerpoint/2010/main" val="351738186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itle and Content - Light Airy">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a:xfrm>
            <a:off x="609600" y="1334324"/>
            <a:ext cx="10972800" cy="4992624"/>
          </a:xfrm>
        </p:spPr>
        <p:txBody>
          <a:bodyPr lIns="0" rIns="0"/>
          <a:lstStyle>
            <a:lvl1pPr>
              <a:lnSpc>
                <a:spcPct val="110000"/>
              </a:lnSpc>
              <a:defRPr/>
            </a:lvl1pPr>
            <a:lvl2pPr>
              <a:lnSpc>
                <a:spcPct val="110000"/>
              </a:lnSpc>
              <a:defRPr/>
            </a:lvl2pPr>
            <a:lvl3pPr>
              <a:lnSpc>
                <a:spcPct val="110000"/>
              </a:lnSpc>
              <a:defRPr/>
            </a:lvl3pPr>
            <a:lvl4pPr>
              <a:lnSpc>
                <a:spcPct val="110000"/>
              </a:lnSpc>
              <a:defRPr/>
            </a:lvl4pPr>
            <a:lvl5pPr>
              <a:lnSpc>
                <a:spcPct val="11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8C42940D-A5FF-4CEC-B24D-658D92D6E1F7}" type="datetime1">
              <a:rPr lang="en-US" smtClean="0"/>
              <a:t>3/5/26</a:t>
            </a:fld>
            <a:endParaRPr lang="en-US"/>
          </a:p>
        </p:txBody>
      </p:sp>
    </p:spTree>
    <p:extLst>
      <p:ext uri="{BB962C8B-B14F-4D97-AF65-F5344CB8AC3E}">
        <p14:creationId xmlns:p14="http://schemas.microsoft.com/office/powerpoint/2010/main" val="354098174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 Dark Airy">
    <p:bg>
      <p:bgPr>
        <a:solidFill>
          <a:srgbClr val="000000"/>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61C88EF-1F16-59C4-60F1-8DC431E7074D}"/>
              </a:ext>
            </a:extLst>
          </p:cNvPr>
          <p:cNvSpPr>
            <a:spLocks noGrp="1"/>
          </p:cNvSpPr>
          <p:nvPr>
            <p:ph type="title"/>
          </p:nvPr>
        </p:nvSpPr>
        <p:spPr>
          <a:xfrm>
            <a:off x="609600" y="264085"/>
            <a:ext cx="10972800" cy="946389"/>
          </a:xfrm>
        </p:spPr>
        <p:txBody>
          <a:bodyPr lIns="0" rIns="0"/>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CE0A96FB-B9EB-8DE6-BE7F-8E9AFB7E338E}"/>
              </a:ext>
            </a:extLst>
          </p:cNvPr>
          <p:cNvSpPr>
            <a:spLocks noGrp="1"/>
          </p:cNvSpPr>
          <p:nvPr>
            <p:ph idx="1"/>
          </p:nvPr>
        </p:nvSpPr>
        <p:spPr/>
        <p:txBody>
          <a:bodyPr lIns="0" rIns="0"/>
          <a:lstStyle>
            <a:lvl1pPr>
              <a:lnSpc>
                <a:spcPct val="110000"/>
              </a:lnSpc>
              <a:defRPr>
                <a:solidFill>
                  <a:schemeClr val="bg1"/>
                </a:solidFill>
              </a:defRPr>
            </a:lvl1pPr>
            <a:lvl2pPr>
              <a:lnSpc>
                <a:spcPct val="110000"/>
              </a:lnSpc>
              <a:defRPr>
                <a:solidFill>
                  <a:schemeClr val="bg1"/>
                </a:solidFill>
              </a:defRPr>
            </a:lvl2pPr>
            <a:lvl3pPr>
              <a:lnSpc>
                <a:spcPct val="110000"/>
              </a:lnSpc>
              <a:defRPr>
                <a:solidFill>
                  <a:schemeClr val="bg1"/>
                </a:solidFill>
              </a:defRPr>
            </a:lvl3pPr>
            <a:lvl4pPr>
              <a:lnSpc>
                <a:spcPct val="110000"/>
              </a:lnSpc>
              <a:defRPr>
                <a:solidFill>
                  <a:schemeClr val="bg1"/>
                </a:solidFill>
              </a:defRPr>
            </a:lvl4pPr>
            <a:lvl5pPr>
              <a:lnSpc>
                <a:spcPct val="110000"/>
              </a:lnSpc>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06E773C5-DC8F-B04C-E4BB-8999DF0AA14C}"/>
              </a:ext>
            </a:extLst>
          </p:cNvPr>
          <p:cNvSpPr>
            <a:spLocks noGrp="1"/>
          </p:cNvSpPr>
          <p:nvPr>
            <p:ph type="ftr" sz="quarter" idx="11"/>
          </p:nvPr>
        </p:nvSpPr>
        <p:spPr/>
        <p:txBody>
          <a:bodyPr/>
          <a:lstStyle>
            <a:lvl1pPr>
              <a:defRPr>
                <a:solidFill>
                  <a:srgbClr val="BEBEBE"/>
                </a:solidFill>
              </a:defRPr>
            </a:lvl1pPr>
          </a:lstStyle>
          <a:p>
            <a:endParaRPr lang="en-US"/>
          </a:p>
        </p:txBody>
      </p:sp>
      <p:sp>
        <p:nvSpPr>
          <p:cNvPr id="2" name="Copyright">
            <a:extLst>
              <a:ext uri="{FF2B5EF4-FFF2-40B4-BE49-F238E27FC236}">
                <a16:creationId xmlns:a16="http://schemas.microsoft.com/office/drawing/2014/main" id="{C5061511-419D-2059-0E83-6196212F9289}"/>
              </a:ext>
            </a:extLst>
          </p:cNvPr>
          <p:cNvSpPr txBox="1"/>
          <p:nvPr userDrawn="1"/>
        </p:nvSpPr>
        <p:spPr>
          <a:xfrm>
            <a:off x="9871995" y="6583680"/>
            <a:ext cx="1710405" cy="92333"/>
          </a:xfrm>
          <a:prstGeom prst="rect">
            <a:avLst/>
          </a:prstGeom>
          <a:solidFill>
            <a:schemeClr val="tx1"/>
          </a:solid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BEBEBE"/>
                </a:solidFill>
                <a:latin typeface="Adobe Clean" panose="020B0503020404020204" pitchFamily="34" charset="0"/>
              </a:rPr>
              <a:t>© 2025 Adobe. All Rights Reserved. Adobe Confidential.</a:t>
            </a:r>
          </a:p>
        </p:txBody>
      </p:sp>
      <p:sp>
        <p:nvSpPr>
          <p:cNvPr id="10" name="Slide Number Placeholder 9">
            <a:extLst>
              <a:ext uri="{FF2B5EF4-FFF2-40B4-BE49-F238E27FC236}">
                <a16:creationId xmlns:a16="http://schemas.microsoft.com/office/drawing/2014/main" id="{4AB0C947-85B1-6F73-8F85-916BD597533B}"/>
              </a:ext>
            </a:extLst>
          </p:cNvPr>
          <p:cNvSpPr>
            <a:spLocks noGrp="1"/>
          </p:cNvSpPr>
          <p:nvPr>
            <p:ph type="sldNum" sz="quarter" idx="12"/>
          </p:nvPr>
        </p:nvSpPr>
        <p:spPr/>
        <p:txBody>
          <a:bodyPr/>
          <a:lstStyle>
            <a:lvl1pPr>
              <a:defRPr>
                <a:solidFill>
                  <a:srgbClr val="BEBEBE"/>
                </a:solidFill>
              </a:defRPr>
            </a:lvl1pPr>
          </a:lstStyle>
          <a:p>
            <a:pPr algn="r"/>
            <a:fld id="{DEC9D0C1-7FBA-40E3-98AB-77B8E8CCE3DF}" type="slidenum">
              <a:rPr lang="en-US" smtClean="0"/>
              <a:pPr algn="r"/>
              <a:t>‹#›</a:t>
            </a:fld>
            <a:endParaRPr lang="en-US"/>
          </a:p>
        </p:txBody>
      </p:sp>
      <p:sp>
        <p:nvSpPr>
          <p:cNvPr id="8" name="Date Placeholder 7">
            <a:extLst>
              <a:ext uri="{FF2B5EF4-FFF2-40B4-BE49-F238E27FC236}">
                <a16:creationId xmlns:a16="http://schemas.microsoft.com/office/drawing/2014/main" id="{318E7064-6C65-CE7F-C31F-A4F12EC5D7B1}"/>
              </a:ext>
            </a:extLst>
          </p:cNvPr>
          <p:cNvSpPr>
            <a:spLocks noGrp="1"/>
          </p:cNvSpPr>
          <p:nvPr>
            <p:ph type="dt" sz="half" idx="10"/>
          </p:nvPr>
        </p:nvSpPr>
        <p:spPr/>
        <p:txBody>
          <a:bodyPr/>
          <a:lstStyle/>
          <a:p>
            <a:fld id="{67C3B4F7-71D5-4F1C-A9CA-5E3A40F979B7}" type="datetime1">
              <a:rPr lang="en-US" smtClean="0"/>
              <a:t>3/5/26</a:t>
            </a:fld>
            <a:endParaRPr lang="en-US"/>
          </a:p>
        </p:txBody>
      </p:sp>
    </p:spTree>
    <p:extLst>
      <p:ext uri="{BB962C8B-B14F-4D97-AF65-F5344CB8AC3E}">
        <p14:creationId xmlns:p14="http://schemas.microsoft.com/office/powerpoint/2010/main" val="322880368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Two content sides">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94B500C-0980-BC7A-ED7B-034A06D44F99}"/>
              </a:ext>
            </a:extLst>
          </p:cNvPr>
          <p:cNvSpPr/>
          <p:nvPr userDrawn="1"/>
        </p:nvSpPr>
        <p:spPr>
          <a:xfrm rot="5400000">
            <a:off x="-542759" y="339558"/>
            <a:ext cx="7181516" cy="6096000"/>
          </a:xfrm>
          <a:custGeom>
            <a:avLst/>
            <a:gdLst>
              <a:gd name="connsiteX0" fmla="*/ 0 w 7181516"/>
              <a:gd name="connsiteY0" fmla="*/ 0 h 6096000"/>
              <a:gd name="connsiteX1" fmla="*/ 7181516 w 7181516"/>
              <a:gd name="connsiteY1" fmla="*/ 0 h 6096000"/>
              <a:gd name="connsiteX2" fmla="*/ 7181516 w 7181516"/>
              <a:gd name="connsiteY2" fmla="*/ 6096000 h 6096000"/>
              <a:gd name="connsiteX3" fmla="*/ 0 w 7181516"/>
              <a:gd name="connsiteY3" fmla="*/ 6096000 h 6096000"/>
              <a:gd name="connsiteX4" fmla="*/ 0 w 7181516"/>
              <a:gd name="connsiteY4" fmla="*/ 0 h 609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81516" h="6096000" fill="none" extrusionOk="0">
                <a:moveTo>
                  <a:pt x="0" y="0"/>
                </a:moveTo>
                <a:cubicBezTo>
                  <a:pt x="2916812" y="-52728"/>
                  <a:pt x="5513289" y="-50396"/>
                  <a:pt x="7181516" y="0"/>
                </a:cubicBezTo>
                <a:cubicBezTo>
                  <a:pt x="7294684" y="1744468"/>
                  <a:pt x="7252009" y="5028993"/>
                  <a:pt x="7181516" y="6096000"/>
                </a:cubicBezTo>
                <a:cubicBezTo>
                  <a:pt x="4152511" y="6073521"/>
                  <a:pt x="1021377" y="6166254"/>
                  <a:pt x="0" y="6096000"/>
                </a:cubicBezTo>
                <a:cubicBezTo>
                  <a:pt x="-112813" y="5478731"/>
                  <a:pt x="22711" y="2019713"/>
                  <a:pt x="0" y="0"/>
                </a:cubicBezTo>
                <a:close/>
              </a:path>
              <a:path w="7181516" h="6096000" stroke="0" extrusionOk="0">
                <a:moveTo>
                  <a:pt x="0" y="0"/>
                </a:moveTo>
                <a:cubicBezTo>
                  <a:pt x="3062300" y="-78112"/>
                  <a:pt x="5041402" y="-31176"/>
                  <a:pt x="7181516" y="0"/>
                </a:cubicBezTo>
                <a:cubicBezTo>
                  <a:pt x="7083076" y="1850510"/>
                  <a:pt x="7256698" y="3374943"/>
                  <a:pt x="7181516" y="6096000"/>
                </a:cubicBezTo>
                <a:cubicBezTo>
                  <a:pt x="5120506" y="6195534"/>
                  <a:pt x="2753541" y="6208741"/>
                  <a:pt x="0" y="6096000"/>
                </a:cubicBezTo>
                <a:cubicBezTo>
                  <a:pt x="69522" y="4937345"/>
                  <a:pt x="-4875" y="2650830"/>
                  <a:pt x="0" y="0"/>
                </a:cubicBezTo>
                <a:close/>
              </a:path>
            </a:pathLst>
          </a:custGeom>
          <a:solidFill>
            <a:schemeClr val="bg2"/>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100">
              <a:solidFill>
                <a:schemeClr val="tx1"/>
              </a:solidFill>
            </a:endParaRPr>
          </a:p>
        </p:txBody>
      </p:sp>
      <p:pic>
        <p:nvPicPr>
          <p:cNvPr id="13" name="Google Shape;52;p44">
            <a:extLst>
              <a:ext uri="{FF2B5EF4-FFF2-40B4-BE49-F238E27FC236}">
                <a16:creationId xmlns:a16="http://schemas.microsoft.com/office/drawing/2014/main" id="{132A09B5-1937-3444-6DDD-3ABC2BDC385A}"/>
              </a:ext>
            </a:extLst>
          </p:cNvPr>
          <p:cNvPicPr preferRelativeResize="0"/>
          <p:nvPr userDrawn="1"/>
        </p:nvPicPr>
        <p:blipFill rotWithShape="1">
          <a:blip r:embed="rId2">
            <a:alphaModFix/>
          </a:blip>
          <a:srcRect/>
          <a:stretch/>
        </p:blipFill>
        <p:spPr>
          <a:xfrm rot="5400000">
            <a:off x="2863078" y="3169440"/>
            <a:ext cx="6858000" cy="519119"/>
          </a:xfrm>
          <a:prstGeom prst="rect">
            <a:avLst/>
          </a:prstGeom>
          <a:noFill/>
          <a:ln>
            <a:noFill/>
          </a:ln>
        </p:spPr>
      </p:pic>
      <p:sp>
        <p:nvSpPr>
          <p:cNvPr id="2" name="Title 1">
            <a:extLst>
              <a:ext uri="{FF2B5EF4-FFF2-40B4-BE49-F238E27FC236}">
                <a16:creationId xmlns:a16="http://schemas.microsoft.com/office/drawing/2014/main" id="{D1D86A6C-8376-1E41-BD5C-E20A76288A7C}"/>
              </a:ext>
            </a:extLst>
          </p:cNvPr>
          <p:cNvSpPr>
            <a:spLocks noGrp="1"/>
          </p:cNvSpPr>
          <p:nvPr>
            <p:ph type="title"/>
          </p:nvPr>
        </p:nvSpPr>
        <p:spPr>
          <a:xfrm>
            <a:off x="310897" y="150615"/>
            <a:ext cx="5626916" cy="646189"/>
          </a:xfrm>
          <a:prstGeom prst="rect">
            <a:avLst/>
          </a:prstGeom>
        </p:spPr>
        <p:txBody>
          <a:bodyPr lIns="45720" rIns="45720"/>
          <a:lstStyle/>
          <a:p>
            <a:r>
              <a:rPr lang="en-US"/>
              <a:t>Click to edit Master title style</a:t>
            </a:r>
          </a:p>
        </p:txBody>
      </p:sp>
      <p:sp>
        <p:nvSpPr>
          <p:cNvPr id="3" name="Date Placeholder 2">
            <a:extLst>
              <a:ext uri="{FF2B5EF4-FFF2-40B4-BE49-F238E27FC236}">
                <a16:creationId xmlns:a16="http://schemas.microsoft.com/office/drawing/2014/main" id="{44B3472C-7D95-F84A-A3A5-3FF355EE73E3}"/>
              </a:ext>
            </a:extLst>
          </p:cNvPr>
          <p:cNvSpPr>
            <a:spLocks noGrp="1"/>
          </p:cNvSpPr>
          <p:nvPr>
            <p:ph type="dt" sz="half" idx="10"/>
          </p:nvPr>
        </p:nvSpPr>
        <p:spPr>
          <a:xfrm>
            <a:off x="11559241" y="6921699"/>
            <a:ext cx="632759" cy="267660"/>
          </a:xfrm>
        </p:spPr>
        <p:txBody>
          <a:bodyPr/>
          <a:lstStyle/>
          <a:p>
            <a:endParaRPr lang="en-US"/>
          </a:p>
        </p:txBody>
      </p:sp>
      <p:grpSp>
        <p:nvGrpSpPr>
          <p:cNvPr id="8" name="Group 7">
            <a:extLst>
              <a:ext uri="{FF2B5EF4-FFF2-40B4-BE49-F238E27FC236}">
                <a16:creationId xmlns:a16="http://schemas.microsoft.com/office/drawing/2014/main" id="{001E12C9-7E6A-3FF5-9542-DAF9BD69DE4A}"/>
              </a:ext>
            </a:extLst>
          </p:cNvPr>
          <p:cNvGrpSpPr/>
          <p:nvPr userDrawn="1"/>
        </p:nvGrpSpPr>
        <p:grpSpPr>
          <a:xfrm>
            <a:off x="297307" y="6452912"/>
            <a:ext cx="740409" cy="274320"/>
            <a:chOff x="297230" y="6448851"/>
            <a:chExt cx="740216" cy="274320"/>
          </a:xfrm>
        </p:grpSpPr>
        <p:grpSp>
          <p:nvGrpSpPr>
            <p:cNvPr id="9" name="Group 8">
              <a:extLst>
                <a:ext uri="{FF2B5EF4-FFF2-40B4-BE49-F238E27FC236}">
                  <a16:creationId xmlns:a16="http://schemas.microsoft.com/office/drawing/2014/main" id="{DAB74E18-A0D8-D076-9E0A-B671CADAA295}"/>
                </a:ext>
              </a:extLst>
            </p:cNvPr>
            <p:cNvGrpSpPr/>
            <p:nvPr userDrawn="1"/>
          </p:nvGrpSpPr>
          <p:grpSpPr>
            <a:xfrm>
              <a:off x="297230" y="6448851"/>
              <a:ext cx="667327" cy="274320"/>
              <a:chOff x="530292" y="1144069"/>
              <a:chExt cx="667327" cy="274320"/>
            </a:xfrm>
          </p:grpSpPr>
          <p:pic>
            <p:nvPicPr>
              <p:cNvPr id="11" name="Picture 10">
                <a:extLst>
                  <a:ext uri="{FF2B5EF4-FFF2-40B4-BE49-F238E27FC236}">
                    <a16:creationId xmlns:a16="http://schemas.microsoft.com/office/drawing/2014/main" id="{8433A294-5286-3B22-4FB2-F2E40BF5C638}"/>
                  </a:ext>
                </a:extLst>
              </p:cNvPr>
              <p:cNvPicPr>
                <a:picLocks noChangeAspect="1"/>
              </p:cNvPicPr>
              <p:nvPr/>
            </p:nvPicPr>
            <p:blipFill>
              <a:blip r:embed="rId3"/>
              <a:stretch>
                <a:fillRect/>
              </a:stretch>
            </p:blipFill>
            <p:spPr>
              <a:xfrm>
                <a:off x="530292" y="1144069"/>
                <a:ext cx="271522" cy="274320"/>
              </a:xfrm>
              <a:prstGeom prst="rect">
                <a:avLst/>
              </a:prstGeom>
            </p:spPr>
          </p:pic>
          <p:pic>
            <p:nvPicPr>
              <p:cNvPr id="12" name="Picture 4">
                <a:extLst>
                  <a:ext uri="{FF2B5EF4-FFF2-40B4-BE49-F238E27FC236}">
                    <a16:creationId xmlns:a16="http://schemas.microsoft.com/office/drawing/2014/main" id="{42AB20F1-C7CA-C1E4-2721-2BFFEF490B26}"/>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997842" y="1144069"/>
                <a:ext cx="199777" cy="274320"/>
              </a:xfrm>
              <a:prstGeom prst="rect">
                <a:avLst/>
              </a:prstGeom>
            </p:spPr>
          </p:pic>
        </p:grpSp>
        <p:sp>
          <p:nvSpPr>
            <p:cNvPr id="10" name="TextBox 9">
              <a:extLst>
                <a:ext uri="{FF2B5EF4-FFF2-40B4-BE49-F238E27FC236}">
                  <a16:creationId xmlns:a16="http://schemas.microsoft.com/office/drawing/2014/main" id="{C7CAF233-972D-12A5-7B4E-D795319AC2C7}"/>
                </a:ext>
              </a:extLst>
            </p:cNvPr>
            <p:cNvSpPr txBox="1"/>
            <p:nvPr userDrawn="1"/>
          </p:nvSpPr>
          <p:spPr>
            <a:xfrm>
              <a:off x="518462" y="6462900"/>
              <a:ext cx="518984" cy="246221"/>
            </a:xfrm>
            <a:prstGeom prst="rect">
              <a:avLst/>
            </a:prstGeom>
            <a:noFill/>
          </p:spPr>
          <p:txBody>
            <a:bodyPr wrap="square" rtlCol="0">
              <a:spAutoFit/>
            </a:bodyPr>
            <a:lstStyle/>
            <a:p>
              <a:r>
                <a:rPr lang="en-US" sz="1000" b="0" i="0">
                  <a:latin typeface="Adobe Clean Light" panose="020B0303020404020204" pitchFamily="34" charset="0"/>
                </a:rPr>
                <a:t>&amp;</a:t>
              </a:r>
            </a:p>
          </p:txBody>
        </p:sp>
      </p:grpSp>
    </p:spTree>
    <p:extLst>
      <p:ext uri="{BB962C8B-B14F-4D97-AF65-F5344CB8AC3E}">
        <p14:creationId xmlns:p14="http://schemas.microsoft.com/office/powerpoint/2010/main" val="99990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Text" userDrawn="1">
  <p:cSld name="Title and Text">
    <p:spTree>
      <p:nvGrpSpPr>
        <p:cNvPr id="1" name="Shape 79"/>
        <p:cNvGrpSpPr/>
        <p:nvPr/>
      </p:nvGrpSpPr>
      <p:grpSpPr>
        <a:xfrm>
          <a:off x="0" y="0"/>
          <a:ext cx="0" cy="0"/>
          <a:chOff x="0" y="0"/>
          <a:chExt cx="0" cy="0"/>
        </a:xfrm>
      </p:grpSpPr>
      <p:sp>
        <p:nvSpPr>
          <p:cNvPr id="4" name="Title 1">
            <a:extLst>
              <a:ext uri="{FF2B5EF4-FFF2-40B4-BE49-F238E27FC236}">
                <a16:creationId xmlns:a16="http://schemas.microsoft.com/office/drawing/2014/main" id="{33FE541B-5F2D-029C-A146-A86EE38474BC}"/>
              </a:ext>
            </a:extLst>
          </p:cNvPr>
          <p:cNvSpPr>
            <a:spLocks noGrp="1"/>
          </p:cNvSpPr>
          <p:nvPr>
            <p:ph type="title"/>
          </p:nvPr>
        </p:nvSpPr>
        <p:spPr>
          <a:xfrm>
            <a:off x="310897" y="150615"/>
            <a:ext cx="11494008" cy="646189"/>
          </a:xfrm>
          <a:prstGeom prst="rect">
            <a:avLst/>
          </a:prstGeom>
        </p:spPr>
        <p:txBody>
          <a:bodyPr lIns="45720" rIns="45720"/>
          <a:lstStyle/>
          <a:p>
            <a:r>
              <a:rPr lang="en-US"/>
              <a:t>Click to edit Master title style</a:t>
            </a:r>
          </a:p>
        </p:txBody>
      </p:sp>
      <p:sp>
        <p:nvSpPr>
          <p:cNvPr id="7" name="Slide Number Placeholder 5">
            <a:extLst>
              <a:ext uri="{FF2B5EF4-FFF2-40B4-BE49-F238E27FC236}">
                <a16:creationId xmlns:a16="http://schemas.microsoft.com/office/drawing/2014/main" id="{6EEED3C5-1FBD-9F95-90D4-86B25BF25F2A}"/>
              </a:ext>
            </a:extLst>
          </p:cNvPr>
          <p:cNvSpPr>
            <a:spLocks noGrp="1"/>
          </p:cNvSpPr>
          <p:nvPr>
            <p:ph type="sldNum" sz="quarter" idx="4"/>
          </p:nvPr>
        </p:nvSpPr>
        <p:spPr>
          <a:xfrm>
            <a:off x="5813393" y="6505935"/>
            <a:ext cx="565215" cy="168274"/>
          </a:xfrm>
          <a:prstGeom prst="rect">
            <a:avLst/>
          </a:prstGeom>
        </p:spPr>
        <p:txBody>
          <a:bodyPr vert="horz" lIns="108829" tIns="54414" rIns="108829" bIns="54414" rtlCol="0" anchor="ctr"/>
          <a:lstStyle>
            <a:lvl1pPr algn="r">
              <a:defRPr sz="800">
                <a:solidFill>
                  <a:srgbClr val="808080"/>
                </a:solidFill>
              </a:defRPr>
            </a:lvl1pPr>
          </a:lstStyle>
          <a:p>
            <a:pPr algn="ctr"/>
            <a:fld id="{90156F56-D5AE-4C6F-B826-C69D1BC521BB}" type="slidenum">
              <a:rPr lang="en-US" smtClean="0"/>
              <a:pPr algn="ctr"/>
              <a:t>‹#›</a:t>
            </a:fld>
            <a:endParaRPr lang="en-US"/>
          </a:p>
        </p:txBody>
      </p:sp>
    </p:spTree>
    <p:extLst>
      <p:ext uri="{BB962C8B-B14F-4D97-AF65-F5344CB8AC3E}">
        <p14:creationId xmlns:p14="http://schemas.microsoft.com/office/powerpoint/2010/main" val="35091087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image" Target="../media/image1.png"/><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A557CE-52E6-1FB8-260F-4B9972B7C98C}"/>
              </a:ext>
            </a:extLst>
          </p:cNvPr>
          <p:cNvSpPr>
            <a:spLocks noGrp="1"/>
          </p:cNvSpPr>
          <p:nvPr>
            <p:ph type="title"/>
          </p:nvPr>
        </p:nvSpPr>
        <p:spPr>
          <a:xfrm>
            <a:off x="609600" y="264085"/>
            <a:ext cx="10972800" cy="946389"/>
          </a:xfrm>
          <a:prstGeom prst="rect">
            <a:avLst/>
          </a:prstGeom>
        </p:spPr>
        <p:txBody>
          <a:bodyPr vert="horz" lIns="0" tIns="45720" rIns="0" bIns="45720" rtlCol="0" anchor="ctr" anchorCtr="0">
            <a:noAutofit/>
          </a:bodyPr>
          <a:lstStyle/>
          <a:p>
            <a:r>
              <a:rPr lang="en-US"/>
              <a:t>Click to edit Master title style</a:t>
            </a:r>
          </a:p>
        </p:txBody>
      </p:sp>
      <p:sp>
        <p:nvSpPr>
          <p:cNvPr id="3" name="Text Placeholder 2">
            <a:extLst>
              <a:ext uri="{FF2B5EF4-FFF2-40B4-BE49-F238E27FC236}">
                <a16:creationId xmlns:a16="http://schemas.microsoft.com/office/drawing/2014/main" id="{207D5854-D623-623A-F51E-6C503DDDB9F4}"/>
              </a:ext>
            </a:extLst>
          </p:cNvPr>
          <p:cNvSpPr>
            <a:spLocks noGrp="1"/>
          </p:cNvSpPr>
          <p:nvPr>
            <p:ph type="body" idx="1"/>
          </p:nvPr>
        </p:nvSpPr>
        <p:spPr>
          <a:xfrm>
            <a:off x="609600" y="1334324"/>
            <a:ext cx="10972800" cy="4990276"/>
          </a:xfrm>
          <a:prstGeom prst="rect">
            <a:avLst/>
          </a:prstGeom>
        </p:spPr>
        <p:txBody>
          <a:bodyPr vert="horz" lIns="0" tIns="45720" rIns="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F744D4F-1B98-83B7-DAEA-EBD830B4D85D}"/>
              </a:ext>
            </a:extLst>
          </p:cNvPr>
          <p:cNvSpPr>
            <a:spLocks noGrp="1"/>
          </p:cNvSpPr>
          <p:nvPr>
            <p:ph type="ftr" sz="quarter" idx="3"/>
          </p:nvPr>
        </p:nvSpPr>
        <p:spPr>
          <a:xfrm>
            <a:off x="1645920" y="6583680"/>
            <a:ext cx="7844778" cy="91440"/>
          </a:xfrm>
          <a:prstGeom prst="rect">
            <a:avLst/>
          </a:prstGeom>
        </p:spPr>
        <p:txBody>
          <a:bodyPr vert="horz" wrap="none" lIns="0" tIns="0" rIns="0" bIns="0" rtlCol="0" anchor="t" anchorCtr="0"/>
          <a:lstStyle>
            <a:lvl1pPr algn="l">
              <a:defRPr sz="600">
                <a:solidFill>
                  <a:srgbClr val="191919"/>
                </a:solidFill>
              </a:defRPr>
            </a:lvl1pPr>
          </a:lstStyle>
          <a:p>
            <a:endParaRPr lang="en-US"/>
          </a:p>
        </p:txBody>
      </p:sp>
      <p:sp>
        <p:nvSpPr>
          <p:cNvPr id="25" name="Copyright">
            <a:extLst>
              <a:ext uri="{FF2B5EF4-FFF2-40B4-BE49-F238E27FC236}">
                <a16:creationId xmlns:a16="http://schemas.microsoft.com/office/drawing/2014/main" id="{F00605C0-ED67-6D23-4441-6A67F9B2E445}"/>
              </a:ext>
            </a:extLst>
          </p:cNvPr>
          <p:cNvSpPr txBox="1"/>
          <p:nvPr userDrawn="1"/>
        </p:nvSpPr>
        <p:spPr>
          <a:xfrm>
            <a:off x="9835126" y="6583680"/>
            <a:ext cx="1747274" cy="92333"/>
          </a:xfrm>
          <a:prstGeom prst="rect">
            <a:avLst/>
          </a:prstGeom>
          <a:noFill/>
        </p:spPr>
        <p:txBody>
          <a:bodyPr wrap="none" lIns="0" tIns="0" rIns="0" bIns="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600" baseline="0">
                <a:solidFill>
                  <a:srgbClr val="191919"/>
                </a:solidFill>
                <a:latin typeface="Adobe Clean" panose="020B0503020404020204" pitchFamily="34" charset="0"/>
              </a:rPr>
              <a:t>© 2025 Adobe. All Rights Reserved. Adobe Confidential.</a:t>
            </a:r>
          </a:p>
        </p:txBody>
      </p:sp>
      <p:sp>
        <p:nvSpPr>
          <p:cNvPr id="6" name="Slide Number Placeholder 5">
            <a:extLst>
              <a:ext uri="{FF2B5EF4-FFF2-40B4-BE49-F238E27FC236}">
                <a16:creationId xmlns:a16="http://schemas.microsoft.com/office/drawing/2014/main" id="{83E5B87A-A7CF-09CF-30ED-83C44A71A0E8}"/>
              </a:ext>
            </a:extLst>
          </p:cNvPr>
          <p:cNvSpPr>
            <a:spLocks noGrp="1"/>
          </p:cNvSpPr>
          <p:nvPr>
            <p:ph type="sldNum" sz="quarter" idx="4"/>
          </p:nvPr>
        </p:nvSpPr>
        <p:spPr>
          <a:xfrm>
            <a:off x="11842316" y="6583680"/>
            <a:ext cx="89768" cy="92333"/>
          </a:xfrm>
          <a:prstGeom prst="rect">
            <a:avLst/>
          </a:prstGeom>
        </p:spPr>
        <p:txBody>
          <a:bodyPr wrap="none" lIns="0" tIns="0" rIns="0" bIns="0">
            <a:spAutoFit/>
          </a:bodyPr>
          <a:lstStyle>
            <a:lvl1pPr>
              <a:defRPr lang="en-US" sz="600" baseline="0" smtClean="0">
                <a:solidFill>
                  <a:srgbClr val="191919"/>
                </a:solidFill>
                <a:latin typeface="Adobe Clean" panose="020B0503020404020204" pitchFamily="34" charset="0"/>
              </a:defRPr>
            </a:lvl1pPr>
          </a:lstStyle>
          <a:p>
            <a:pPr algn="r"/>
            <a:fld id="{DEC9D0C1-7FBA-40E3-98AB-77B8E8CCE3DF}" type="slidenum">
              <a:rPr lang="en-US" smtClean="0"/>
              <a:pPr algn="r"/>
              <a:t>‹#›</a:t>
            </a:fld>
            <a:endParaRPr lang="en-US"/>
          </a:p>
        </p:txBody>
      </p:sp>
      <p:sp>
        <p:nvSpPr>
          <p:cNvPr id="4" name="Date Placeholder 3">
            <a:extLst>
              <a:ext uri="{FF2B5EF4-FFF2-40B4-BE49-F238E27FC236}">
                <a16:creationId xmlns:a16="http://schemas.microsoft.com/office/drawing/2014/main" id="{7DFD8D59-8A23-698A-D678-69D2440DB509}"/>
              </a:ext>
            </a:extLst>
          </p:cNvPr>
          <p:cNvSpPr>
            <a:spLocks noGrp="1"/>
          </p:cNvSpPr>
          <p:nvPr>
            <p:ph type="dt" sz="half" idx="2"/>
          </p:nvPr>
        </p:nvSpPr>
        <p:spPr>
          <a:xfrm>
            <a:off x="-1" y="7035913"/>
            <a:ext cx="355867" cy="107722"/>
          </a:xfrm>
          <a:prstGeom prst="rect">
            <a:avLst/>
          </a:prstGeom>
        </p:spPr>
        <p:txBody>
          <a:bodyPr vert="horz" wrap="none" lIns="0" tIns="0" rIns="0" bIns="0" rtlCol="0" anchor="ctr">
            <a:spAutoFit/>
          </a:bodyPr>
          <a:lstStyle>
            <a:lvl1pPr algn="l">
              <a:defRPr sz="700">
                <a:solidFill>
                  <a:schemeClr val="tx1">
                    <a:tint val="75000"/>
                  </a:schemeClr>
                </a:solidFill>
              </a:defRPr>
            </a:lvl1pPr>
          </a:lstStyle>
          <a:p>
            <a:fld id="{30169271-AB45-4F94-B977-1C39D03C236C}" type="datetime1">
              <a:rPr lang="en-US" smtClean="0"/>
              <a:t>3/5/26</a:t>
            </a:fld>
            <a:endParaRPr lang="en-US"/>
          </a:p>
        </p:txBody>
      </p:sp>
      <p:sp>
        <p:nvSpPr>
          <p:cNvPr id="9" name="1/4">
            <a:extLst>
              <a:ext uri="{FF2B5EF4-FFF2-40B4-BE49-F238E27FC236}">
                <a16:creationId xmlns:a16="http://schemas.microsoft.com/office/drawing/2014/main" id="{791B36FE-59D2-67F8-88FF-8BCBCAA1B94A}"/>
              </a:ext>
              <a:ext uri="{C183D7F6-B498-43B3-948B-1728B52AA6E4}">
                <adec:decorative xmlns:adec="http://schemas.microsoft.com/office/drawing/2017/decorative" val="1"/>
              </a:ext>
            </a:extLst>
          </p:cNvPr>
          <p:cNvSpPr txBox="1"/>
          <p:nvPr userDrawn="1"/>
        </p:nvSpPr>
        <p:spPr>
          <a:xfrm>
            <a:off x="3264969" y="-563502"/>
            <a:ext cx="163507" cy="153888"/>
          </a:xfrm>
          <a:prstGeom prst="rect">
            <a:avLst/>
          </a:prstGeom>
          <a:noFill/>
        </p:spPr>
        <p:txBody>
          <a:bodyPr wrap="square" lIns="0" tIns="0" rIns="0" bIns="0" rtlCol="0">
            <a:spAutoFit/>
          </a:bodyPr>
          <a:lstStyle/>
          <a:p>
            <a:pPr algn="ctr"/>
            <a:r>
              <a:rPr lang="en-US" sz="1000">
                <a:solidFill>
                  <a:schemeClr val="accent2">
                    <a:lumMod val="60000"/>
                    <a:lumOff val="40000"/>
                  </a:schemeClr>
                </a:solidFill>
                <a:latin typeface="+mj-lt"/>
              </a:rPr>
              <a:t>1/4</a:t>
            </a:r>
          </a:p>
        </p:txBody>
      </p:sp>
      <p:sp>
        <p:nvSpPr>
          <p:cNvPr id="10" name="2/4">
            <a:extLst>
              <a:ext uri="{FF2B5EF4-FFF2-40B4-BE49-F238E27FC236}">
                <a16:creationId xmlns:a16="http://schemas.microsoft.com/office/drawing/2014/main" id="{1D453459-F362-B9CD-880F-8901A7543B45}"/>
              </a:ext>
              <a:ext uri="{C183D7F6-B498-43B3-948B-1728B52AA6E4}">
                <adec:decorative xmlns:adec="http://schemas.microsoft.com/office/drawing/2017/decorative" val="1"/>
              </a:ext>
            </a:extLst>
          </p:cNvPr>
          <p:cNvSpPr txBox="1"/>
          <p:nvPr userDrawn="1"/>
        </p:nvSpPr>
        <p:spPr>
          <a:xfrm>
            <a:off x="6004629" y="-563502"/>
            <a:ext cx="182742"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2/4</a:t>
            </a:r>
          </a:p>
        </p:txBody>
      </p:sp>
      <p:sp>
        <p:nvSpPr>
          <p:cNvPr id="11" name="3/4">
            <a:extLst>
              <a:ext uri="{FF2B5EF4-FFF2-40B4-BE49-F238E27FC236}">
                <a16:creationId xmlns:a16="http://schemas.microsoft.com/office/drawing/2014/main" id="{8E72AC89-911C-7E96-6D33-BAF9B0DBE03B}"/>
              </a:ext>
              <a:ext uri="{C183D7F6-B498-43B3-948B-1728B52AA6E4}">
                <adec:decorative xmlns:adec="http://schemas.microsoft.com/office/drawing/2017/decorative" val="1"/>
              </a:ext>
            </a:extLst>
          </p:cNvPr>
          <p:cNvSpPr txBox="1"/>
          <p:nvPr userDrawn="1"/>
        </p:nvSpPr>
        <p:spPr>
          <a:xfrm>
            <a:off x="8745241" y="-563502"/>
            <a:ext cx="18434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12" name="2/3 arrow">
            <a:extLst>
              <a:ext uri="{FF2B5EF4-FFF2-40B4-BE49-F238E27FC236}">
                <a16:creationId xmlns:a16="http://schemas.microsoft.com/office/drawing/2014/main" id="{425FBE88-470E-60C6-8016-0453814D1C32}"/>
              </a:ext>
              <a:ext uri="{C183D7F6-B498-43B3-948B-1728B52AA6E4}">
                <adec:decorative xmlns:adec="http://schemas.microsoft.com/office/drawing/2017/decorative" val="1"/>
              </a:ext>
            </a:extLst>
          </p:cNvPr>
          <p:cNvCxnSpPr>
            <a:cxnSpLocks/>
          </p:cNvCxnSpPr>
          <p:nvPr userDrawn="1"/>
        </p:nvCxnSpPr>
        <p:spPr>
          <a:xfrm>
            <a:off x="7923212"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3" name="1/3 arrow">
            <a:extLst>
              <a:ext uri="{FF2B5EF4-FFF2-40B4-BE49-F238E27FC236}">
                <a16:creationId xmlns:a16="http://schemas.microsoft.com/office/drawing/2014/main" id="{B121034D-56B4-850B-095F-50226D1D6260}"/>
              </a:ext>
              <a:ext uri="{C183D7F6-B498-43B3-948B-1728B52AA6E4}">
                <adec:decorative xmlns:adec="http://schemas.microsoft.com/office/drawing/2017/decorative" val="1"/>
              </a:ext>
            </a:extLst>
          </p:cNvPr>
          <p:cNvCxnSpPr>
            <a:cxnSpLocks/>
          </p:cNvCxnSpPr>
          <p:nvPr userDrawn="1"/>
        </p:nvCxnSpPr>
        <p:spPr>
          <a:xfrm>
            <a:off x="4266406" y="-336411"/>
            <a:ext cx="0" cy="236135"/>
          </a:xfrm>
          <a:prstGeom prst="line">
            <a:avLst/>
          </a:prstGeom>
          <a:ln w="12700">
            <a:solidFill>
              <a:srgbClr val="C8C1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4" name="2/3">
            <a:extLst>
              <a:ext uri="{FF2B5EF4-FFF2-40B4-BE49-F238E27FC236}">
                <a16:creationId xmlns:a16="http://schemas.microsoft.com/office/drawing/2014/main" id="{FC5A2A21-4D76-D3E5-F47D-FAAEDEFAE6F2}"/>
              </a:ext>
              <a:ext uri="{C183D7F6-B498-43B3-948B-1728B52AA6E4}">
                <adec:decorative xmlns:adec="http://schemas.microsoft.com/office/drawing/2017/decorative" val="1"/>
              </a:ext>
            </a:extLst>
          </p:cNvPr>
          <p:cNvSpPr txBox="1"/>
          <p:nvPr userDrawn="1"/>
        </p:nvSpPr>
        <p:spPr>
          <a:xfrm>
            <a:off x="7834245" y="-563502"/>
            <a:ext cx="177934" cy="153888"/>
          </a:xfrm>
          <a:prstGeom prst="rect">
            <a:avLst/>
          </a:prstGeom>
          <a:noFill/>
        </p:spPr>
        <p:txBody>
          <a:bodyPr wrap="none" lIns="0" tIns="0" rIns="0" bIns="0" rtlCol="0">
            <a:spAutoFit/>
          </a:bodyPr>
          <a:lstStyle/>
          <a:p>
            <a:pPr algn="ctr"/>
            <a:r>
              <a:rPr lang="en-US" sz="1000">
                <a:solidFill>
                  <a:srgbClr val="A185B6"/>
                </a:solidFill>
                <a:latin typeface="+mj-lt"/>
              </a:rPr>
              <a:t>2/3</a:t>
            </a:r>
          </a:p>
        </p:txBody>
      </p:sp>
      <p:sp>
        <p:nvSpPr>
          <p:cNvPr id="15" name="1/3">
            <a:extLst>
              <a:ext uri="{FF2B5EF4-FFF2-40B4-BE49-F238E27FC236}">
                <a16:creationId xmlns:a16="http://schemas.microsoft.com/office/drawing/2014/main" id="{31DF4110-6679-C48B-A68B-23CCE2DC7192}"/>
              </a:ext>
              <a:ext uri="{C183D7F6-B498-43B3-948B-1728B52AA6E4}">
                <adec:decorative xmlns:adec="http://schemas.microsoft.com/office/drawing/2017/decorative" val="1"/>
              </a:ext>
            </a:extLst>
          </p:cNvPr>
          <p:cNvSpPr txBox="1"/>
          <p:nvPr userDrawn="1"/>
        </p:nvSpPr>
        <p:spPr>
          <a:xfrm>
            <a:off x="4194051" y="-563502"/>
            <a:ext cx="158698" cy="153888"/>
          </a:xfrm>
          <a:prstGeom prst="rect">
            <a:avLst/>
          </a:prstGeom>
          <a:noFill/>
        </p:spPr>
        <p:txBody>
          <a:bodyPr wrap="none" lIns="0" tIns="0" rIns="0" bIns="0" rtlCol="0">
            <a:spAutoFit/>
          </a:bodyPr>
          <a:lstStyle/>
          <a:p>
            <a:pPr algn="ctr"/>
            <a:r>
              <a:rPr lang="en-US" sz="1000">
                <a:solidFill>
                  <a:srgbClr val="A185B6"/>
                </a:solidFill>
                <a:latin typeface="+mj-lt"/>
              </a:rPr>
              <a:t>1/3</a:t>
            </a:r>
          </a:p>
        </p:txBody>
      </p:sp>
      <p:cxnSp>
        <p:nvCxnSpPr>
          <p:cNvPr id="16" name="1/4 arrow">
            <a:extLst>
              <a:ext uri="{FF2B5EF4-FFF2-40B4-BE49-F238E27FC236}">
                <a16:creationId xmlns:a16="http://schemas.microsoft.com/office/drawing/2014/main" id="{654E8F9D-6C4E-05DA-FE73-546CD08C5B57}"/>
              </a:ext>
              <a:ext uri="{C183D7F6-B498-43B3-948B-1728B52AA6E4}">
                <adec:decorative xmlns:adec="http://schemas.microsoft.com/office/drawing/2017/decorative" val="1"/>
              </a:ext>
            </a:extLst>
          </p:cNvPr>
          <p:cNvCxnSpPr>
            <a:cxnSpLocks/>
          </p:cNvCxnSpPr>
          <p:nvPr userDrawn="1"/>
        </p:nvCxnSpPr>
        <p:spPr>
          <a:xfrm>
            <a:off x="3352205"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7" name="2/4 arrow">
            <a:extLst>
              <a:ext uri="{FF2B5EF4-FFF2-40B4-BE49-F238E27FC236}">
                <a16:creationId xmlns:a16="http://schemas.microsoft.com/office/drawing/2014/main" id="{DA346B2B-DF35-381D-9BDC-1CDA53FCF74A}"/>
              </a:ext>
              <a:ext uri="{C183D7F6-B498-43B3-948B-1728B52AA6E4}">
                <adec:decorative xmlns:adec="http://schemas.microsoft.com/office/drawing/2017/decorative" val="1"/>
              </a:ext>
            </a:extLst>
          </p:cNvPr>
          <p:cNvCxnSpPr>
            <a:cxnSpLocks/>
          </p:cNvCxnSpPr>
          <p:nvPr userDrawn="1"/>
        </p:nvCxnSpPr>
        <p:spPr>
          <a:xfrm>
            <a:off x="6096000"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18" name="3/4 arrow">
            <a:extLst>
              <a:ext uri="{FF2B5EF4-FFF2-40B4-BE49-F238E27FC236}">
                <a16:creationId xmlns:a16="http://schemas.microsoft.com/office/drawing/2014/main" id="{79D2891A-8FC3-A6BB-6113-BF32856BCF47}"/>
              </a:ext>
              <a:ext uri="{C183D7F6-B498-43B3-948B-1728B52AA6E4}">
                <adec:decorative xmlns:adec="http://schemas.microsoft.com/office/drawing/2017/decorative" val="1"/>
              </a:ext>
            </a:extLst>
          </p:cNvPr>
          <p:cNvCxnSpPr>
            <a:cxnSpLocks/>
          </p:cNvCxnSpPr>
          <p:nvPr userDrawn="1"/>
        </p:nvCxnSpPr>
        <p:spPr>
          <a:xfrm>
            <a:off x="8837414" y="-336411"/>
            <a:ext cx="0" cy="236135"/>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19" name="Grid Instrux">
            <a:extLst>
              <a:ext uri="{FF2B5EF4-FFF2-40B4-BE49-F238E27FC236}">
                <a16:creationId xmlns:a16="http://schemas.microsoft.com/office/drawing/2014/main" id="{02CAB0F6-BA9D-DC91-B680-B8B29A069DD5}"/>
              </a:ext>
              <a:ext uri="{C183D7F6-B498-43B3-948B-1728B52AA6E4}">
                <adec:decorative xmlns:adec="http://schemas.microsoft.com/office/drawing/2017/decorative" val="1"/>
              </a:ext>
            </a:extLst>
          </p:cNvPr>
          <p:cNvSpPr txBox="1"/>
          <p:nvPr userDrawn="1"/>
        </p:nvSpPr>
        <p:spPr>
          <a:xfrm>
            <a:off x="1157679" y="-549443"/>
            <a:ext cx="1764907" cy="369332"/>
          </a:xfrm>
          <a:prstGeom prst="rect">
            <a:avLst/>
          </a:prstGeom>
          <a:noFill/>
        </p:spPr>
        <p:txBody>
          <a:bodyPr wrap="none" lIns="0" tIns="0" rIns="0" bIns="0" rtlCol="0">
            <a:spAutoFit/>
          </a:bodyPr>
          <a:lstStyle/>
          <a:p>
            <a:pPr algn="l"/>
            <a:r>
              <a:rPr lang="en-US" sz="800">
                <a:solidFill>
                  <a:schemeClr val="bg1">
                    <a:lumMod val="65000"/>
                  </a:schemeClr>
                </a:solidFill>
                <a:latin typeface="+mj-lt"/>
              </a:rPr>
              <a:t>Turn on Guides to see the custom grid.</a:t>
            </a:r>
            <a:br>
              <a:rPr lang="en-US" sz="800">
                <a:solidFill>
                  <a:schemeClr val="bg1">
                    <a:lumMod val="65000"/>
                  </a:schemeClr>
                </a:solidFill>
                <a:latin typeface="+mj-lt"/>
              </a:rPr>
            </a:br>
            <a:r>
              <a:rPr lang="en-US" sz="800">
                <a:solidFill>
                  <a:schemeClr val="bg1">
                    <a:lumMod val="65000"/>
                  </a:schemeClr>
                </a:solidFill>
                <a:latin typeface="+mn-lt"/>
              </a:rPr>
              <a:t>Mac: Control-option-command-G</a:t>
            </a:r>
            <a:br>
              <a:rPr lang="en-US" sz="800">
                <a:solidFill>
                  <a:schemeClr val="bg1">
                    <a:lumMod val="65000"/>
                  </a:schemeClr>
                </a:solidFill>
                <a:latin typeface="+mn-lt"/>
              </a:rPr>
            </a:br>
            <a:r>
              <a:rPr lang="en-US" sz="800">
                <a:solidFill>
                  <a:schemeClr val="bg1">
                    <a:lumMod val="65000"/>
                  </a:schemeClr>
                </a:solidFill>
                <a:latin typeface="+mn-lt"/>
              </a:rPr>
              <a:t>Win: Alt-F9 (or Alt-Fn-F9 on some laptops)</a:t>
            </a:r>
          </a:p>
        </p:txBody>
      </p:sp>
      <p:sp>
        <p:nvSpPr>
          <p:cNvPr id="7" name="Thread">
            <a:extLst>
              <a:ext uri="{FF2B5EF4-FFF2-40B4-BE49-F238E27FC236}">
                <a16:creationId xmlns:a16="http://schemas.microsoft.com/office/drawing/2014/main" id="{85D60DD5-372A-259D-1420-29F0B57C16CA}"/>
              </a:ext>
              <a:ext uri="{C183D7F6-B498-43B3-948B-1728B52AA6E4}">
                <adec:decorative xmlns:adec="http://schemas.microsoft.com/office/drawing/2017/decorative" val="1"/>
              </a:ext>
            </a:extLst>
          </p:cNvPr>
          <p:cNvSpPr/>
          <p:nvPr userDrawn="1"/>
        </p:nvSpPr>
        <p:spPr>
          <a:xfrm>
            <a:off x="0" y="894"/>
            <a:ext cx="128016" cy="6856213"/>
          </a:xfrm>
          <a:prstGeom prst="rect">
            <a:avLst/>
          </a:prstGeom>
          <a:solidFill>
            <a:srgbClr val="EB1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l">
              <a:spcBef>
                <a:spcPts val="1200"/>
              </a:spcBef>
            </a:pPr>
            <a:endParaRPr lang="en-US" sz="1400">
              <a:solidFill>
                <a:schemeClr val="tx1"/>
              </a:solidFill>
            </a:endParaRPr>
          </a:p>
        </p:txBody>
      </p:sp>
      <p:sp>
        <p:nvSpPr>
          <p:cNvPr id="32" name="1/4">
            <a:extLst>
              <a:ext uri="{FF2B5EF4-FFF2-40B4-BE49-F238E27FC236}">
                <a16:creationId xmlns:a16="http://schemas.microsoft.com/office/drawing/2014/main" id="{424377ED-B64A-B4C7-0B71-A4CF8A90AED7}"/>
              </a:ext>
              <a:ext uri="{C183D7F6-B498-43B3-948B-1728B52AA6E4}">
                <adec:decorative xmlns:adec="http://schemas.microsoft.com/office/drawing/2017/decorative" val="1"/>
              </a:ext>
            </a:extLst>
          </p:cNvPr>
          <p:cNvSpPr txBox="1"/>
          <p:nvPr userDrawn="1"/>
        </p:nvSpPr>
        <p:spPr>
          <a:xfrm>
            <a:off x="12576881" y="2509117"/>
            <a:ext cx="163507"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1/4</a:t>
            </a:r>
          </a:p>
        </p:txBody>
      </p:sp>
      <p:sp>
        <p:nvSpPr>
          <p:cNvPr id="33" name="2/4">
            <a:extLst>
              <a:ext uri="{FF2B5EF4-FFF2-40B4-BE49-F238E27FC236}">
                <a16:creationId xmlns:a16="http://schemas.microsoft.com/office/drawing/2014/main" id="{51F3C041-8ED9-0DA6-BEAB-D9FCBAB6CCFF}"/>
              </a:ext>
              <a:ext uri="{C183D7F6-B498-43B3-948B-1728B52AA6E4}">
                <adec:decorative xmlns:adec="http://schemas.microsoft.com/office/drawing/2017/decorative" val="1"/>
              </a:ext>
            </a:extLst>
          </p:cNvPr>
          <p:cNvSpPr txBox="1"/>
          <p:nvPr userDrawn="1"/>
        </p:nvSpPr>
        <p:spPr>
          <a:xfrm>
            <a:off x="12586321" y="3754563"/>
            <a:ext cx="182742" cy="153888"/>
          </a:xfrm>
          <a:prstGeom prst="rect">
            <a:avLst/>
          </a:prstGeom>
          <a:noFill/>
        </p:spPr>
        <p:txBody>
          <a:bodyPr wrap="square" lIns="0" tIns="0" rIns="0" bIns="0" rtlCol="0">
            <a:spAutoFit/>
          </a:bodyPr>
          <a:lstStyle/>
          <a:p>
            <a:pPr algn="ctr"/>
            <a:r>
              <a:rPr lang="en-US" sz="1000">
                <a:solidFill>
                  <a:schemeClr val="accent2">
                    <a:lumMod val="60000"/>
                    <a:lumOff val="40000"/>
                  </a:schemeClr>
                </a:solidFill>
                <a:latin typeface="+mj-lt"/>
              </a:rPr>
              <a:t>2/4</a:t>
            </a:r>
          </a:p>
        </p:txBody>
      </p:sp>
      <p:sp>
        <p:nvSpPr>
          <p:cNvPr id="34" name="3/4">
            <a:extLst>
              <a:ext uri="{FF2B5EF4-FFF2-40B4-BE49-F238E27FC236}">
                <a16:creationId xmlns:a16="http://schemas.microsoft.com/office/drawing/2014/main" id="{F2D0D8E2-527A-4BB8-6B7E-6D57BEB7FA78}"/>
              </a:ext>
              <a:ext uri="{C183D7F6-B498-43B3-948B-1728B52AA6E4}">
                <adec:decorative xmlns:adec="http://schemas.microsoft.com/office/drawing/2017/decorative" val="1"/>
              </a:ext>
            </a:extLst>
          </p:cNvPr>
          <p:cNvSpPr txBox="1"/>
          <p:nvPr userDrawn="1"/>
        </p:nvSpPr>
        <p:spPr>
          <a:xfrm>
            <a:off x="12644053" y="4987532"/>
            <a:ext cx="184346" cy="153888"/>
          </a:xfrm>
          <a:prstGeom prst="rect">
            <a:avLst/>
          </a:prstGeom>
          <a:noFill/>
        </p:spPr>
        <p:txBody>
          <a:bodyPr wrap="none" lIns="0" tIns="0" rIns="0" bIns="0" rtlCol="0">
            <a:spAutoFit/>
          </a:bodyPr>
          <a:lstStyle/>
          <a:p>
            <a:pPr algn="ctr"/>
            <a:r>
              <a:rPr lang="en-US" sz="1000">
                <a:solidFill>
                  <a:schemeClr val="accent2">
                    <a:lumMod val="60000"/>
                    <a:lumOff val="40000"/>
                  </a:schemeClr>
                </a:solidFill>
                <a:latin typeface="+mj-lt"/>
              </a:rPr>
              <a:t>3/4</a:t>
            </a:r>
          </a:p>
        </p:txBody>
      </p:sp>
      <p:cxnSp>
        <p:nvCxnSpPr>
          <p:cNvPr id="35" name="1/4 arrow">
            <a:extLst>
              <a:ext uri="{FF2B5EF4-FFF2-40B4-BE49-F238E27FC236}">
                <a16:creationId xmlns:a16="http://schemas.microsoft.com/office/drawing/2014/main" id="{A418B525-C17C-C5AB-54B3-D48D2031FC62}"/>
              </a:ext>
              <a:ext uri="{C183D7F6-B498-43B3-948B-1728B52AA6E4}">
                <adec:decorative xmlns:adec="http://schemas.microsoft.com/office/drawing/2017/decorative" val="1"/>
              </a:ext>
            </a:extLst>
          </p:cNvPr>
          <p:cNvCxnSpPr>
            <a:cxnSpLocks/>
          </p:cNvCxnSpPr>
          <p:nvPr userDrawn="1"/>
        </p:nvCxnSpPr>
        <p:spPr>
          <a:xfrm flipH="1">
            <a:off x="12278497" y="258086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0" name="1/4 arrow">
            <a:extLst>
              <a:ext uri="{FF2B5EF4-FFF2-40B4-BE49-F238E27FC236}">
                <a16:creationId xmlns:a16="http://schemas.microsoft.com/office/drawing/2014/main" id="{9832C6B5-4860-2934-2206-0B5B7FF6B0DA}"/>
              </a:ext>
              <a:ext uri="{C183D7F6-B498-43B3-948B-1728B52AA6E4}">
                <adec:decorative xmlns:adec="http://schemas.microsoft.com/office/drawing/2017/decorative" val="1"/>
              </a:ext>
            </a:extLst>
          </p:cNvPr>
          <p:cNvCxnSpPr>
            <a:cxnSpLocks/>
          </p:cNvCxnSpPr>
          <p:nvPr userDrawn="1"/>
        </p:nvCxnSpPr>
        <p:spPr>
          <a:xfrm flipH="1">
            <a:off x="12278497" y="133432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2" name="1/4 arrow">
            <a:extLst>
              <a:ext uri="{FF2B5EF4-FFF2-40B4-BE49-F238E27FC236}">
                <a16:creationId xmlns:a16="http://schemas.microsoft.com/office/drawing/2014/main" id="{0F8F2023-3069-3524-187F-DCC6A0F9C743}"/>
              </a:ext>
              <a:ext uri="{C183D7F6-B498-43B3-948B-1728B52AA6E4}">
                <adec:decorative xmlns:adec="http://schemas.microsoft.com/office/drawing/2017/decorative" val="1"/>
              </a:ext>
            </a:extLst>
          </p:cNvPr>
          <p:cNvCxnSpPr>
            <a:cxnSpLocks/>
          </p:cNvCxnSpPr>
          <p:nvPr userDrawn="1"/>
        </p:nvCxnSpPr>
        <p:spPr>
          <a:xfrm flipH="1">
            <a:off x="12278497" y="5073959"/>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43" name="1/4 arrow">
            <a:extLst>
              <a:ext uri="{FF2B5EF4-FFF2-40B4-BE49-F238E27FC236}">
                <a16:creationId xmlns:a16="http://schemas.microsoft.com/office/drawing/2014/main" id="{A8ED2DAB-B3D9-1EA2-514C-8A23C04556CE}"/>
              </a:ext>
              <a:ext uri="{C183D7F6-B498-43B3-948B-1728B52AA6E4}">
                <adec:decorative xmlns:adec="http://schemas.microsoft.com/office/drawing/2017/decorative" val="1"/>
              </a:ext>
            </a:extLst>
          </p:cNvPr>
          <p:cNvCxnSpPr>
            <a:cxnSpLocks/>
          </p:cNvCxnSpPr>
          <p:nvPr userDrawn="1"/>
        </p:nvCxnSpPr>
        <p:spPr>
          <a:xfrm flipH="1">
            <a:off x="12278497" y="3827414"/>
            <a:ext cx="222825" cy="0"/>
          </a:xfrm>
          <a:prstGeom prst="line">
            <a:avLst/>
          </a:prstGeom>
          <a:ln w="12700">
            <a:solidFill>
              <a:srgbClr val="C1D4E8"/>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4" name="1/4">
            <a:extLst>
              <a:ext uri="{FF2B5EF4-FFF2-40B4-BE49-F238E27FC236}">
                <a16:creationId xmlns:a16="http://schemas.microsoft.com/office/drawing/2014/main" id="{C8CA6760-80AA-0257-95D3-4B4DE6DE78FD}"/>
              </a:ext>
              <a:ext uri="{C183D7F6-B498-43B3-948B-1728B52AA6E4}">
                <adec:decorative xmlns:adec="http://schemas.microsoft.com/office/drawing/2017/decorative" val="1"/>
              </a:ext>
            </a:extLst>
          </p:cNvPr>
          <p:cNvSpPr txBox="1"/>
          <p:nvPr userDrawn="1"/>
        </p:nvSpPr>
        <p:spPr>
          <a:xfrm>
            <a:off x="12529254" y="1281863"/>
            <a:ext cx="290143"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HEADER</a:t>
            </a:r>
          </a:p>
        </p:txBody>
      </p:sp>
      <p:cxnSp>
        <p:nvCxnSpPr>
          <p:cNvPr id="45" name="1/4 arrow">
            <a:extLst>
              <a:ext uri="{FF2B5EF4-FFF2-40B4-BE49-F238E27FC236}">
                <a16:creationId xmlns:a16="http://schemas.microsoft.com/office/drawing/2014/main" id="{74375429-3C84-68A9-2613-B48F5A529F30}"/>
              </a:ext>
              <a:ext uri="{C183D7F6-B498-43B3-948B-1728B52AA6E4}">
                <adec:decorative xmlns:adec="http://schemas.microsoft.com/office/drawing/2017/decorative" val="1"/>
              </a:ext>
            </a:extLst>
          </p:cNvPr>
          <p:cNvCxnSpPr>
            <a:cxnSpLocks/>
          </p:cNvCxnSpPr>
          <p:nvPr userDrawn="1"/>
        </p:nvCxnSpPr>
        <p:spPr>
          <a:xfrm flipH="1">
            <a:off x="12278497" y="6320504"/>
            <a:ext cx="222825" cy="0"/>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46" name="1/4">
            <a:extLst>
              <a:ext uri="{FF2B5EF4-FFF2-40B4-BE49-F238E27FC236}">
                <a16:creationId xmlns:a16="http://schemas.microsoft.com/office/drawing/2014/main" id="{1B81506B-B5BB-D6F5-CFE5-02E97E3AFEF1}"/>
              </a:ext>
              <a:ext uri="{C183D7F6-B498-43B3-948B-1728B52AA6E4}">
                <adec:decorative xmlns:adec="http://schemas.microsoft.com/office/drawing/2017/decorative" val="1"/>
              </a:ext>
            </a:extLst>
          </p:cNvPr>
          <p:cNvSpPr txBox="1"/>
          <p:nvPr userDrawn="1"/>
        </p:nvSpPr>
        <p:spPr>
          <a:xfrm>
            <a:off x="12532460" y="6268043"/>
            <a:ext cx="283732"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FOOTER</a:t>
            </a:r>
          </a:p>
        </p:txBody>
      </p:sp>
      <p:cxnSp>
        <p:nvCxnSpPr>
          <p:cNvPr id="24" name="1/4 arrow">
            <a:extLst>
              <a:ext uri="{FF2B5EF4-FFF2-40B4-BE49-F238E27FC236}">
                <a16:creationId xmlns:a16="http://schemas.microsoft.com/office/drawing/2014/main" id="{FA5D0519-5451-A608-D797-03460DF8E37A}"/>
              </a:ext>
              <a:ext uri="{C183D7F6-B498-43B3-948B-1728B52AA6E4}">
                <adec:decorative xmlns:adec="http://schemas.microsoft.com/office/drawing/2017/decorative" val="1"/>
              </a:ext>
            </a:extLst>
          </p:cNvPr>
          <p:cNvCxnSpPr>
            <a:cxnSpLocks/>
          </p:cNvCxnSpPr>
          <p:nvPr userDrawn="1"/>
        </p:nvCxnSpPr>
        <p:spPr>
          <a:xfrm>
            <a:off x="609600"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cxnSp>
        <p:nvCxnSpPr>
          <p:cNvPr id="26" name="3/4 arrow">
            <a:extLst>
              <a:ext uri="{FF2B5EF4-FFF2-40B4-BE49-F238E27FC236}">
                <a16:creationId xmlns:a16="http://schemas.microsoft.com/office/drawing/2014/main" id="{434EAFBE-DCAD-A7F5-09D7-04281AF8FDF5}"/>
              </a:ext>
              <a:ext uri="{C183D7F6-B498-43B3-948B-1728B52AA6E4}">
                <adec:decorative xmlns:adec="http://schemas.microsoft.com/office/drawing/2017/decorative" val="1"/>
              </a:ext>
            </a:extLst>
          </p:cNvPr>
          <p:cNvCxnSpPr>
            <a:cxnSpLocks/>
          </p:cNvCxnSpPr>
          <p:nvPr userDrawn="1"/>
        </p:nvCxnSpPr>
        <p:spPr>
          <a:xfrm>
            <a:off x="11580018" y="-336411"/>
            <a:ext cx="0" cy="236135"/>
          </a:xfrm>
          <a:prstGeom prst="line">
            <a:avLst/>
          </a:prstGeom>
          <a:ln w="12700">
            <a:solidFill>
              <a:schemeClr val="bg1">
                <a:lumMod val="85000"/>
              </a:schemeClr>
            </a:solidFill>
            <a:headEnd type="none" w="med" len="med"/>
            <a:tailEnd type="arrow" w="sm" len="sm"/>
          </a:ln>
        </p:spPr>
        <p:style>
          <a:lnRef idx="1">
            <a:schemeClr val="accent1"/>
          </a:lnRef>
          <a:fillRef idx="0">
            <a:schemeClr val="accent1"/>
          </a:fillRef>
          <a:effectRef idx="0">
            <a:schemeClr val="accent1"/>
          </a:effectRef>
          <a:fontRef idx="minor">
            <a:schemeClr val="tx1"/>
          </a:fontRef>
        </p:style>
      </p:cxnSp>
      <p:sp>
        <p:nvSpPr>
          <p:cNvPr id="27" name="1/4">
            <a:extLst>
              <a:ext uri="{FF2B5EF4-FFF2-40B4-BE49-F238E27FC236}">
                <a16:creationId xmlns:a16="http://schemas.microsoft.com/office/drawing/2014/main" id="{B26847F7-BAAC-4F5F-C73B-C98C0D60DBDC}"/>
              </a:ext>
              <a:ext uri="{C183D7F6-B498-43B3-948B-1728B52AA6E4}">
                <adec:decorative xmlns:adec="http://schemas.microsoft.com/office/drawing/2017/decorative" val="1"/>
              </a:ext>
            </a:extLst>
          </p:cNvPr>
          <p:cNvSpPr txBox="1"/>
          <p:nvPr userDrawn="1"/>
        </p:nvSpPr>
        <p:spPr>
          <a:xfrm>
            <a:off x="370753" y="-532724"/>
            <a:ext cx="477695"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LEFT MARGIN</a:t>
            </a:r>
          </a:p>
        </p:txBody>
      </p:sp>
      <p:sp>
        <p:nvSpPr>
          <p:cNvPr id="28" name="1/4">
            <a:extLst>
              <a:ext uri="{FF2B5EF4-FFF2-40B4-BE49-F238E27FC236}">
                <a16:creationId xmlns:a16="http://schemas.microsoft.com/office/drawing/2014/main" id="{C37489DE-748C-5EF5-A2DC-16A403A0AC9F}"/>
              </a:ext>
              <a:ext uri="{C183D7F6-B498-43B3-948B-1728B52AA6E4}">
                <adec:decorative xmlns:adec="http://schemas.microsoft.com/office/drawing/2017/decorative" val="1"/>
              </a:ext>
            </a:extLst>
          </p:cNvPr>
          <p:cNvSpPr txBox="1"/>
          <p:nvPr userDrawn="1"/>
        </p:nvSpPr>
        <p:spPr>
          <a:xfrm>
            <a:off x="11314721" y="-532724"/>
            <a:ext cx="530594" cy="92333"/>
          </a:xfrm>
          <a:prstGeom prst="rect">
            <a:avLst/>
          </a:prstGeom>
          <a:noFill/>
        </p:spPr>
        <p:txBody>
          <a:bodyPr wrap="none" lIns="0" tIns="0" rIns="0" bIns="0" rtlCol="0">
            <a:spAutoFit/>
          </a:bodyPr>
          <a:lstStyle/>
          <a:p>
            <a:pPr algn="ctr"/>
            <a:r>
              <a:rPr lang="en-US" sz="600">
                <a:solidFill>
                  <a:schemeClr val="bg1">
                    <a:lumMod val="65000"/>
                  </a:schemeClr>
                </a:solidFill>
                <a:latin typeface="+mj-lt"/>
              </a:rPr>
              <a:t>RIGHT MARGIN</a:t>
            </a:r>
          </a:p>
        </p:txBody>
      </p:sp>
      <p:pic>
        <p:nvPicPr>
          <p:cNvPr id="21" name="Picture 20" descr="A red and black number&#10;&#10;Description automatically generated">
            <a:extLst>
              <a:ext uri="{FF2B5EF4-FFF2-40B4-BE49-F238E27FC236}">
                <a16:creationId xmlns:a16="http://schemas.microsoft.com/office/drawing/2014/main" id="{90D99A4A-A7D4-0CC7-5FD2-1E4A30D358E9}"/>
              </a:ext>
            </a:extLst>
          </p:cNvPr>
          <p:cNvPicPr>
            <a:picLocks noChangeAspect="1"/>
          </p:cNvPicPr>
          <p:nvPr userDrawn="1"/>
        </p:nvPicPr>
        <p:blipFill>
          <a:blip r:embed="rId58">
            <a:extLst>
              <a:ext uri="{28A0092B-C50C-407E-A947-70E740481C1C}">
                <a14:useLocalDpi xmlns:a14="http://schemas.microsoft.com/office/drawing/2010/main" val="0"/>
              </a:ext>
            </a:extLst>
          </a:blip>
          <a:stretch>
            <a:fillRect/>
          </a:stretch>
        </p:blipFill>
        <p:spPr>
          <a:xfrm>
            <a:off x="609600" y="6518398"/>
            <a:ext cx="603504" cy="145847"/>
          </a:xfrm>
          <a:prstGeom prst="rect">
            <a:avLst/>
          </a:prstGeom>
        </p:spPr>
      </p:pic>
    </p:spTree>
    <p:extLst>
      <p:ext uri="{BB962C8B-B14F-4D97-AF65-F5344CB8AC3E}">
        <p14:creationId xmlns:p14="http://schemas.microsoft.com/office/powerpoint/2010/main" val="315922790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707" r:id="rId3"/>
    <p:sldLayoutId id="2147483661" r:id="rId4"/>
    <p:sldLayoutId id="2147483651" r:id="rId5"/>
    <p:sldLayoutId id="2147483650" r:id="rId6"/>
    <p:sldLayoutId id="2147483697" r:id="rId7"/>
    <p:sldLayoutId id="2147483699" r:id="rId8"/>
    <p:sldLayoutId id="2147483703" r:id="rId9"/>
    <p:sldLayoutId id="2147483708" r:id="rId10"/>
    <p:sldLayoutId id="2147483712" r:id="rId11"/>
    <p:sldLayoutId id="2147483724" r:id="rId12"/>
    <p:sldLayoutId id="2147483718" r:id="rId13"/>
    <p:sldLayoutId id="2147483710" r:id="rId14"/>
    <p:sldLayoutId id="2147483713" r:id="rId15"/>
    <p:sldLayoutId id="2147483722" r:id="rId16"/>
    <p:sldLayoutId id="2147483683" r:id="rId17"/>
    <p:sldLayoutId id="2147483684" r:id="rId18"/>
    <p:sldLayoutId id="2147483685" r:id="rId19"/>
    <p:sldLayoutId id="2147483726" r:id="rId20"/>
    <p:sldLayoutId id="2147483682" r:id="rId21"/>
    <p:sldLayoutId id="2147483680" r:id="rId22"/>
    <p:sldLayoutId id="2147483677" r:id="rId23"/>
    <p:sldLayoutId id="2147483714" r:id="rId24"/>
    <p:sldLayoutId id="2147483662" r:id="rId25"/>
    <p:sldLayoutId id="2147483663" r:id="rId26"/>
    <p:sldLayoutId id="2147483664" r:id="rId27"/>
    <p:sldLayoutId id="2147483698" r:id="rId28"/>
    <p:sldLayoutId id="2147483700" r:id="rId29"/>
    <p:sldLayoutId id="2147483704" r:id="rId30"/>
    <p:sldLayoutId id="2147483709" r:id="rId31"/>
    <p:sldLayoutId id="2147483716" r:id="rId32"/>
    <p:sldLayoutId id="2147483725" r:id="rId33"/>
    <p:sldLayoutId id="2147483719" r:id="rId34"/>
    <p:sldLayoutId id="2147483711" r:id="rId35"/>
    <p:sldLayoutId id="2147483717" r:id="rId36"/>
    <p:sldLayoutId id="2147483723" r:id="rId37"/>
    <p:sldLayoutId id="2147483688" r:id="rId38"/>
    <p:sldLayoutId id="2147483691" r:id="rId39"/>
    <p:sldLayoutId id="2147483694" r:id="rId40"/>
    <p:sldLayoutId id="2147483727" r:id="rId41"/>
    <p:sldLayoutId id="2147483686" r:id="rId42"/>
    <p:sldLayoutId id="2147483689" r:id="rId43"/>
    <p:sldLayoutId id="2147483692" r:id="rId44"/>
    <p:sldLayoutId id="2147483715" r:id="rId45"/>
    <p:sldLayoutId id="2147483706" r:id="rId46"/>
    <p:sldLayoutId id="2147483655" r:id="rId47"/>
    <p:sldLayoutId id="2147483695" r:id="rId48"/>
    <p:sldLayoutId id="2147483665" r:id="rId49"/>
    <p:sldLayoutId id="2147483701" r:id="rId50"/>
    <p:sldLayoutId id="2147483702" r:id="rId51"/>
    <p:sldLayoutId id="2147483705" r:id="rId52"/>
    <p:sldLayoutId id="2147483671" r:id="rId53"/>
    <p:sldLayoutId id="2147483676" r:id="rId54"/>
    <p:sldLayoutId id="2147483728" r:id="rId55"/>
    <p:sldLayoutId id="2147483729" r:id="rId56"/>
  </p:sldLayoutIdLst>
  <p:hf sldNum="0" hdr="0" ftr="0" dt="0"/>
  <p:txStyles>
    <p:titleStyle>
      <a:lvl1pPr algn="l" defTabSz="914400" rtl="0" eaLnBrk="1" latinLnBrk="0" hangingPunct="1">
        <a:lnSpc>
          <a:spcPct val="80000"/>
        </a:lnSpc>
        <a:spcBef>
          <a:spcPct val="0"/>
        </a:spcBef>
        <a:buNone/>
        <a:defRPr sz="3200" kern="1200" spc="-100" baseline="0">
          <a:solidFill>
            <a:schemeClr val="tx1"/>
          </a:solidFill>
          <a:latin typeface="+mj-lt"/>
          <a:ea typeface="+mj-ea"/>
          <a:cs typeface="+mj-cs"/>
        </a:defRPr>
      </a:lvl1pPr>
    </p:titleStyle>
    <p:bodyStyle>
      <a:lvl1pPr marL="182563" indent="-182563" algn="l" defTabSz="914400" rtl="0" eaLnBrk="1" latinLnBrk="0" hangingPunct="1">
        <a:lnSpc>
          <a:spcPct val="110000"/>
        </a:lnSpc>
        <a:spcBef>
          <a:spcPts val="1200"/>
        </a:spcBef>
        <a:spcAft>
          <a:spcPts val="0"/>
        </a:spcAft>
        <a:buSzPct val="70000"/>
        <a:buFont typeface="Wingdings" panose="05000000000000000000" pitchFamily="2" charset="2"/>
        <a:buChar char="§"/>
        <a:defRPr sz="2000" kern="1200">
          <a:solidFill>
            <a:schemeClr val="tx1"/>
          </a:solidFill>
          <a:latin typeface="+mn-lt"/>
          <a:ea typeface="+mn-ea"/>
          <a:cs typeface="+mn-cs"/>
        </a:defRPr>
      </a:lvl1pPr>
      <a:lvl2pPr marL="382588" indent="-157163" algn="l" defTabSz="914400" rtl="0" eaLnBrk="1" latinLnBrk="0" hangingPunct="1">
        <a:lnSpc>
          <a:spcPct val="110000"/>
        </a:lnSpc>
        <a:spcBef>
          <a:spcPts val="1200"/>
        </a:spcBef>
        <a:spcAft>
          <a:spcPts val="0"/>
        </a:spcAft>
        <a:buSzPct val="70000"/>
        <a:buFont typeface="Wingdings" panose="05000000000000000000" pitchFamily="2" charset="2"/>
        <a:buChar char="§"/>
        <a:defRPr sz="1400" kern="1200">
          <a:solidFill>
            <a:schemeClr val="tx1"/>
          </a:solidFill>
          <a:latin typeface="+mn-lt"/>
          <a:ea typeface="+mn-ea"/>
          <a:cs typeface="+mn-cs"/>
        </a:defRPr>
      </a:lvl2pPr>
      <a:lvl3pPr marL="581025" indent="-14287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3pPr>
      <a:lvl4pPr marL="669925" indent="-123825" algn="l" defTabSz="914400" rtl="0" eaLnBrk="1" latinLnBrk="0" hangingPunct="1">
        <a:lnSpc>
          <a:spcPct val="110000"/>
        </a:lnSpc>
        <a:spcBef>
          <a:spcPts val="1200"/>
        </a:spcBef>
        <a:spcAft>
          <a:spcPts val="0"/>
        </a:spcAft>
        <a:buSzPct val="70000"/>
        <a:buFont typeface="Wingdings" panose="05000000000000000000" pitchFamily="2" charset="2"/>
        <a:buChar char="§"/>
        <a:defRPr sz="1200" kern="1200">
          <a:solidFill>
            <a:schemeClr val="tx1"/>
          </a:solidFill>
          <a:latin typeface="+mn-lt"/>
          <a:ea typeface="+mn-ea"/>
          <a:cs typeface="+mn-cs"/>
        </a:defRPr>
      </a:lvl4pPr>
      <a:lvl5pPr marL="846138" indent="-130175" algn="l" defTabSz="914400" rtl="0" eaLnBrk="1" latinLnBrk="0" hangingPunct="1">
        <a:lnSpc>
          <a:spcPct val="110000"/>
        </a:lnSpc>
        <a:spcBef>
          <a:spcPts val="1200"/>
        </a:spcBef>
        <a:spcAft>
          <a:spcPts val="0"/>
        </a:spcAft>
        <a:buSzPct val="70000"/>
        <a:buFont typeface="Wingdings" panose="05000000000000000000" pitchFamily="2" charset="2"/>
        <a:buChar char="§"/>
        <a:defRPr sz="11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40" userDrawn="1">
          <p15:clr>
            <a:srgbClr val="A4A3A4"/>
          </p15:clr>
        </p15:guide>
        <p15:guide id="2" pos="384" userDrawn="1">
          <p15:clr>
            <a:srgbClr val="A4A3A4"/>
          </p15:clr>
        </p15:guide>
        <p15:guide id="3" pos="7296" userDrawn="1">
          <p15:clr>
            <a:srgbClr val="A4A3A4"/>
          </p15:clr>
        </p15:guide>
        <p15:guide id="4" orient="horz" pos="398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7FFFFE16_6A3D15E9.xml"/><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56.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56.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Layout" Target="../slideLayouts/slideLayout9.xml"/><Relationship Id="rId5" Type="http://schemas.openxmlformats.org/officeDocument/2006/relationships/image" Target="../media/image21.sv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5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6EE037C-0F40-CB1D-0230-2F24D8149FFA}"/>
              </a:ext>
            </a:extLst>
          </p:cNvPr>
          <p:cNvSpPr>
            <a:spLocks noGrp="1"/>
          </p:cNvSpPr>
          <p:nvPr>
            <p:ph type="ctrTitle"/>
          </p:nvPr>
        </p:nvSpPr>
        <p:spPr>
          <a:xfrm>
            <a:off x="609600" y="1503345"/>
            <a:ext cx="10972800" cy="2387600"/>
          </a:xfrm>
        </p:spPr>
        <p:txBody>
          <a:bodyPr/>
          <a:lstStyle/>
          <a:p>
            <a:r>
              <a:rPr lang="en-US"/>
              <a:t>Adobe Adoption &amp; Enablement Strategy</a:t>
            </a:r>
          </a:p>
        </p:txBody>
      </p:sp>
      <p:sp>
        <p:nvSpPr>
          <p:cNvPr id="5" name="Subtitle 4">
            <a:extLst>
              <a:ext uri="{FF2B5EF4-FFF2-40B4-BE49-F238E27FC236}">
                <a16:creationId xmlns:a16="http://schemas.microsoft.com/office/drawing/2014/main" id="{F85CD386-4AE0-2DC3-59B7-3F3916E5F11E}"/>
              </a:ext>
            </a:extLst>
          </p:cNvPr>
          <p:cNvSpPr>
            <a:spLocks noGrp="1"/>
          </p:cNvSpPr>
          <p:nvPr>
            <p:ph type="subTitle" idx="1"/>
          </p:nvPr>
        </p:nvSpPr>
        <p:spPr>
          <a:xfrm>
            <a:off x="609600" y="4160855"/>
            <a:ext cx="10972800" cy="1015965"/>
          </a:xfrm>
        </p:spPr>
        <p:txBody>
          <a:bodyPr vert="horz" lIns="0" tIns="45720" rIns="0" bIns="45720" rtlCol="0" anchor="t">
            <a:normAutofit/>
          </a:bodyPr>
          <a:lstStyle/>
          <a:p>
            <a:r>
              <a:rPr lang="en-US">
                <a:latin typeface="Adobe Clean Light"/>
              </a:rPr>
              <a:t>March 5, 2025</a:t>
            </a:r>
          </a:p>
        </p:txBody>
      </p:sp>
    </p:spTree>
    <p:extLst>
      <p:ext uri="{BB962C8B-B14F-4D97-AF65-F5344CB8AC3E}">
        <p14:creationId xmlns:p14="http://schemas.microsoft.com/office/powerpoint/2010/main" val="30071871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89A301-3804-D7EC-DF06-1C76BEBAA5B2}"/>
              </a:ext>
            </a:extLst>
          </p:cNvPr>
          <p:cNvSpPr>
            <a:spLocks noGrp="1"/>
          </p:cNvSpPr>
          <p:nvPr>
            <p:ph type="title"/>
          </p:nvPr>
        </p:nvSpPr>
        <p:spPr>
          <a:xfrm>
            <a:off x="609600" y="264086"/>
            <a:ext cx="10972800" cy="686410"/>
          </a:xfrm>
        </p:spPr>
        <p:txBody>
          <a:bodyPr/>
          <a:lstStyle/>
          <a:p>
            <a:r>
              <a:rPr lang="en-US" dirty="0">
                <a:ea typeface="+mj-lt"/>
                <a:cs typeface="+mj-lt"/>
              </a:rPr>
              <a:t>Where We Stand — And Where We Go Next</a:t>
            </a:r>
          </a:p>
        </p:txBody>
      </p:sp>
      <p:sp>
        <p:nvSpPr>
          <p:cNvPr id="4" name="TextBox 3">
            <a:extLst>
              <a:ext uri="{FF2B5EF4-FFF2-40B4-BE49-F238E27FC236}">
                <a16:creationId xmlns:a16="http://schemas.microsoft.com/office/drawing/2014/main" id="{9FE5BE07-A3E1-DCA9-022C-63CD974927FF}"/>
              </a:ext>
            </a:extLst>
          </p:cNvPr>
          <p:cNvSpPr txBox="1"/>
          <p:nvPr/>
        </p:nvSpPr>
        <p:spPr>
          <a:xfrm>
            <a:off x="609600" y="890336"/>
            <a:ext cx="9347200" cy="686014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What Has Been Accomplished</a:t>
            </a:r>
          </a:p>
          <a:p>
            <a:endParaRPr lang="en-US" dirty="0"/>
          </a:p>
          <a:p>
            <a:pPr marL="228600" indent="-228600">
              <a:buFont typeface=""/>
              <a:buChar char="•"/>
            </a:pPr>
            <a:r>
              <a:rPr lang="en-US" dirty="0"/>
              <a:t>Migration to </a:t>
            </a:r>
            <a:r>
              <a:rPr lang="en-US" b="1" dirty="0"/>
              <a:t>AEM as a Cloud Service (AEMaaCS)</a:t>
            </a:r>
          </a:p>
          <a:p>
            <a:pPr marL="685800" lvl="1" indent="-228600">
              <a:buFont typeface=""/>
              <a:buChar char="•"/>
            </a:pPr>
            <a:r>
              <a:rPr lang="en-US" dirty="0"/>
              <a:t>hardrock.com and reverb.hardrock.com are live, Careers site launching March 23</a:t>
            </a:r>
          </a:p>
          <a:p>
            <a:pPr marL="228600" indent="-228600">
              <a:buFont typeface=""/>
              <a:buChar char="•"/>
            </a:pPr>
            <a:r>
              <a:rPr lang="en-US" dirty="0"/>
              <a:t>Established Sites &amp; Assets capabilities, scalable application framework, and cloud-native infrastructure.</a:t>
            </a:r>
          </a:p>
          <a:p>
            <a:pPr marL="228600" indent="-228600">
              <a:buFont typeface=""/>
              <a:buChar char="•"/>
            </a:pPr>
            <a:r>
              <a:rPr lang="en-US" dirty="0"/>
              <a:t>Achieved operational go-live stability</a:t>
            </a:r>
          </a:p>
          <a:p>
            <a:endParaRPr lang="en-US" dirty="0"/>
          </a:p>
          <a:p>
            <a:r>
              <a:rPr lang="en-US" b="1" dirty="0"/>
              <a:t>What This Means</a:t>
            </a:r>
            <a:br>
              <a:rPr lang="en-US" dirty="0"/>
            </a:br>
            <a:endParaRPr lang="en-US" dirty="0"/>
          </a:p>
          <a:p>
            <a:pPr marL="285750" indent="-285750">
              <a:buFont typeface="Arial" panose="020B0604020202020204" pitchFamily="34" charset="0"/>
              <a:buChar char="•"/>
            </a:pPr>
            <a:r>
              <a:rPr lang="en-US" dirty="0"/>
              <a:t>Phase 1 was about </a:t>
            </a:r>
            <a:r>
              <a:rPr lang="en-US" b="1" dirty="0"/>
              <a:t>platform activation</a:t>
            </a:r>
            <a:r>
              <a:rPr lang="en-US" dirty="0"/>
              <a:t> — establishing a scalable, future-forward foundation.</a:t>
            </a:r>
          </a:p>
          <a:p>
            <a:pPr marL="285750" indent="-285750">
              <a:buFont typeface="Arial" panose="020B0604020202020204" pitchFamily="34" charset="0"/>
              <a:buChar char="•"/>
            </a:pPr>
            <a:r>
              <a:rPr lang="en-US" dirty="0"/>
              <a:t>The core architecture is in place.</a:t>
            </a:r>
          </a:p>
          <a:p>
            <a:pPr marL="285750" indent="-285750">
              <a:buFont typeface="Arial" panose="020B0604020202020204" pitchFamily="34" charset="0"/>
              <a:buChar char="•"/>
            </a:pPr>
            <a:r>
              <a:rPr lang="en-US" dirty="0"/>
              <a:t>Now we transition from: </a:t>
            </a:r>
            <a:r>
              <a:rPr lang="en-US" b="1" dirty="0"/>
              <a:t>Activation</a:t>
            </a:r>
            <a:r>
              <a:rPr lang="en-US" dirty="0"/>
              <a:t> → Stabilization to Stabilization → </a:t>
            </a:r>
            <a:r>
              <a:rPr lang="en-US" b="1" dirty="0"/>
              <a:t>Optimization</a:t>
            </a:r>
          </a:p>
          <a:p>
            <a:endParaRPr lang="en-US" b="1" dirty="0"/>
          </a:p>
          <a:p>
            <a:r>
              <a:rPr lang="en-US" b="1" dirty="0"/>
              <a:t>What Comes Next</a:t>
            </a:r>
          </a:p>
          <a:p>
            <a:endParaRPr lang="en-US" dirty="0"/>
          </a:p>
          <a:p>
            <a:pPr marL="285750" indent="-285750">
              <a:buFont typeface="Arial" panose="020B0604020202020204" pitchFamily="34" charset="0"/>
              <a:buChar char="•"/>
            </a:pPr>
            <a:r>
              <a:rPr lang="en-US" dirty="0"/>
              <a:t>Refinement of authoring experience and component maturity</a:t>
            </a:r>
          </a:p>
          <a:p>
            <a:pPr marL="285750" indent="-285750">
              <a:buFont typeface="Arial" panose="020B0604020202020204" pitchFamily="34" charset="0"/>
              <a:buChar char="•"/>
            </a:pPr>
            <a:r>
              <a:rPr lang="en-US" dirty="0"/>
              <a:t>Governance alignment and backlog prioritization</a:t>
            </a:r>
          </a:p>
          <a:p>
            <a:pPr marL="285750" indent="-285750">
              <a:buFont typeface="Arial" panose="020B0604020202020204" pitchFamily="34" charset="0"/>
              <a:buChar char="•"/>
            </a:pPr>
            <a:r>
              <a:rPr lang="en-US" dirty="0"/>
              <a:t>Expansion of AEM capabilities, scalable feature innovation</a:t>
            </a:r>
          </a:p>
          <a:p>
            <a:pPr marL="285750" indent="-285750">
              <a:buFont typeface="Arial" panose="020B0604020202020204" pitchFamily="34" charset="0"/>
              <a:buChar char="•"/>
            </a:pPr>
            <a:r>
              <a:rPr lang="en-US" dirty="0"/>
              <a:t>Integration across Adobe Experience Cloud</a:t>
            </a:r>
          </a:p>
          <a:p>
            <a:endParaRPr lang="en-US" b="1" dirty="0"/>
          </a:p>
          <a:p>
            <a:endParaRPr lang="en-US" dirty="0"/>
          </a:p>
          <a:p>
            <a:endParaRPr lang="en-US" dirty="0"/>
          </a:p>
          <a:p>
            <a:pPr algn="l">
              <a:lnSpc>
                <a:spcPct val="110000"/>
              </a:lnSpc>
              <a:spcBef>
                <a:spcPts val="900"/>
              </a:spcBef>
            </a:pPr>
            <a:endParaRPr lang="en-US" dirty="0"/>
          </a:p>
        </p:txBody>
      </p:sp>
    </p:spTree>
    <p:extLst>
      <p:ext uri="{BB962C8B-B14F-4D97-AF65-F5344CB8AC3E}">
        <p14:creationId xmlns:p14="http://schemas.microsoft.com/office/powerpoint/2010/main" val="1782388201"/>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46B8-750F-9AE5-7922-0294B7016324}"/>
              </a:ext>
            </a:extLst>
          </p:cNvPr>
          <p:cNvSpPr>
            <a:spLocks noGrp="1"/>
          </p:cNvSpPr>
          <p:nvPr>
            <p:ph type="title"/>
          </p:nvPr>
        </p:nvSpPr>
        <p:spPr/>
        <p:txBody>
          <a:bodyPr/>
          <a:lstStyle/>
          <a:p>
            <a:r>
              <a:rPr lang="en-US"/>
              <a:t>Scope and Objectives</a:t>
            </a:r>
          </a:p>
        </p:txBody>
      </p:sp>
      <p:sp>
        <p:nvSpPr>
          <p:cNvPr id="3" name="Content Placeholder 2">
            <a:extLst>
              <a:ext uri="{FF2B5EF4-FFF2-40B4-BE49-F238E27FC236}">
                <a16:creationId xmlns:a16="http://schemas.microsoft.com/office/drawing/2014/main" id="{41D67EA5-9DCF-2365-512C-18F512E0FCAC}"/>
              </a:ext>
            </a:extLst>
          </p:cNvPr>
          <p:cNvSpPr>
            <a:spLocks noGrp="1"/>
          </p:cNvSpPr>
          <p:nvPr>
            <p:ph idx="1"/>
          </p:nvPr>
        </p:nvSpPr>
        <p:spPr>
          <a:xfrm>
            <a:off x="609600" y="1334324"/>
            <a:ext cx="5644444" cy="4992624"/>
          </a:xfrm>
        </p:spPr>
        <p:txBody>
          <a:bodyPr/>
          <a:lstStyle/>
          <a:p>
            <a:pPr marL="0" indent="0">
              <a:buNone/>
            </a:pPr>
            <a:r>
              <a:rPr lang="en-US" sz="1600">
                <a:latin typeface="+mj-lt"/>
              </a:rPr>
              <a:t>Over the next 4 1hr sessions we will:</a:t>
            </a:r>
          </a:p>
          <a:p>
            <a:r>
              <a:rPr lang="en-US" sz="1600">
                <a:latin typeface="Adobe Clean" panose="020B0503020404020204" pitchFamily="34" charset="0"/>
              </a:rPr>
              <a:t>Outline communication strategies for teams adopting and using AEM</a:t>
            </a:r>
          </a:p>
          <a:p>
            <a:r>
              <a:rPr lang="en-US" sz="1600">
                <a:latin typeface="Adobe Clean" panose="020B0503020404020204" pitchFamily="34" charset="0"/>
              </a:rPr>
              <a:t>Share strategies for creating successful enablement hubs </a:t>
            </a:r>
          </a:p>
          <a:p>
            <a:endParaRPr lang="en-US" sz="1600">
              <a:latin typeface="Adobe Clean" panose="020B0503020404020204" pitchFamily="34" charset="0"/>
            </a:endParaRPr>
          </a:p>
          <a:p>
            <a:pPr marL="0" indent="0">
              <a:buNone/>
            </a:pPr>
            <a:endParaRPr lang="en-US" sz="1600">
              <a:latin typeface="Adobe Clean" panose="020B0503020404020204" pitchFamily="34" charset="0"/>
            </a:endParaRPr>
          </a:p>
          <a:p>
            <a:pPr marL="0" indent="0">
              <a:buNone/>
            </a:pPr>
            <a:r>
              <a:rPr lang="en-US" sz="1600">
                <a:latin typeface="+mj-lt"/>
              </a:rPr>
              <a:t>Outcomes:</a:t>
            </a:r>
          </a:p>
          <a:p>
            <a:r>
              <a:rPr lang="en-US" sz="1600">
                <a:latin typeface="Adobe Clean" panose="020B0503020404020204" pitchFamily="34" charset="0"/>
              </a:rPr>
              <a:t>SHRSS will understand</a:t>
            </a:r>
            <a:r>
              <a:rPr lang="en-US" altLang="en-US" sz="1600">
                <a:solidFill>
                  <a:srgbClr val="000000"/>
                </a:solidFill>
                <a:latin typeface="Adobe Clean" panose="020B0503020404020204" pitchFamily="34" charset="0"/>
              </a:rPr>
              <a:t> how to design, structure, and govern an enablement hub that supports ongoing Adobe AEM adoption</a:t>
            </a:r>
          </a:p>
          <a:p>
            <a:r>
              <a:rPr lang="en-US" altLang="en-US" sz="1600">
                <a:solidFill>
                  <a:srgbClr val="000000"/>
                </a:solidFill>
                <a:latin typeface="Adobe Clean" panose="020B0503020404020204" pitchFamily="34" charset="0"/>
              </a:rPr>
              <a:t>SHRSS will leave with frameworks and templates that can be reused for future rollouts, enhancements, or new teams</a:t>
            </a:r>
            <a:endParaRPr lang="en-US" altLang="en-US" sz="1600">
              <a:latin typeface="Adobe Clean" panose="020B0503020404020204" pitchFamily="34" charset="0"/>
            </a:endParaRPr>
          </a:p>
          <a:p>
            <a:endParaRPr lang="en-US" altLang="en-US" sz="1600">
              <a:latin typeface="Adobe Clean" panose="020B0503020404020204" pitchFamily="34" charset="0"/>
            </a:endParaRPr>
          </a:p>
          <a:p>
            <a:endParaRPr lang="en-US" sz="1600">
              <a:latin typeface="Adobe Clean" panose="020B0503020404020204" pitchFamily="34" charset="0"/>
            </a:endParaRPr>
          </a:p>
          <a:p>
            <a:endParaRPr lang="en-US" sz="1600">
              <a:latin typeface="Adobe Clean" panose="020B0503020404020204" pitchFamily="34" charset="0"/>
            </a:endParaRPr>
          </a:p>
        </p:txBody>
      </p:sp>
      <p:pic>
        <p:nvPicPr>
          <p:cNvPr id="1026" name="Picture 2" descr="Hand drawn businessman and business woman icons in red and black colors are connected by arrows randomly on white background. This image shows the social media, and online communication between business people.">
            <a:extLst>
              <a:ext uri="{FF2B5EF4-FFF2-40B4-BE49-F238E27FC236}">
                <a16:creationId xmlns:a16="http://schemas.microsoft.com/office/drawing/2014/main" id="{D9DFC9EB-D19D-5F10-DD57-30B1336086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06413" y="477634"/>
            <a:ext cx="3016432" cy="5181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5231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46B8-750F-9AE5-7922-0294B7016324}"/>
              </a:ext>
            </a:extLst>
          </p:cNvPr>
          <p:cNvSpPr>
            <a:spLocks noGrp="1"/>
          </p:cNvSpPr>
          <p:nvPr>
            <p:ph type="ctrTitle"/>
          </p:nvPr>
        </p:nvSpPr>
        <p:spPr>
          <a:xfrm>
            <a:off x="609600" y="1041400"/>
            <a:ext cx="10972800" cy="2387600"/>
          </a:xfrm>
        </p:spPr>
        <p:txBody>
          <a:bodyPr/>
          <a:lstStyle/>
          <a:p>
            <a:r>
              <a:rPr lang="en-US" b="1"/>
              <a:t>Communication Strategy Definition</a:t>
            </a:r>
            <a:r>
              <a:rPr lang="en-US"/>
              <a:t>​</a:t>
            </a:r>
          </a:p>
        </p:txBody>
      </p:sp>
      <p:sp>
        <p:nvSpPr>
          <p:cNvPr id="5" name="Rectangle 2">
            <a:extLst>
              <a:ext uri="{FF2B5EF4-FFF2-40B4-BE49-F238E27FC236}">
                <a16:creationId xmlns:a16="http://schemas.microsoft.com/office/drawing/2014/main" id="{98BEC6AD-6F0F-F9D1-7E7E-D87445E9EF7D}"/>
              </a:ext>
            </a:extLst>
          </p:cNvPr>
          <p:cNvSpPr>
            <a:spLocks noChangeArrowheads="1"/>
          </p:cNvSpPr>
          <p:nvPr/>
        </p:nvSpPr>
        <p:spPr bwMode="auto">
          <a:xfrm>
            <a:off x="1425615" y="4539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3" name="Title 1">
            <a:extLst>
              <a:ext uri="{FF2B5EF4-FFF2-40B4-BE49-F238E27FC236}">
                <a16:creationId xmlns:a16="http://schemas.microsoft.com/office/drawing/2014/main" id="{490BFFFF-04CD-1894-D116-EA0F841F1F95}"/>
              </a:ext>
            </a:extLst>
          </p:cNvPr>
          <p:cNvSpPr txBox="1">
            <a:spLocks/>
          </p:cNvSpPr>
          <p:nvPr/>
        </p:nvSpPr>
        <p:spPr>
          <a:xfrm>
            <a:off x="609600" y="3673312"/>
            <a:ext cx="8139289" cy="866422"/>
          </a:xfrm>
          <a:prstGeom prst="rect">
            <a:avLst/>
          </a:prstGeom>
        </p:spPr>
        <p:txBody>
          <a:bodyPr vert="horz" lIns="0" tIns="45720" rIns="0" bIns="45720" rtlCol="0" anchor="t" anchorCtr="0">
            <a:noAutofit/>
          </a:bodyPr>
          <a:lstStyle>
            <a:lvl1pPr algn="l" defTabSz="914400" rtl="0" eaLnBrk="1" latinLnBrk="0" hangingPunct="1">
              <a:lnSpc>
                <a:spcPct val="80000"/>
              </a:lnSpc>
              <a:spcBef>
                <a:spcPct val="0"/>
              </a:spcBef>
              <a:buNone/>
              <a:defRPr sz="7700" kern="1200" spc="-120" baseline="0">
                <a:solidFill>
                  <a:schemeClr val="bg1"/>
                </a:solidFill>
                <a:latin typeface="+mj-lt"/>
                <a:ea typeface="+mj-ea"/>
                <a:cs typeface="+mj-cs"/>
              </a:defRPr>
            </a:lvl1pPr>
          </a:lstStyle>
          <a:p>
            <a:r>
              <a:rPr lang="en-US" sz="2400" spc="0">
                <a:latin typeface="+mn-lt"/>
              </a:rPr>
              <a:t>Defining clear communication strategies ensures stakeholders are informed and engaged throughout adoption.</a:t>
            </a:r>
          </a:p>
        </p:txBody>
      </p:sp>
    </p:spTree>
    <p:extLst>
      <p:ext uri="{BB962C8B-B14F-4D97-AF65-F5344CB8AC3E}">
        <p14:creationId xmlns:p14="http://schemas.microsoft.com/office/powerpoint/2010/main" val="21325481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B2428-E0F9-E763-1BED-C4665750979D}"/>
              </a:ext>
            </a:extLst>
          </p:cNvPr>
          <p:cNvSpPr>
            <a:spLocks noGrp="1"/>
          </p:cNvSpPr>
          <p:nvPr>
            <p:ph type="title"/>
          </p:nvPr>
        </p:nvSpPr>
        <p:spPr>
          <a:xfrm>
            <a:off x="306308" y="20323"/>
            <a:ext cx="11579384" cy="674518"/>
          </a:xfrm>
        </p:spPr>
        <p:txBody>
          <a:bodyPr/>
          <a:lstStyle/>
          <a:p>
            <a:r>
              <a:rPr lang="en-US" sz="2800"/>
              <a:t>An approach to adoption &amp; enablement</a:t>
            </a:r>
            <a:endParaRPr lang="en-US" sz="2600" b="1">
              <a:solidFill>
                <a:srgbClr val="FA0F00"/>
              </a:solidFill>
              <a:latin typeface="Adobe Clean" panose="020B0503020404020204" pitchFamily="34" charset="0"/>
            </a:endParaRPr>
          </a:p>
        </p:txBody>
      </p:sp>
      <p:sp>
        <p:nvSpPr>
          <p:cNvPr id="7" name="TextBox 6">
            <a:extLst>
              <a:ext uri="{FF2B5EF4-FFF2-40B4-BE49-F238E27FC236}">
                <a16:creationId xmlns:a16="http://schemas.microsoft.com/office/drawing/2014/main" id="{D412F691-8D01-88E7-037F-0A24BA477F42}"/>
              </a:ext>
            </a:extLst>
          </p:cNvPr>
          <p:cNvSpPr txBox="1"/>
          <p:nvPr/>
        </p:nvSpPr>
        <p:spPr>
          <a:xfrm>
            <a:off x="1459015" y="574385"/>
            <a:ext cx="1744883" cy="307777"/>
          </a:xfrm>
          <a:prstGeom prst="rect">
            <a:avLst/>
          </a:prstGeom>
          <a:noFill/>
        </p:spPr>
        <p:txBody>
          <a:bodyPr wrap="square">
            <a:spAutoFit/>
          </a:bodyPr>
          <a:lstStyle/>
          <a:p>
            <a:pPr algn="ctr"/>
            <a:r>
              <a:rPr lang="en-US" sz="1400" spc="300">
                <a:solidFill>
                  <a:schemeClr val="bg2">
                    <a:lumMod val="50000"/>
                  </a:schemeClr>
                </a:solidFill>
              </a:rPr>
              <a:t>INITIATE</a:t>
            </a:r>
          </a:p>
        </p:txBody>
      </p:sp>
      <p:sp>
        <p:nvSpPr>
          <p:cNvPr id="8" name="TextBox 7">
            <a:extLst>
              <a:ext uri="{FF2B5EF4-FFF2-40B4-BE49-F238E27FC236}">
                <a16:creationId xmlns:a16="http://schemas.microsoft.com/office/drawing/2014/main" id="{70F1CB1A-EE6C-64A3-E23F-FA0510142EC5}"/>
              </a:ext>
            </a:extLst>
          </p:cNvPr>
          <p:cNvSpPr txBox="1"/>
          <p:nvPr/>
        </p:nvSpPr>
        <p:spPr>
          <a:xfrm>
            <a:off x="3468371" y="574385"/>
            <a:ext cx="1910753" cy="307777"/>
          </a:xfrm>
          <a:prstGeom prst="rect">
            <a:avLst/>
          </a:prstGeom>
          <a:noFill/>
        </p:spPr>
        <p:txBody>
          <a:bodyPr wrap="square">
            <a:spAutoFit/>
          </a:bodyPr>
          <a:lstStyle/>
          <a:p>
            <a:pPr algn="ctr"/>
            <a:r>
              <a:rPr lang="en-US" sz="1400" spc="300">
                <a:solidFill>
                  <a:schemeClr val="bg2">
                    <a:lumMod val="50000"/>
                  </a:schemeClr>
                </a:solidFill>
              </a:rPr>
              <a:t>DISCOVER</a:t>
            </a:r>
          </a:p>
        </p:txBody>
      </p:sp>
      <p:sp>
        <p:nvSpPr>
          <p:cNvPr id="9" name="TextBox 8">
            <a:extLst>
              <a:ext uri="{FF2B5EF4-FFF2-40B4-BE49-F238E27FC236}">
                <a16:creationId xmlns:a16="http://schemas.microsoft.com/office/drawing/2014/main" id="{6D61AD6B-3F54-D19F-6A53-1FBFE38DA137}"/>
              </a:ext>
            </a:extLst>
          </p:cNvPr>
          <p:cNvSpPr txBox="1"/>
          <p:nvPr/>
        </p:nvSpPr>
        <p:spPr>
          <a:xfrm>
            <a:off x="5624887" y="574384"/>
            <a:ext cx="1910753" cy="307777"/>
          </a:xfrm>
          <a:prstGeom prst="rect">
            <a:avLst/>
          </a:prstGeom>
          <a:noFill/>
        </p:spPr>
        <p:txBody>
          <a:bodyPr wrap="square">
            <a:spAutoFit/>
          </a:bodyPr>
          <a:lstStyle/>
          <a:p>
            <a:pPr algn="ctr"/>
            <a:r>
              <a:rPr lang="en-US" sz="1400" spc="300">
                <a:solidFill>
                  <a:schemeClr val="bg2">
                    <a:lumMod val="50000"/>
                  </a:schemeClr>
                </a:solidFill>
              </a:rPr>
              <a:t>CREATE</a:t>
            </a:r>
            <a:endParaRPr lang="en-US" spc="300">
              <a:solidFill>
                <a:schemeClr val="bg2">
                  <a:lumMod val="50000"/>
                </a:schemeClr>
              </a:solidFill>
            </a:endParaRPr>
          </a:p>
        </p:txBody>
      </p:sp>
      <p:sp>
        <p:nvSpPr>
          <p:cNvPr id="10" name="TextBox 9">
            <a:extLst>
              <a:ext uri="{FF2B5EF4-FFF2-40B4-BE49-F238E27FC236}">
                <a16:creationId xmlns:a16="http://schemas.microsoft.com/office/drawing/2014/main" id="{800791AD-7CAB-F130-BFC9-E70040C3A899}"/>
              </a:ext>
            </a:extLst>
          </p:cNvPr>
          <p:cNvSpPr txBox="1"/>
          <p:nvPr/>
        </p:nvSpPr>
        <p:spPr>
          <a:xfrm>
            <a:off x="7781403" y="574384"/>
            <a:ext cx="1910753" cy="307777"/>
          </a:xfrm>
          <a:prstGeom prst="rect">
            <a:avLst/>
          </a:prstGeom>
          <a:noFill/>
        </p:spPr>
        <p:txBody>
          <a:bodyPr wrap="square">
            <a:spAutoFit/>
          </a:bodyPr>
          <a:lstStyle/>
          <a:p>
            <a:pPr algn="ctr"/>
            <a:r>
              <a:rPr lang="en-US" sz="1400" spc="300">
                <a:solidFill>
                  <a:schemeClr val="bg2">
                    <a:lumMod val="50000"/>
                  </a:schemeClr>
                </a:solidFill>
              </a:rPr>
              <a:t>DEPLOY</a:t>
            </a:r>
            <a:endParaRPr lang="en-US" sz="1600" spc="300">
              <a:solidFill>
                <a:schemeClr val="bg2">
                  <a:lumMod val="50000"/>
                </a:schemeClr>
              </a:solidFill>
            </a:endParaRPr>
          </a:p>
        </p:txBody>
      </p:sp>
      <p:sp>
        <p:nvSpPr>
          <p:cNvPr id="11" name="TextBox 10">
            <a:extLst>
              <a:ext uri="{FF2B5EF4-FFF2-40B4-BE49-F238E27FC236}">
                <a16:creationId xmlns:a16="http://schemas.microsoft.com/office/drawing/2014/main" id="{B06E759F-55EC-852D-A4BE-79FD5000ADB9}"/>
              </a:ext>
            </a:extLst>
          </p:cNvPr>
          <p:cNvSpPr txBox="1"/>
          <p:nvPr/>
        </p:nvSpPr>
        <p:spPr>
          <a:xfrm>
            <a:off x="9937918" y="574384"/>
            <a:ext cx="1997108" cy="307777"/>
          </a:xfrm>
          <a:prstGeom prst="rect">
            <a:avLst/>
          </a:prstGeom>
          <a:noFill/>
        </p:spPr>
        <p:txBody>
          <a:bodyPr wrap="square">
            <a:spAutoFit/>
          </a:bodyPr>
          <a:lstStyle/>
          <a:p>
            <a:pPr algn="ctr"/>
            <a:r>
              <a:rPr lang="en-US" sz="1400" spc="300">
                <a:solidFill>
                  <a:schemeClr val="bg2">
                    <a:lumMod val="50000"/>
                  </a:schemeClr>
                </a:solidFill>
              </a:rPr>
              <a:t>SCALE</a:t>
            </a:r>
          </a:p>
        </p:txBody>
      </p:sp>
      <p:sp>
        <p:nvSpPr>
          <p:cNvPr id="14" name="Chevron 13">
            <a:extLst>
              <a:ext uri="{FF2B5EF4-FFF2-40B4-BE49-F238E27FC236}">
                <a16:creationId xmlns:a16="http://schemas.microsoft.com/office/drawing/2014/main" id="{D89342A9-5D42-B3E2-C401-D237CC6FD39A}"/>
              </a:ext>
            </a:extLst>
          </p:cNvPr>
          <p:cNvSpPr/>
          <p:nvPr/>
        </p:nvSpPr>
        <p:spPr>
          <a:xfrm>
            <a:off x="3287898" y="898698"/>
            <a:ext cx="2301766" cy="374761"/>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Design Strategy</a:t>
            </a:r>
          </a:p>
        </p:txBody>
      </p:sp>
      <p:sp>
        <p:nvSpPr>
          <p:cNvPr id="29" name="Chevron 28">
            <a:extLst>
              <a:ext uri="{FF2B5EF4-FFF2-40B4-BE49-F238E27FC236}">
                <a16:creationId xmlns:a16="http://schemas.microsoft.com/office/drawing/2014/main" id="{3EF83EF1-FBA9-6ECB-48F2-8B580756397A}"/>
              </a:ext>
            </a:extLst>
          </p:cNvPr>
          <p:cNvSpPr/>
          <p:nvPr/>
        </p:nvSpPr>
        <p:spPr>
          <a:xfrm>
            <a:off x="5447774" y="898698"/>
            <a:ext cx="2301766" cy="374761"/>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Prepare Organization </a:t>
            </a:r>
          </a:p>
        </p:txBody>
      </p:sp>
      <p:sp>
        <p:nvSpPr>
          <p:cNvPr id="30" name="Chevron 29">
            <a:extLst>
              <a:ext uri="{FF2B5EF4-FFF2-40B4-BE49-F238E27FC236}">
                <a16:creationId xmlns:a16="http://schemas.microsoft.com/office/drawing/2014/main" id="{EE619AA7-2D6A-E9EF-F0D2-AB26228BFA93}"/>
              </a:ext>
            </a:extLst>
          </p:cNvPr>
          <p:cNvSpPr/>
          <p:nvPr/>
        </p:nvSpPr>
        <p:spPr>
          <a:xfrm>
            <a:off x="9776152" y="901605"/>
            <a:ext cx="2301766" cy="368947"/>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Adopt and Sustain</a:t>
            </a:r>
          </a:p>
        </p:txBody>
      </p:sp>
      <p:sp>
        <p:nvSpPr>
          <p:cNvPr id="31" name="TextBox 30">
            <a:extLst>
              <a:ext uri="{FF2B5EF4-FFF2-40B4-BE49-F238E27FC236}">
                <a16:creationId xmlns:a16="http://schemas.microsoft.com/office/drawing/2014/main" id="{3E3AB03E-A188-C986-0051-AE3CE13F0E9B}"/>
              </a:ext>
            </a:extLst>
          </p:cNvPr>
          <p:cNvSpPr txBox="1"/>
          <p:nvPr/>
        </p:nvSpPr>
        <p:spPr>
          <a:xfrm>
            <a:off x="1459015" y="574385"/>
            <a:ext cx="1744883" cy="307777"/>
          </a:xfrm>
          <a:prstGeom prst="rect">
            <a:avLst/>
          </a:prstGeom>
          <a:noFill/>
        </p:spPr>
        <p:txBody>
          <a:bodyPr wrap="square">
            <a:spAutoFit/>
          </a:bodyPr>
          <a:lstStyle/>
          <a:p>
            <a:pPr algn="ctr"/>
            <a:r>
              <a:rPr lang="en-US" sz="1400" spc="300">
                <a:solidFill>
                  <a:schemeClr val="bg2">
                    <a:lumMod val="50000"/>
                  </a:schemeClr>
                </a:solidFill>
              </a:rPr>
              <a:t>INITIATE</a:t>
            </a:r>
          </a:p>
        </p:txBody>
      </p:sp>
      <p:sp>
        <p:nvSpPr>
          <p:cNvPr id="32" name="TextBox 31">
            <a:extLst>
              <a:ext uri="{FF2B5EF4-FFF2-40B4-BE49-F238E27FC236}">
                <a16:creationId xmlns:a16="http://schemas.microsoft.com/office/drawing/2014/main" id="{EBA4BA76-24C0-ACB4-B3F0-A3719F3C82D2}"/>
              </a:ext>
            </a:extLst>
          </p:cNvPr>
          <p:cNvSpPr txBox="1"/>
          <p:nvPr/>
        </p:nvSpPr>
        <p:spPr>
          <a:xfrm>
            <a:off x="3468371" y="574385"/>
            <a:ext cx="1910753" cy="307777"/>
          </a:xfrm>
          <a:prstGeom prst="rect">
            <a:avLst/>
          </a:prstGeom>
          <a:noFill/>
        </p:spPr>
        <p:txBody>
          <a:bodyPr wrap="square">
            <a:spAutoFit/>
          </a:bodyPr>
          <a:lstStyle/>
          <a:p>
            <a:pPr algn="ctr"/>
            <a:r>
              <a:rPr lang="en-US" sz="1400" spc="300">
                <a:solidFill>
                  <a:schemeClr val="bg2">
                    <a:lumMod val="50000"/>
                  </a:schemeClr>
                </a:solidFill>
              </a:rPr>
              <a:t>DISCOVER</a:t>
            </a:r>
          </a:p>
        </p:txBody>
      </p:sp>
      <p:sp>
        <p:nvSpPr>
          <p:cNvPr id="34" name="TextBox 33">
            <a:extLst>
              <a:ext uri="{FF2B5EF4-FFF2-40B4-BE49-F238E27FC236}">
                <a16:creationId xmlns:a16="http://schemas.microsoft.com/office/drawing/2014/main" id="{E32872CE-882E-366E-56AC-85B5DE3AFC49}"/>
              </a:ext>
            </a:extLst>
          </p:cNvPr>
          <p:cNvSpPr txBox="1"/>
          <p:nvPr/>
        </p:nvSpPr>
        <p:spPr>
          <a:xfrm>
            <a:off x="5624887" y="574384"/>
            <a:ext cx="1910753" cy="307777"/>
          </a:xfrm>
          <a:prstGeom prst="rect">
            <a:avLst/>
          </a:prstGeom>
          <a:noFill/>
        </p:spPr>
        <p:txBody>
          <a:bodyPr wrap="square">
            <a:spAutoFit/>
          </a:bodyPr>
          <a:lstStyle/>
          <a:p>
            <a:pPr algn="ctr"/>
            <a:r>
              <a:rPr lang="en-US" sz="1400" spc="300">
                <a:solidFill>
                  <a:schemeClr val="bg2">
                    <a:lumMod val="50000"/>
                  </a:schemeClr>
                </a:solidFill>
              </a:rPr>
              <a:t>CREATE</a:t>
            </a:r>
            <a:endParaRPr lang="en-US" spc="300">
              <a:solidFill>
                <a:schemeClr val="bg2">
                  <a:lumMod val="50000"/>
                </a:schemeClr>
              </a:solidFill>
            </a:endParaRPr>
          </a:p>
        </p:txBody>
      </p:sp>
      <p:sp>
        <p:nvSpPr>
          <p:cNvPr id="36" name="TextBox 35">
            <a:extLst>
              <a:ext uri="{FF2B5EF4-FFF2-40B4-BE49-F238E27FC236}">
                <a16:creationId xmlns:a16="http://schemas.microsoft.com/office/drawing/2014/main" id="{78E7E467-7389-4577-0C28-7BB1A1BB04FB}"/>
              </a:ext>
            </a:extLst>
          </p:cNvPr>
          <p:cNvSpPr txBox="1"/>
          <p:nvPr/>
        </p:nvSpPr>
        <p:spPr>
          <a:xfrm>
            <a:off x="7781403" y="574384"/>
            <a:ext cx="1910753" cy="307777"/>
          </a:xfrm>
          <a:prstGeom prst="rect">
            <a:avLst/>
          </a:prstGeom>
          <a:noFill/>
        </p:spPr>
        <p:txBody>
          <a:bodyPr wrap="square">
            <a:spAutoFit/>
          </a:bodyPr>
          <a:lstStyle/>
          <a:p>
            <a:pPr algn="ctr"/>
            <a:r>
              <a:rPr lang="en-US" sz="1400" spc="300">
                <a:solidFill>
                  <a:schemeClr val="bg2">
                    <a:lumMod val="50000"/>
                  </a:schemeClr>
                </a:solidFill>
              </a:rPr>
              <a:t>DEPLOY</a:t>
            </a:r>
            <a:endParaRPr lang="en-US" sz="1600" spc="300">
              <a:solidFill>
                <a:schemeClr val="bg2">
                  <a:lumMod val="50000"/>
                </a:schemeClr>
              </a:solidFill>
            </a:endParaRPr>
          </a:p>
        </p:txBody>
      </p:sp>
      <p:sp>
        <p:nvSpPr>
          <p:cNvPr id="41" name="TextBox 40">
            <a:extLst>
              <a:ext uri="{FF2B5EF4-FFF2-40B4-BE49-F238E27FC236}">
                <a16:creationId xmlns:a16="http://schemas.microsoft.com/office/drawing/2014/main" id="{A040DA20-15C9-B9D3-6D3E-125C74231871}"/>
              </a:ext>
            </a:extLst>
          </p:cNvPr>
          <p:cNvSpPr txBox="1"/>
          <p:nvPr/>
        </p:nvSpPr>
        <p:spPr>
          <a:xfrm>
            <a:off x="9937918" y="574384"/>
            <a:ext cx="1997108" cy="307777"/>
          </a:xfrm>
          <a:prstGeom prst="rect">
            <a:avLst/>
          </a:prstGeom>
          <a:noFill/>
        </p:spPr>
        <p:txBody>
          <a:bodyPr wrap="square">
            <a:spAutoFit/>
          </a:bodyPr>
          <a:lstStyle/>
          <a:p>
            <a:pPr algn="ctr"/>
            <a:r>
              <a:rPr lang="en-US" sz="1400" spc="300">
                <a:solidFill>
                  <a:schemeClr val="bg2">
                    <a:lumMod val="50000"/>
                  </a:schemeClr>
                </a:solidFill>
              </a:rPr>
              <a:t>SCALE</a:t>
            </a:r>
          </a:p>
        </p:txBody>
      </p:sp>
      <p:sp>
        <p:nvSpPr>
          <p:cNvPr id="42" name="Chevron 41">
            <a:extLst>
              <a:ext uri="{FF2B5EF4-FFF2-40B4-BE49-F238E27FC236}">
                <a16:creationId xmlns:a16="http://schemas.microsoft.com/office/drawing/2014/main" id="{B6F73344-B7F5-25FC-4C06-4694F9627DCE}"/>
              </a:ext>
            </a:extLst>
          </p:cNvPr>
          <p:cNvSpPr/>
          <p:nvPr/>
        </p:nvSpPr>
        <p:spPr>
          <a:xfrm>
            <a:off x="7616276" y="898698"/>
            <a:ext cx="2301766" cy="374761"/>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Support Organization </a:t>
            </a:r>
          </a:p>
        </p:txBody>
      </p:sp>
      <p:sp>
        <p:nvSpPr>
          <p:cNvPr id="43" name="Chevron 42">
            <a:extLst>
              <a:ext uri="{FF2B5EF4-FFF2-40B4-BE49-F238E27FC236}">
                <a16:creationId xmlns:a16="http://schemas.microsoft.com/office/drawing/2014/main" id="{02EF7DBC-36F2-A988-3FFF-2A9E8C93F427}"/>
              </a:ext>
            </a:extLst>
          </p:cNvPr>
          <p:cNvSpPr/>
          <p:nvPr/>
        </p:nvSpPr>
        <p:spPr>
          <a:xfrm>
            <a:off x="1134256" y="898698"/>
            <a:ext cx="2301766" cy="374761"/>
          </a:xfrm>
          <a:prstGeom prst="chevron">
            <a:avLst/>
          </a:pr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lgn="ctr" defTabSz="914126">
              <a:defRPr/>
            </a:pPr>
            <a:r>
              <a:rPr lang="en-US" sz="1400" b="1">
                <a:solidFill>
                  <a:schemeClr val="bg1"/>
                </a:solidFill>
                <a:latin typeface="Adobe Clean SemiCondensed" panose="020B0503020404020204" pitchFamily="34" charset="0"/>
              </a:rPr>
              <a:t>Define Goals</a:t>
            </a:r>
          </a:p>
        </p:txBody>
      </p:sp>
      <p:sp>
        <p:nvSpPr>
          <p:cNvPr id="44" name="Pentagon 43">
            <a:extLst>
              <a:ext uri="{FF2B5EF4-FFF2-40B4-BE49-F238E27FC236}">
                <a16:creationId xmlns:a16="http://schemas.microsoft.com/office/drawing/2014/main" id="{2B4ED5EC-AA88-2372-4FA2-BDA9C7728E45}"/>
              </a:ext>
            </a:extLst>
          </p:cNvPr>
          <p:cNvSpPr/>
          <p:nvPr/>
        </p:nvSpPr>
        <p:spPr>
          <a:xfrm>
            <a:off x="1122475" y="1450638"/>
            <a:ext cx="2301766" cy="347601"/>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Vision Definition &amp; Tracking</a:t>
            </a:r>
          </a:p>
        </p:txBody>
      </p:sp>
      <p:sp>
        <p:nvSpPr>
          <p:cNvPr id="45" name="Pentagon 44">
            <a:extLst>
              <a:ext uri="{FF2B5EF4-FFF2-40B4-BE49-F238E27FC236}">
                <a16:creationId xmlns:a16="http://schemas.microsoft.com/office/drawing/2014/main" id="{75F1CBA5-C7AD-DB5A-B5B7-07E01315045D}"/>
              </a:ext>
            </a:extLst>
          </p:cNvPr>
          <p:cNvSpPr/>
          <p:nvPr/>
        </p:nvSpPr>
        <p:spPr>
          <a:xfrm>
            <a:off x="1134256" y="1847716"/>
            <a:ext cx="4438080"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Leadership Alignment</a:t>
            </a:r>
          </a:p>
        </p:txBody>
      </p:sp>
      <p:sp>
        <p:nvSpPr>
          <p:cNvPr id="53" name="Pentagon 52">
            <a:extLst>
              <a:ext uri="{FF2B5EF4-FFF2-40B4-BE49-F238E27FC236}">
                <a16:creationId xmlns:a16="http://schemas.microsoft.com/office/drawing/2014/main" id="{2CAF935D-D50D-E674-77A7-3AE3DB39F0C3}"/>
              </a:ext>
            </a:extLst>
          </p:cNvPr>
          <p:cNvSpPr/>
          <p:nvPr/>
        </p:nvSpPr>
        <p:spPr>
          <a:xfrm>
            <a:off x="2018432" y="2244665"/>
            <a:ext cx="7866937"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Stakeholder Engagement</a:t>
            </a:r>
          </a:p>
        </p:txBody>
      </p:sp>
      <p:sp>
        <p:nvSpPr>
          <p:cNvPr id="54" name="Pentagon 53">
            <a:extLst>
              <a:ext uri="{FF2B5EF4-FFF2-40B4-BE49-F238E27FC236}">
                <a16:creationId xmlns:a16="http://schemas.microsoft.com/office/drawing/2014/main" id="{23F9D341-8F8E-6F06-17D8-CA3EF1B30C61}"/>
              </a:ext>
            </a:extLst>
          </p:cNvPr>
          <p:cNvSpPr/>
          <p:nvPr/>
        </p:nvSpPr>
        <p:spPr>
          <a:xfrm>
            <a:off x="2024771" y="2641613"/>
            <a:ext cx="10026813"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Communication</a:t>
            </a:r>
          </a:p>
        </p:txBody>
      </p:sp>
      <p:sp>
        <p:nvSpPr>
          <p:cNvPr id="55" name="Pentagon 54">
            <a:extLst>
              <a:ext uri="{FF2B5EF4-FFF2-40B4-BE49-F238E27FC236}">
                <a16:creationId xmlns:a16="http://schemas.microsoft.com/office/drawing/2014/main" id="{51CA5B31-673C-1B7E-4C0D-5AE59C29DBFF}"/>
              </a:ext>
            </a:extLst>
          </p:cNvPr>
          <p:cNvSpPr/>
          <p:nvPr/>
        </p:nvSpPr>
        <p:spPr>
          <a:xfrm>
            <a:off x="5539662" y="3038562"/>
            <a:ext cx="4345706"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Learning &amp; Enablement</a:t>
            </a:r>
          </a:p>
        </p:txBody>
      </p:sp>
      <p:sp>
        <p:nvSpPr>
          <p:cNvPr id="56" name="Pentagon 55">
            <a:extLst>
              <a:ext uri="{FF2B5EF4-FFF2-40B4-BE49-F238E27FC236}">
                <a16:creationId xmlns:a16="http://schemas.microsoft.com/office/drawing/2014/main" id="{0A6C7B53-4F5A-C65F-D05A-E5BBDCC05D50}"/>
              </a:ext>
            </a:extLst>
          </p:cNvPr>
          <p:cNvSpPr/>
          <p:nvPr/>
        </p:nvSpPr>
        <p:spPr>
          <a:xfrm>
            <a:off x="5546001" y="3435514"/>
            <a:ext cx="6505582" cy="347472"/>
          </a:xfrm>
          <a:prstGeom prst="homePlate">
            <a:avLst/>
          </a:prstGeom>
          <a:solidFill>
            <a:schemeClr val="tx2">
              <a:lumMod val="10000"/>
              <a:lumOff val="90000"/>
            </a:schemeClr>
          </a:solid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288925">
              <a:spcBef>
                <a:spcPts val="1200"/>
              </a:spcBef>
            </a:pPr>
            <a:r>
              <a:rPr lang="en-US" sz="1200" b="1">
                <a:solidFill>
                  <a:srgbClr val="064E89"/>
                </a:solidFill>
                <a:latin typeface="+mj-lt"/>
              </a:rPr>
              <a:t>Digital Experience &amp; Capabilities</a:t>
            </a:r>
          </a:p>
        </p:txBody>
      </p:sp>
      <p:sp>
        <p:nvSpPr>
          <p:cNvPr id="58" name="TextBox 57">
            <a:extLst>
              <a:ext uri="{FF2B5EF4-FFF2-40B4-BE49-F238E27FC236}">
                <a16:creationId xmlns:a16="http://schemas.microsoft.com/office/drawing/2014/main" id="{E09086FB-A635-ECA2-2232-88020AC146E2}"/>
              </a:ext>
            </a:extLst>
          </p:cNvPr>
          <p:cNvSpPr txBox="1"/>
          <p:nvPr/>
        </p:nvSpPr>
        <p:spPr>
          <a:xfrm>
            <a:off x="53301" y="843886"/>
            <a:ext cx="1041054" cy="461665"/>
          </a:xfrm>
          <a:prstGeom prst="rect">
            <a:avLst/>
          </a:prstGeom>
          <a:noFill/>
        </p:spPr>
        <p:txBody>
          <a:bodyPr wrap="square">
            <a:spAutoFit/>
          </a:bodyPr>
          <a:lstStyle/>
          <a:p>
            <a:pPr algn="r"/>
            <a:r>
              <a:rPr lang="en-US" sz="1200" b="1"/>
              <a:t>Project Phases</a:t>
            </a:r>
          </a:p>
        </p:txBody>
      </p:sp>
      <p:sp>
        <p:nvSpPr>
          <p:cNvPr id="59" name="TextBox 58">
            <a:extLst>
              <a:ext uri="{FF2B5EF4-FFF2-40B4-BE49-F238E27FC236}">
                <a16:creationId xmlns:a16="http://schemas.microsoft.com/office/drawing/2014/main" id="{735D49EA-EE79-03CC-63C3-16EA876916B7}"/>
              </a:ext>
            </a:extLst>
          </p:cNvPr>
          <p:cNvSpPr txBox="1"/>
          <p:nvPr/>
        </p:nvSpPr>
        <p:spPr>
          <a:xfrm>
            <a:off x="53301" y="1499430"/>
            <a:ext cx="1041054" cy="646331"/>
          </a:xfrm>
          <a:prstGeom prst="rect">
            <a:avLst/>
          </a:prstGeom>
          <a:noFill/>
        </p:spPr>
        <p:txBody>
          <a:bodyPr wrap="square">
            <a:spAutoFit/>
          </a:bodyPr>
          <a:lstStyle/>
          <a:p>
            <a:pPr algn="r"/>
            <a:r>
              <a:rPr lang="en-US" sz="1200" b="1"/>
              <a:t>Adoption Success Areas</a:t>
            </a:r>
          </a:p>
        </p:txBody>
      </p:sp>
      <p:grpSp>
        <p:nvGrpSpPr>
          <p:cNvPr id="91" name="Group 90">
            <a:extLst>
              <a:ext uri="{FF2B5EF4-FFF2-40B4-BE49-F238E27FC236}">
                <a16:creationId xmlns:a16="http://schemas.microsoft.com/office/drawing/2014/main" id="{618B3E80-5D95-EFE5-71A8-0DC15C4274C5}"/>
              </a:ext>
            </a:extLst>
          </p:cNvPr>
          <p:cNvGrpSpPr/>
          <p:nvPr/>
        </p:nvGrpSpPr>
        <p:grpSpPr>
          <a:xfrm>
            <a:off x="929691" y="4001036"/>
            <a:ext cx="11333137" cy="2486465"/>
            <a:chOff x="928103" y="4378403"/>
            <a:chExt cx="11333137" cy="2486465"/>
          </a:xfrm>
        </p:grpSpPr>
        <p:sp>
          <p:nvSpPr>
            <p:cNvPr id="92" name="Freeform: Shape 312">
              <a:extLst>
                <a:ext uri="{FF2B5EF4-FFF2-40B4-BE49-F238E27FC236}">
                  <a16:creationId xmlns:a16="http://schemas.microsoft.com/office/drawing/2014/main" id="{BC3BE1C7-5ACE-939E-DFF3-B6AAC620AD8D}"/>
                </a:ext>
              </a:extLst>
            </p:cNvPr>
            <p:cNvSpPr/>
            <p:nvPr/>
          </p:nvSpPr>
          <p:spPr>
            <a:xfrm>
              <a:off x="1683924" y="5343503"/>
              <a:ext cx="9251658" cy="1060343"/>
            </a:xfrm>
            <a:custGeom>
              <a:avLst/>
              <a:gdLst>
                <a:gd name="connsiteX0" fmla="*/ 0 w 9626885"/>
                <a:gd name="connsiteY0" fmla="*/ 1235099 h 1502229"/>
                <a:gd name="connsiteX1" fmla="*/ 2917861 w 9626885"/>
                <a:gd name="connsiteY1" fmla="*/ 2200 h 1502229"/>
                <a:gd name="connsiteX2" fmla="*/ 7376845 w 9626885"/>
                <a:gd name="connsiteY2" fmla="*/ 1502227 h 1502229"/>
                <a:gd name="connsiteX3" fmla="*/ 9626885 w 9626885"/>
                <a:gd name="connsiteY3" fmla="*/ 12474 h 1502229"/>
              </a:gdLst>
              <a:ahLst/>
              <a:cxnLst>
                <a:cxn ang="0">
                  <a:pos x="connsiteX0" y="connsiteY0"/>
                </a:cxn>
                <a:cxn ang="0">
                  <a:pos x="connsiteX1" y="connsiteY1"/>
                </a:cxn>
                <a:cxn ang="0">
                  <a:pos x="connsiteX2" y="connsiteY2"/>
                </a:cxn>
                <a:cxn ang="0">
                  <a:pos x="connsiteX3" y="connsiteY3"/>
                </a:cxn>
              </a:cxnLst>
              <a:rect l="l" t="t" r="r" b="b"/>
              <a:pathLst>
                <a:path w="9626885" h="1502229">
                  <a:moveTo>
                    <a:pt x="0" y="1235099"/>
                  </a:moveTo>
                  <a:cubicBezTo>
                    <a:pt x="844193" y="596389"/>
                    <a:pt x="1688387" y="-42321"/>
                    <a:pt x="2917861" y="2200"/>
                  </a:cubicBezTo>
                  <a:cubicBezTo>
                    <a:pt x="4147335" y="46721"/>
                    <a:pt x="6258674" y="1500515"/>
                    <a:pt x="7376845" y="1502227"/>
                  </a:cubicBezTo>
                  <a:cubicBezTo>
                    <a:pt x="8495016" y="1503939"/>
                    <a:pt x="9060950" y="758206"/>
                    <a:pt x="9626885" y="12474"/>
                  </a:cubicBezTo>
                </a:path>
              </a:pathLst>
            </a:custGeom>
            <a:noFill/>
            <a:ln w="19050">
              <a:solidFill>
                <a:schemeClr val="tx2"/>
              </a:solidFill>
              <a:prstDash val="dash"/>
            </a:ln>
          </p:spPr>
          <p:txBody>
            <a:bodyPr rtlCol="0" anchor="ctr"/>
            <a:lstStyle/>
            <a:p>
              <a:pPr algn="ctr">
                <a:defRPr/>
              </a:pPr>
              <a:endParaRPr lang="en-US" sz="1798" kern="0">
                <a:solidFill>
                  <a:srgbClr val="FFFFFF"/>
                </a:solidFill>
                <a:latin typeface="Adobe Clean Light" panose="020B0303020404020204" pitchFamily="34" charset="0"/>
              </a:endParaRPr>
            </a:p>
          </p:txBody>
        </p:sp>
        <p:sp>
          <p:nvSpPr>
            <p:cNvPr id="93" name="TextBox 92">
              <a:extLst>
                <a:ext uri="{FF2B5EF4-FFF2-40B4-BE49-F238E27FC236}">
                  <a16:creationId xmlns:a16="http://schemas.microsoft.com/office/drawing/2014/main" id="{4FAC883C-8671-7A1C-D55B-4ED4FCAC1B03}"/>
                </a:ext>
              </a:extLst>
            </p:cNvPr>
            <p:cNvSpPr txBox="1"/>
            <p:nvPr/>
          </p:nvSpPr>
          <p:spPr>
            <a:xfrm>
              <a:off x="2893319" y="5723937"/>
              <a:ext cx="997992" cy="157766"/>
            </a:xfrm>
            <a:prstGeom prst="rect">
              <a:avLst/>
            </a:prstGeom>
            <a:noFill/>
          </p:spPr>
          <p:txBody>
            <a:bodyPr wrap="square" lIns="0" tIns="0" rIns="0" bIns="0" rtlCol="0" anchor="ctr">
              <a:noAutofit/>
            </a:bodyPr>
            <a:lstStyle/>
            <a:p>
              <a:pPr algn="ctr">
                <a:lnSpc>
                  <a:spcPct val="110000"/>
                </a:lnSpc>
                <a:defRPr/>
              </a:pPr>
              <a:r>
                <a:rPr lang="en-US" sz="1000" b="1" spc="300">
                  <a:solidFill>
                    <a:srgbClr val="FA0F00"/>
                  </a:solidFill>
                  <a:latin typeface="+mj-lt"/>
                  <a:cs typeface="Arial"/>
                </a:rPr>
                <a:t>DESIRE</a:t>
              </a:r>
            </a:p>
          </p:txBody>
        </p:sp>
        <p:sp>
          <p:nvSpPr>
            <p:cNvPr id="94" name="TextBox 93">
              <a:extLst>
                <a:ext uri="{FF2B5EF4-FFF2-40B4-BE49-F238E27FC236}">
                  <a16:creationId xmlns:a16="http://schemas.microsoft.com/office/drawing/2014/main" id="{79C7C392-C1A6-A58A-2C11-1B82E27BA917}"/>
                </a:ext>
              </a:extLst>
            </p:cNvPr>
            <p:cNvSpPr txBox="1"/>
            <p:nvPr/>
          </p:nvSpPr>
          <p:spPr>
            <a:xfrm>
              <a:off x="5283112" y="4378403"/>
              <a:ext cx="1575322" cy="214200"/>
            </a:xfrm>
            <a:prstGeom prst="rect">
              <a:avLst/>
            </a:prstGeom>
            <a:noFill/>
          </p:spPr>
          <p:txBody>
            <a:bodyPr wrap="square" lIns="0" tIns="0" rIns="0" bIns="0" rtlCol="0" anchor="ctr">
              <a:noAutofit/>
            </a:bodyPr>
            <a:lstStyle>
              <a:defPPr>
                <a:defRPr lang="en-US"/>
              </a:defPPr>
              <a:lvl1pPr algn="ctr">
                <a:lnSpc>
                  <a:spcPct val="110000"/>
                </a:lnSpc>
                <a:defRPr sz="800" b="1" spc="300">
                  <a:solidFill>
                    <a:srgbClr val="FA0F00"/>
                  </a:solidFill>
                  <a:latin typeface="Adobe Clean Light"/>
                  <a:cs typeface="Arial"/>
                </a:defRPr>
              </a:lvl1pPr>
            </a:lstStyle>
            <a:p>
              <a:pPr>
                <a:defRPr/>
              </a:pPr>
              <a:r>
                <a:rPr lang="en-US" sz="1000">
                  <a:latin typeface="+mj-lt"/>
                </a:rPr>
                <a:t>KNOWLEDGE</a:t>
              </a:r>
            </a:p>
          </p:txBody>
        </p:sp>
        <p:sp>
          <p:nvSpPr>
            <p:cNvPr id="95" name="TextBox 94">
              <a:extLst>
                <a:ext uri="{FF2B5EF4-FFF2-40B4-BE49-F238E27FC236}">
                  <a16:creationId xmlns:a16="http://schemas.microsoft.com/office/drawing/2014/main" id="{DF4E2BF7-23FE-526C-E2A8-AD8B767B8BC6}"/>
                </a:ext>
              </a:extLst>
            </p:cNvPr>
            <p:cNvSpPr txBox="1"/>
            <p:nvPr/>
          </p:nvSpPr>
          <p:spPr>
            <a:xfrm>
              <a:off x="8185362" y="4943016"/>
              <a:ext cx="728287" cy="234446"/>
            </a:xfrm>
            <a:prstGeom prst="rect">
              <a:avLst/>
            </a:prstGeom>
            <a:noFill/>
          </p:spPr>
          <p:txBody>
            <a:bodyPr wrap="square" lIns="0" tIns="0" rIns="0" bIns="0" rtlCol="0" anchor="ctr">
              <a:noAutofit/>
            </a:bodyPr>
            <a:lstStyle/>
            <a:p>
              <a:pPr algn="ctr">
                <a:lnSpc>
                  <a:spcPct val="110000"/>
                </a:lnSpc>
                <a:defRPr/>
              </a:pPr>
              <a:r>
                <a:rPr lang="en-US" sz="1000" b="1" spc="300">
                  <a:solidFill>
                    <a:srgbClr val="FA0F00"/>
                  </a:solidFill>
                  <a:latin typeface="+mj-lt"/>
                  <a:cs typeface="Arial"/>
                </a:rPr>
                <a:t>ABILITY</a:t>
              </a:r>
            </a:p>
          </p:txBody>
        </p:sp>
        <p:grpSp>
          <p:nvGrpSpPr>
            <p:cNvPr id="96" name="Group 95">
              <a:extLst>
                <a:ext uri="{FF2B5EF4-FFF2-40B4-BE49-F238E27FC236}">
                  <a16:creationId xmlns:a16="http://schemas.microsoft.com/office/drawing/2014/main" id="{552E1D4A-3F84-73E5-27F6-D591A4FCB473}"/>
                </a:ext>
              </a:extLst>
            </p:cNvPr>
            <p:cNvGrpSpPr/>
            <p:nvPr/>
          </p:nvGrpSpPr>
          <p:grpSpPr>
            <a:xfrm>
              <a:off x="928103" y="5054767"/>
              <a:ext cx="1769764" cy="879146"/>
              <a:chOff x="714521" y="2554124"/>
              <a:chExt cx="1771148" cy="879836"/>
            </a:xfrm>
          </p:grpSpPr>
          <p:sp>
            <p:nvSpPr>
              <p:cNvPr id="107" name="TextBox 106">
                <a:extLst>
                  <a:ext uri="{FF2B5EF4-FFF2-40B4-BE49-F238E27FC236}">
                    <a16:creationId xmlns:a16="http://schemas.microsoft.com/office/drawing/2014/main" id="{2F08952C-275C-F591-B15A-BDC7FB20CEE6}"/>
                  </a:ext>
                </a:extLst>
              </p:cNvPr>
              <p:cNvSpPr txBox="1"/>
              <p:nvPr/>
            </p:nvSpPr>
            <p:spPr>
              <a:xfrm>
                <a:off x="807626" y="2814834"/>
                <a:ext cx="1678043" cy="619126"/>
              </a:xfrm>
              <a:prstGeom prst="rect">
                <a:avLst/>
              </a:prstGeom>
              <a:noFill/>
            </p:spPr>
            <p:txBody>
              <a:bodyPr wrap="square" rtlCol="0">
                <a:noAutofit/>
              </a:bodyPr>
              <a:lstStyle/>
              <a:p>
                <a:pPr lvl="0">
                  <a:lnSpc>
                    <a:spcPct val="100000"/>
                  </a:lnSpc>
                  <a:defRPr/>
                </a:pPr>
                <a:r>
                  <a:rPr lang="en-US" sz="800">
                    <a:solidFill>
                      <a:srgbClr val="000000"/>
                    </a:solidFill>
                  </a:rPr>
                  <a:t>“I know the basics of the Adobe Digital Experience initiative and why it is being executed.”</a:t>
                </a:r>
              </a:p>
            </p:txBody>
          </p:sp>
          <p:sp>
            <p:nvSpPr>
              <p:cNvPr id="108" name="TextBox 107">
                <a:extLst>
                  <a:ext uri="{FF2B5EF4-FFF2-40B4-BE49-F238E27FC236}">
                    <a16:creationId xmlns:a16="http://schemas.microsoft.com/office/drawing/2014/main" id="{16E8A533-3616-E9AC-7C15-7AA2D45842D5}"/>
                  </a:ext>
                </a:extLst>
              </p:cNvPr>
              <p:cNvSpPr txBox="1"/>
              <p:nvPr/>
            </p:nvSpPr>
            <p:spPr>
              <a:xfrm>
                <a:off x="714521" y="2554124"/>
                <a:ext cx="1413076" cy="336540"/>
              </a:xfrm>
              <a:prstGeom prst="rect">
                <a:avLst/>
              </a:prstGeom>
              <a:noFill/>
            </p:spPr>
            <p:txBody>
              <a:bodyPr wrap="square" lIns="0" tIns="0" rIns="0" bIns="0" rtlCol="0" anchor="ctr">
                <a:noAutofit/>
              </a:bodyPr>
              <a:lstStyle/>
              <a:p>
                <a:pPr algn="ctr">
                  <a:lnSpc>
                    <a:spcPct val="110000"/>
                  </a:lnSpc>
                  <a:defRPr/>
                </a:pPr>
                <a:r>
                  <a:rPr lang="en-US" sz="1000" b="1" spc="300">
                    <a:solidFill>
                      <a:srgbClr val="FA0F00"/>
                    </a:solidFill>
                    <a:latin typeface="+mj-lt"/>
                    <a:cs typeface="Arial"/>
                  </a:rPr>
                  <a:t>AWARENESS</a:t>
                </a:r>
              </a:p>
            </p:txBody>
          </p:sp>
        </p:grpSp>
        <p:sp>
          <p:nvSpPr>
            <p:cNvPr id="97" name="Oval 96">
              <a:extLst>
                <a:ext uri="{FF2B5EF4-FFF2-40B4-BE49-F238E27FC236}">
                  <a16:creationId xmlns:a16="http://schemas.microsoft.com/office/drawing/2014/main" id="{ED27B045-DFFF-6AD9-31CC-3D0D4EE3D762}"/>
                </a:ext>
              </a:extLst>
            </p:cNvPr>
            <p:cNvSpPr>
              <a:spLocks noChangeAspect="1"/>
            </p:cNvSpPr>
            <p:nvPr/>
          </p:nvSpPr>
          <p:spPr>
            <a:xfrm>
              <a:off x="1394777" y="6064050"/>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98" name="Oval 97">
              <a:extLst>
                <a:ext uri="{FF2B5EF4-FFF2-40B4-BE49-F238E27FC236}">
                  <a16:creationId xmlns:a16="http://schemas.microsoft.com/office/drawing/2014/main" id="{6B4F033E-4EC0-64D5-7DF8-208C6334EC7E}"/>
                </a:ext>
              </a:extLst>
            </p:cNvPr>
            <p:cNvSpPr>
              <a:spLocks noChangeAspect="1"/>
            </p:cNvSpPr>
            <p:nvPr/>
          </p:nvSpPr>
          <p:spPr>
            <a:xfrm>
              <a:off x="8723873" y="6212329"/>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99" name="TextBox 98">
              <a:extLst>
                <a:ext uri="{FF2B5EF4-FFF2-40B4-BE49-F238E27FC236}">
                  <a16:creationId xmlns:a16="http://schemas.microsoft.com/office/drawing/2014/main" id="{62FAF049-E980-3B1C-8A31-92D639007E8C}"/>
                </a:ext>
              </a:extLst>
            </p:cNvPr>
            <p:cNvSpPr txBox="1"/>
            <p:nvPr/>
          </p:nvSpPr>
          <p:spPr>
            <a:xfrm>
              <a:off x="10381141" y="5738023"/>
              <a:ext cx="1676731" cy="153816"/>
            </a:xfrm>
            <a:prstGeom prst="rect">
              <a:avLst/>
            </a:prstGeom>
            <a:noFill/>
          </p:spPr>
          <p:txBody>
            <a:bodyPr wrap="square" lIns="0" tIns="0" rIns="0" bIns="0" rtlCol="0" anchor="ctr">
              <a:noAutofit/>
            </a:bodyPr>
            <a:lstStyle/>
            <a:p>
              <a:pPr algn="ctr">
                <a:lnSpc>
                  <a:spcPct val="110000"/>
                </a:lnSpc>
                <a:defRPr/>
              </a:pPr>
              <a:r>
                <a:rPr lang="en-US" sz="1000" b="1" spc="300">
                  <a:solidFill>
                    <a:srgbClr val="FA0F00"/>
                  </a:solidFill>
                  <a:latin typeface="+mj-lt"/>
                  <a:cs typeface="Arial"/>
                </a:rPr>
                <a:t>REINFORCEMENT</a:t>
              </a:r>
            </a:p>
          </p:txBody>
        </p:sp>
        <p:sp>
          <p:nvSpPr>
            <p:cNvPr id="100" name="Oval 99">
              <a:extLst>
                <a:ext uri="{FF2B5EF4-FFF2-40B4-BE49-F238E27FC236}">
                  <a16:creationId xmlns:a16="http://schemas.microsoft.com/office/drawing/2014/main" id="{86988CB6-3F5A-75C1-3496-8F844E460BD1}"/>
                </a:ext>
              </a:extLst>
            </p:cNvPr>
            <p:cNvSpPr>
              <a:spLocks noChangeAspect="1"/>
            </p:cNvSpPr>
            <p:nvPr/>
          </p:nvSpPr>
          <p:spPr>
            <a:xfrm>
              <a:off x="3784919" y="5142787"/>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101" name="Oval 100">
              <a:extLst>
                <a:ext uri="{FF2B5EF4-FFF2-40B4-BE49-F238E27FC236}">
                  <a16:creationId xmlns:a16="http://schemas.microsoft.com/office/drawing/2014/main" id="{D427B969-BAB7-775C-1585-6E4083BEBFCB}"/>
                </a:ext>
              </a:extLst>
            </p:cNvPr>
            <p:cNvSpPr>
              <a:spLocks noChangeAspect="1"/>
            </p:cNvSpPr>
            <p:nvPr/>
          </p:nvSpPr>
          <p:spPr>
            <a:xfrm>
              <a:off x="5921154" y="5497314"/>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102" name="Oval 101">
              <a:extLst>
                <a:ext uri="{FF2B5EF4-FFF2-40B4-BE49-F238E27FC236}">
                  <a16:creationId xmlns:a16="http://schemas.microsoft.com/office/drawing/2014/main" id="{76CE6D03-821E-F3ED-F35F-247A63CFFD2F}"/>
                </a:ext>
              </a:extLst>
            </p:cNvPr>
            <p:cNvSpPr>
              <a:spLocks noChangeAspect="1"/>
            </p:cNvSpPr>
            <p:nvPr/>
          </p:nvSpPr>
          <p:spPr>
            <a:xfrm>
              <a:off x="10776846" y="5148044"/>
              <a:ext cx="365760" cy="365760"/>
            </a:xfrm>
            <a:prstGeom prst="ellipse">
              <a:avLst/>
            </a:prstGeom>
            <a:solidFill>
              <a:schemeClr val="bg1"/>
            </a:solidFill>
            <a:ln w="12700">
              <a:solidFill>
                <a:schemeClr val="accent6"/>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sp>
          <p:nvSpPr>
            <p:cNvPr id="103" name="TextBox 102">
              <a:extLst>
                <a:ext uri="{FF2B5EF4-FFF2-40B4-BE49-F238E27FC236}">
                  <a16:creationId xmlns:a16="http://schemas.microsoft.com/office/drawing/2014/main" id="{FB0F0745-CCCC-2F45-322D-D9307DB80B7F}"/>
                </a:ext>
              </a:extLst>
            </p:cNvPr>
            <p:cNvSpPr txBox="1"/>
            <p:nvPr/>
          </p:nvSpPr>
          <p:spPr>
            <a:xfrm>
              <a:off x="2972141" y="5891838"/>
              <a:ext cx="2618790" cy="954107"/>
            </a:xfrm>
            <a:prstGeom prst="rect">
              <a:avLst/>
            </a:prstGeom>
            <a:noFill/>
          </p:spPr>
          <p:txBody>
            <a:bodyPr wrap="square">
              <a:spAutoFit/>
            </a:bodyPr>
            <a:lstStyle/>
            <a:p>
              <a:pPr defTabSz="1088291">
                <a:defRPr/>
              </a:pPr>
              <a:r>
                <a:rPr lang="en-US" sz="800">
                  <a:solidFill>
                    <a:srgbClr val="000000"/>
                  </a:solidFill>
                </a:rPr>
                <a:t>“I can articulate how I need to change and am becoming supportive and willing to accept the changes coming ahead.”</a:t>
              </a:r>
            </a:p>
            <a:p>
              <a:pPr defTabSz="1088291">
                <a:defRPr/>
              </a:pPr>
              <a:endParaRPr lang="en-US" sz="800">
                <a:solidFill>
                  <a:srgbClr val="000000"/>
                </a:solidFill>
              </a:endParaRPr>
            </a:p>
            <a:p>
              <a:pPr defTabSz="1088291">
                <a:defRPr/>
              </a:pPr>
              <a:r>
                <a:rPr lang="en-US" sz="800">
                  <a:solidFill>
                    <a:srgbClr val="000000"/>
                  </a:solidFill>
                </a:rPr>
                <a:t>“I know that leadership has listened to my concerns/feedback and is addressing them proactively, so me and my team are sufficiently prepared.”</a:t>
              </a:r>
            </a:p>
          </p:txBody>
        </p:sp>
        <p:sp>
          <p:nvSpPr>
            <p:cNvPr id="104" name="TextBox 103">
              <a:extLst>
                <a:ext uri="{FF2B5EF4-FFF2-40B4-BE49-F238E27FC236}">
                  <a16:creationId xmlns:a16="http://schemas.microsoft.com/office/drawing/2014/main" id="{2333F6D7-7ADF-00DF-5146-4A25B29A6FB9}"/>
                </a:ext>
              </a:extLst>
            </p:cNvPr>
            <p:cNvSpPr txBox="1"/>
            <p:nvPr/>
          </p:nvSpPr>
          <p:spPr>
            <a:xfrm>
              <a:off x="5431160" y="4560046"/>
              <a:ext cx="2639949" cy="954107"/>
            </a:xfrm>
            <a:prstGeom prst="rect">
              <a:avLst/>
            </a:prstGeom>
            <a:noFill/>
          </p:spPr>
          <p:txBody>
            <a:bodyPr wrap="square">
              <a:spAutoFit/>
            </a:bodyPr>
            <a:lstStyle/>
            <a:p>
              <a:pPr defTabSz="1088291">
                <a:defRPr/>
              </a:pPr>
              <a:r>
                <a:rPr lang="en-US" sz="800">
                  <a:solidFill>
                    <a:srgbClr val="000000"/>
                  </a:solidFill>
                </a:rPr>
                <a:t>“I can explain why the change is needed, what it means for me and my team, and how our team/organization will benefit from the implementation of Adobe technology.”</a:t>
              </a:r>
            </a:p>
            <a:p>
              <a:pPr>
                <a:lnSpc>
                  <a:spcPct val="100000"/>
                </a:lnSpc>
                <a:defRPr/>
              </a:pPr>
              <a:endParaRPr lang="en-US" sz="800">
                <a:solidFill>
                  <a:srgbClr val="000000"/>
                </a:solidFill>
              </a:endParaRPr>
            </a:p>
            <a:p>
              <a:pPr defTabSz="1088291">
                <a:defRPr/>
              </a:pPr>
              <a:r>
                <a:rPr lang="en-US" sz="800">
                  <a:solidFill>
                    <a:srgbClr val="000000"/>
                  </a:solidFill>
                </a:rPr>
                <a:t>”I have attended training and understand what resources are available to support me through the transition period </a:t>
              </a:r>
              <a:r>
                <a:rPr lang="en-US" sz="800"/>
                <a:t>of working with Adobe solutions.</a:t>
              </a:r>
              <a:r>
                <a:rPr lang="en-US" sz="800">
                  <a:solidFill>
                    <a:srgbClr val="000000"/>
                  </a:solidFill>
                </a:rPr>
                <a:t>”</a:t>
              </a:r>
            </a:p>
          </p:txBody>
        </p:sp>
        <p:sp>
          <p:nvSpPr>
            <p:cNvPr id="105" name="TextBox 104">
              <a:extLst>
                <a:ext uri="{FF2B5EF4-FFF2-40B4-BE49-F238E27FC236}">
                  <a16:creationId xmlns:a16="http://schemas.microsoft.com/office/drawing/2014/main" id="{1752A740-E6E9-FDA2-FDEF-BC26191CCF58}"/>
                </a:ext>
              </a:extLst>
            </p:cNvPr>
            <p:cNvSpPr txBox="1"/>
            <p:nvPr/>
          </p:nvSpPr>
          <p:spPr>
            <a:xfrm>
              <a:off x="8093571" y="5128085"/>
              <a:ext cx="2292863" cy="461665"/>
            </a:xfrm>
            <a:prstGeom prst="rect">
              <a:avLst/>
            </a:prstGeom>
            <a:noFill/>
          </p:spPr>
          <p:txBody>
            <a:bodyPr wrap="square">
              <a:spAutoFit/>
            </a:bodyPr>
            <a:lstStyle/>
            <a:p>
              <a:pPr defTabSz="1088291">
                <a:defRPr/>
              </a:pPr>
              <a:r>
                <a:rPr lang="en-US" sz="800">
                  <a:solidFill>
                    <a:srgbClr val="000000"/>
                  </a:solidFill>
                </a:rPr>
                <a:t>“I am confident in my ability to use the Adobe Digital Experience platform and </a:t>
              </a:r>
              <a:r>
                <a:rPr lang="en-US" sz="800"/>
                <a:t>being data driven in my </a:t>
              </a:r>
              <a:r>
                <a:rPr lang="en-US" sz="800">
                  <a:solidFill>
                    <a:srgbClr val="000000"/>
                  </a:solidFill>
                </a:rPr>
                <a:t>daily work.”</a:t>
              </a:r>
            </a:p>
          </p:txBody>
        </p:sp>
        <p:sp>
          <p:nvSpPr>
            <p:cNvPr id="106" name="TextBox 105">
              <a:extLst>
                <a:ext uri="{FF2B5EF4-FFF2-40B4-BE49-F238E27FC236}">
                  <a16:creationId xmlns:a16="http://schemas.microsoft.com/office/drawing/2014/main" id="{694B518C-94A2-85CD-4896-72DAD120F2FE}"/>
                </a:ext>
              </a:extLst>
            </p:cNvPr>
            <p:cNvSpPr txBox="1"/>
            <p:nvPr/>
          </p:nvSpPr>
          <p:spPr>
            <a:xfrm>
              <a:off x="10247086" y="5910761"/>
              <a:ext cx="2014154" cy="954107"/>
            </a:xfrm>
            <a:prstGeom prst="rect">
              <a:avLst/>
            </a:prstGeom>
            <a:noFill/>
          </p:spPr>
          <p:txBody>
            <a:bodyPr wrap="square">
              <a:spAutoFit/>
            </a:bodyPr>
            <a:lstStyle/>
            <a:p>
              <a:pPr defTabSz="1088291">
                <a:defRPr/>
              </a:pPr>
              <a:r>
                <a:rPr lang="en-US" sz="800">
                  <a:solidFill>
                    <a:srgbClr val="000000"/>
                  </a:solidFill>
                </a:rPr>
                <a:t>“My team has weekly discussions on how we can continue to improve our processes to maximize the capabilities provided by the Adobe Digital Experience platform.”</a:t>
              </a:r>
            </a:p>
            <a:p>
              <a:pPr defTabSz="1088291">
                <a:defRPr/>
              </a:pPr>
              <a:endParaRPr lang="en-US" sz="800">
                <a:solidFill>
                  <a:srgbClr val="000000"/>
                </a:solidFill>
              </a:endParaRPr>
            </a:p>
            <a:p>
              <a:pPr defTabSz="1088291">
                <a:defRPr/>
              </a:pPr>
              <a:r>
                <a:rPr lang="en-US" sz="800">
                  <a:solidFill>
                    <a:srgbClr val="000000"/>
                  </a:solidFill>
                  <a:latin typeface="Adobe Clean SemiLight"/>
                </a:rPr>
                <a:t>“I regularly report on and communicate the value/progress of Adobe to leadership.” </a:t>
              </a:r>
            </a:p>
          </p:txBody>
        </p:sp>
      </p:grpSp>
      <p:grpSp>
        <p:nvGrpSpPr>
          <p:cNvPr id="109" name="Group 108">
            <a:extLst>
              <a:ext uri="{FF2B5EF4-FFF2-40B4-BE49-F238E27FC236}">
                <a16:creationId xmlns:a16="http://schemas.microsoft.com/office/drawing/2014/main" id="{AC5C5D9E-8611-94CE-4B51-A21162C9A12A}"/>
              </a:ext>
            </a:extLst>
          </p:cNvPr>
          <p:cNvGrpSpPr/>
          <p:nvPr/>
        </p:nvGrpSpPr>
        <p:grpSpPr>
          <a:xfrm>
            <a:off x="1182536" y="1505175"/>
            <a:ext cx="231659" cy="228600"/>
            <a:chOff x="1099646" y="2655922"/>
            <a:chExt cx="231659" cy="228600"/>
          </a:xfrm>
        </p:grpSpPr>
        <p:sp>
          <p:nvSpPr>
            <p:cNvPr id="110" name="Oval 109">
              <a:extLst>
                <a:ext uri="{FF2B5EF4-FFF2-40B4-BE49-F238E27FC236}">
                  <a16:creationId xmlns:a16="http://schemas.microsoft.com/office/drawing/2014/main" id="{8BC4443E-EE9C-1F66-6A40-A37F6AA59ECE}"/>
                </a:ext>
              </a:extLst>
            </p:cNvPr>
            <p:cNvSpPr>
              <a:spLocks noChangeAspect="1"/>
            </p:cNvSpPr>
            <p:nvPr/>
          </p:nvSpPr>
          <p:spPr>
            <a:xfrm>
              <a:off x="1099646" y="2655922"/>
              <a:ext cx="231659" cy="228600"/>
            </a:xfrm>
            <a:prstGeom prst="ellipse">
              <a:avLst/>
            </a:prstGeom>
            <a:solidFill>
              <a:srgbClr val="064E89"/>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11" name="Picture 110">
              <a:extLst>
                <a:ext uri="{FF2B5EF4-FFF2-40B4-BE49-F238E27FC236}">
                  <a16:creationId xmlns:a16="http://schemas.microsoft.com/office/drawing/2014/main" id="{28938CE1-8D7F-E5DC-14CF-56BB191BCA3D}"/>
                </a:ext>
                <a:ext uri="{C183D7F6-B498-43B3-948B-1728B52AA6E4}">
                  <adec:decorative xmlns:adec="http://schemas.microsoft.com/office/drawing/2017/decorative" val="1"/>
                </a:ext>
              </a:extLst>
            </p:cNvPr>
            <p:cNvPicPr>
              <a:picLocks noChangeAspect="1"/>
            </p:cNvPicPr>
            <p:nvPr/>
          </p:nvPicPr>
          <p:blipFill>
            <a:blip r:embed="rId3">
              <a:biLevel thresh="25000"/>
            </a:blip>
            <a:stretch>
              <a:fillRect/>
            </a:stretch>
          </p:blipFill>
          <p:spPr>
            <a:xfrm>
              <a:off x="1124035" y="2663669"/>
              <a:ext cx="182880" cy="182880"/>
            </a:xfrm>
            <a:prstGeom prst="rect">
              <a:avLst/>
            </a:prstGeom>
          </p:spPr>
        </p:pic>
      </p:grpSp>
      <p:grpSp>
        <p:nvGrpSpPr>
          <p:cNvPr id="112" name="Group 111">
            <a:extLst>
              <a:ext uri="{FF2B5EF4-FFF2-40B4-BE49-F238E27FC236}">
                <a16:creationId xmlns:a16="http://schemas.microsoft.com/office/drawing/2014/main" id="{CA46D310-F23D-2394-A23C-1D50E99A169E}"/>
              </a:ext>
            </a:extLst>
          </p:cNvPr>
          <p:cNvGrpSpPr/>
          <p:nvPr/>
        </p:nvGrpSpPr>
        <p:grpSpPr>
          <a:xfrm>
            <a:off x="1178131" y="1900763"/>
            <a:ext cx="231659" cy="228600"/>
            <a:chOff x="1099646" y="2655922"/>
            <a:chExt cx="231659" cy="228600"/>
          </a:xfrm>
          <a:solidFill>
            <a:srgbClr val="064E89"/>
          </a:solidFill>
        </p:grpSpPr>
        <p:sp>
          <p:nvSpPr>
            <p:cNvPr id="113" name="Oval 112">
              <a:extLst>
                <a:ext uri="{FF2B5EF4-FFF2-40B4-BE49-F238E27FC236}">
                  <a16:creationId xmlns:a16="http://schemas.microsoft.com/office/drawing/2014/main" id="{DDCCFEA8-A1B2-6136-D183-81CA99E49479}"/>
                </a:ext>
              </a:extLst>
            </p:cNvPr>
            <p:cNvSpPr>
              <a:spLocks noChangeAspect="1"/>
            </p:cNvSpPr>
            <p:nvPr/>
          </p:nvSpPr>
          <p:spPr>
            <a:xfrm>
              <a:off x="1099646" y="2655922"/>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14" name="Picture 113">
              <a:extLst>
                <a:ext uri="{FF2B5EF4-FFF2-40B4-BE49-F238E27FC236}">
                  <a16:creationId xmlns:a16="http://schemas.microsoft.com/office/drawing/2014/main" id="{CFEA063A-E9B2-EB85-643F-38B342F40F39}"/>
                </a:ext>
                <a:ext uri="{C183D7F6-B498-43B3-948B-1728B52AA6E4}">
                  <adec:decorative xmlns:adec="http://schemas.microsoft.com/office/drawing/2017/decorative" val="1"/>
                </a:ext>
              </a:extLst>
            </p:cNvPr>
            <p:cNvPicPr>
              <a:picLocks noChangeAspect="1"/>
            </p:cNvPicPr>
            <p:nvPr/>
          </p:nvPicPr>
          <p:blipFill>
            <a:blip r:embed="rId4">
              <a:biLevel thresh="25000"/>
            </a:blip>
            <a:stretch>
              <a:fillRect/>
            </a:stretch>
          </p:blipFill>
          <p:spPr>
            <a:xfrm>
              <a:off x="1116713" y="2668263"/>
              <a:ext cx="201168" cy="201168"/>
            </a:xfrm>
            <a:prstGeom prst="rect">
              <a:avLst/>
            </a:prstGeom>
            <a:noFill/>
          </p:spPr>
        </p:pic>
      </p:grpSp>
      <p:grpSp>
        <p:nvGrpSpPr>
          <p:cNvPr id="118" name="Group 117">
            <a:extLst>
              <a:ext uri="{FF2B5EF4-FFF2-40B4-BE49-F238E27FC236}">
                <a16:creationId xmlns:a16="http://schemas.microsoft.com/office/drawing/2014/main" id="{2A058FE8-CE44-DB26-A239-C429CE0DFC97}"/>
              </a:ext>
            </a:extLst>
          </p:cNvPr>
          <p:cNvGrpSpPr/>
          <p:nvPr/>
        </p:nvGrpSpPr>
        <p:grpSpPr>
          <a:xfrm>
            <a:off x="2077262" y="2299370"/>
            <a:ext cx="231659" cy="228600"/>
            <a:chOff x="7588332" y="2655922"/>
            <a:chExt cx="231659" cy="228600"/>
          </a:xfrm>
          <a:solidFill>
            <a:srgbClr val="064E89"/>
          </a:solidFill>
        </p:grpSpPr>
        <p:sp>
          <p:nvSpPr>
            <p:cNvPr id="119" name="Oval 118">
              <a:extLst>
                <a:ext uri="{FF2B5EF4-FFF2-40B4-BE49-F238E27FC236}">
                  <a16:creationId xmlns:a16="http://schemas.microsoft.com/office/drawing/2014/main" id="{580BFEAB-FF2C-BFF9-4D62-705911D9C51D}"/>
                </a:ext>
              </a:extLst>
            </p:cNvPr>
            <p:cNvSpPr>
              <a:spLocks noChangeAspect="1"/>
            </p:cNvSpPr>
            <p:nvPr/>
          </p:nvSpPr>
          <p:spPr>
            <a:xfrm>
              <a:off x="7588332" y="2655922"/>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20" name="Picture 119">
              <a:extLst>
                <a:ext uri="{FF2B5EF4-FFF2-40B4-BE49-F238E27FC236}">
                  <a16:creationId xmlns:a16="http://schemas.microsoft.com/office/drawing/2014/main" id="{11FA0EE2-B3D5-6C2D-5FD4-EA972D6653EA}"/>
                </a:ext>
                <a:ext uri="{C183D7F6-B498-43B3-948B-1728B52AA6E4}">
                  <adec:decorative xmlns:adec="http://schemas.microsoft.com/office/drawing/2017/decorative" val="1"/>
                </a:ext>
              </a:extLst>
            </p:cNvPr>
            <p:cNvPicPr>
              <a:picLocks noChangeAspect="1"/>
            </p:cNvPicPr>
            <p:nvPr/>
          </p:nvPicPr>
          <p:blipFill>
            <a:blip r:embed="rId5">
              <a:biLevel thresh="25000"/>
            </a:blip>
            <a:stretch>
              <a:fillRect/>
            </a:stretch>
          </p:blipFill>
          <p:spPr>
            <a:xfrm>
              <a:off x="7607438" y="2679766"/>
              <a:ext cx="201168" cy="201168"/>
            </a:xfrm>
            <a:prstGeom prst="rect">
              <a:avLst/>
            </a:prstGeom>
            <a:noFill/>
          </p:spPr>
        </p:pic>
      </p:grpSp>
      <p:grpSp>
        <p:nvGrpSpPr>
          <p:cNvPr id="121" name="Group 120">
            <a:extLst>
              <a:ext uri="{FF2B5EF4-FFF2-40B4-BE49-F238E27FC236}">
                <a16:creationId xmlns:a16="http://schemas.microsoft.com/office/drawing/2014/main" id="{ECEAB9A5-9C38-125A-8989-C9C5D06330F2}"/>
              </a:ext>
            </a:extLst>
          </p:cNvPr>
          <p:cNvGrpSpPr/>
          <p:nvPr/>
        </p:nvGrpSpPr>
        <p:grpSpPr>
          <a:xfrm>
            <a:off x="2077262" y="2699326"/>
            <a:ext cx="231659" cy="228600"/>
            <a:chOff x="7588332" y="2928799"/>
            <a:chExt cx="231659" cy="228600"/>
          </a:xfrm>
          <a:solidFill>
            <a:srgbClr val="064E89"/>
          </a:solidFill>
        </p:grpSpPr>
        <p:sp>
          <p:nvSpPr>
            <p:cNvPr id="122" name="Oval 121">
              <a:extLst>
                <a:ext uri="{FF2B5EF4-FFF2-40B4-BE49-F238E27FC236}">
                  <a16:creationId xmlns:a16="http://schemas.microsoft.com/office/drawing/2014/main" id="{40AD7513-E4E2-88B7-D7FF-307AB0600964}"/>
                </a:ext>
              </a:extLst>
            </p:cNvPr>
            <p:cNvSpPr>
              <a:spLocks noChangeAspect="1"/>
            </p:cNvSpPr>
            <p:nvPr/>
          </p:nvSpPr>
          <p:spPr>
            <a:xfrm>
              <a:off x="7588332" y="2928799"/>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23" name="Picture 122">
              <a:extLst>
                <a:ext uri="{FF2B5EF4-FFF2-40B4-BE49-F238E27FC236}">
                  <a16:creationId xmlns:a16="http://schemas.microsoft.com/office/drawing/2014/main" id="{CE61AF4F-9CA3-399D-0232-F09C163BACC1}"/>
                </a:ext>
                <a:ext uri="{C183D7F6-B498-43B3-948B-1728B52AA6E4}">
                  <adec:decorative xmlns:adec="http://schemas.microsoft.com/office/drawing/2017/decorative" val="1"/>
                </a:ext>
              </a:extLst>
            </p:cNvPr>
            <p:cNvPicPr>
              <a:picLocks noChangeAspect="1"/>
            </p:cNvPicPr>
            <p:nvPr/>
          </p:nvPicPr>
          <p:blipFill>
            <a:blip r:embed="rId6">
              <a:biLevel thresh="25000"/>
            </a:blip>
            <a:stretch>
              <a:fillRect/>
            </a:stretch>
          </p:blipFill>
          <p:spPr>
            <a:xfrm>
              <a:off x="7617101" y="2952749"/>
              <a:ext cx="173736" cy="173736"/>
            </a:xfrm>
            <a:prstGeom prst="rect">
              <a:avLst/>
            </a:prstGeom>
            <a:noFill/>
          </p:spPr>
        </p:pic>
      </p:grpSp>
      <p:grpSp>
        <p:nvGrpSpPr>
          <p:cNvPr id="124" name="Group 123">
            <a:extLst>
              <a:ext uri="{FF2B5EF4-FFF2-40B4-BE49-F238E27FC236}">
                <a16:creationId xmlns:a16="http://schemas.microsoft.com/office/drawing/2014/main" id="{869B07DD-C11F-0674-D048-E7512C200991}"/>
              </a:ext>
            </a:extLst>
          </p:cNvPr>
          <p:cNvGrpSpPr/>
          <p:nvPr/>
        </p:nvGrpSpPr>
        <p:grpSpPr>
          <a:xfrm>
            <a:off x="5597454" y="3093610"/>
            <a:ext cx="231659" cy="228600"/>
            <a:chOff x="7588332" y="3201676"/>
            <a:chExt cx="231659" cy="228600"/>
          </a:xfrm>
          <a:solidFill>
            <a:srgbClr val="064E89"/>
          </a:solidFill>
        </p:grpSpPr>
        <p:sp>
          <p:nvSpPr>
            <p:cNvPr id="125" name="Oval 124">
              <a:extLst>
                <a:ext uri="{FF2B5EF4-FFF2-40B4-BE49-F238E27FC236}">
                  <a16:creationId xmlns:a16="http://schemas.microsoft.com/office/drawing/2014/main" id="{447B61D7-0F99-5D57-B1CE-B05A07866920}"/>
                </a:ext>
              </a:extLst>
            </p:cNvPr>
            <p:cNvSpPr>
              <a:spLocks noChangeAspect="1"/>
            </p:cNvSpPr>
            <p:nvPr/>
          </p:nvSpPr>
          <p:spPr>
            <a:xfrm>
              <a:off x="7588332" y="3201676"/>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26" name="Picture 125">
              <a:extLst>
                <a:ext uri="{FF2B5EF4-FFF2-40B4-BE49-F238E27FC236}">
                  <a16:creationId xmlns:a16="http://schemas.microsoft.com/office/drawing/2014/main" id="{9CF63471-5184-061D-B6DA-FDE2DA1A7C58}"/>
                </a:ext>
                <a:ext uri="{C183D7F6-B498-43B3-948B-1728B52AA6E4}">
                  <adec:decorative xmlns:adec="http://schemas.microsoft.com/office/drawing/2017/decorative" val="1"/>
                </a:ext>
              </a:extLst>
            </p:cNvPr>
            <p:cNvPicPr>
              <a:picLocks noChangeAspect="1"/>
            </p:cNvPicPr>
            <p:nvPr/>
          </p:nvPicPr>
          <p:blipFill>
            <a:blip r:embed="rId7">
              <a:biLevel thresh="25000"/>
            </a:blip>
            <a:stretch>
              <a:fillRect/>
            </a:stretch>
          </p:blipFill>
          <p:spPr>
            <a:xfrm>
              <a:off x="7607438" y="3220611"/>
              <a:ext cx="192024" cy="192024"/>
            </a:xfrm>
            <a:prstGeom prst="rect">
              <a:avLst/>
            </a:prstGeom>
            <a:noFill/>
          </p:spPr>
        </p:pic>
      </p:grpSp>
      <p:grpSp>
        <p:nvGrpSpPr>
          <p:cNvPr id="127" name="Group 126">
            <a:extLst>
              <a:ext uri="{FF2B5EF4-FFF2-40B4-BE49-F238E27FC236}">
                <a16:creationId xmlns:a16="http://schemas.microsoft.com/office/drawing/2014/main" id="{06879FE3-EE39-EF14-A69D-F505036C1008}"/>
              </a:ext>
            </a:extLst>
          </p:cNvPr>
          <p:cNvGrpSpPr/>
          <p:nvPr/>
        </p:nvGrpSpPr>
        <p:grpSpPr>
          <a:xfrm>
            <a:off x="5597454" y="3479843"/>
            <a:ext cx="231659" cy="228600"/>
            <a:chOff x="7588332" y="3474552"/>
            <a:chExt cx="231659" cy="228600"/>
          </a:xfrm>
          <a:solidFill>
            <a:srgbClr val="064E89"/>
          </a:solidFill>
        </p:grpSpPr>
        <p:sp>
          <p:nvSpPr>
            <p:cNvPr id="128" name="Oval 127">
              <a:extLst>
                <a:ext uri="{FF2B5EF4-FFF2-40B4-BE49-F238E27FC236}">
                  <a16:creationId xmlns:a16="http://schemas.microsoft.com/office/drawing/2014/main" id="{B7F40E1C-8197-0253-C9EA-7747858871AB}"/>
                </a:ext>
              </a:extLst>
            </p:cNvPr>
            <p:cNvSpPr>
              <a:spLocks noChangeAspect="1"/>
            </p:cNvSpPr>
            <p:nvPr/>
          </p:nvSpPr>
          <p:spPr>
            <a:xfrm>
              <a:off x="7588332" y="3474552"/>
              <a:ext cx="231659" cy="228600"/>
            </a:xfrm>
            <a:prstGeom prst="ellipse">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a:spcBef>
                  <a:spcPts val="1200"/>
                </a:spcBef>
              </a:pPr>
              <a:endParaRPr lang="en-US" sz="1400">
                <a:solidFill>
                  <a:schemeClr val="tx1"/>
                </a:solidFill>
              </a:endParaRPr>
            </a:p>
          </p:txBody>
        </p:sp>
        <p:pic>
          <p:nvPicPr>
            <p:cNvPr id="129" name="Picture 128">
              <a:extLst>
                <a:ext uri="{FF2B5EF4-FFF2-40B4-BE49-F238E27FC236}">
                  <a16:creationId xmlns:a16="http://schemas.microsoft.com/office/drawing/2014/main" id="{235734A4-46F6-060A-E619-64F8A45E2348}"/>
                </a:ext>
                <a:ext uri="{C183D7F6-B498-43B3-948B-1728B52AA6E4}">
                  <adec:decorative xmlns:adec="http://schemas.microsoft.com/office/drawing/2017/decorative" val="1"/>
                </a:ext>
              </a:extLst>
            </p:cNvPr>
            <p:cNvPicPr>
              <a:picLocks noChangeAspect="1"/>
            </p:cNvPicPr>
            <p:nvPr/>
          </p:nvPicPr>
          <p:blipFill>
            <a:blip r:embed="rId8">
              <a:biLevel thresh="25000"/>
            </a:blip>
            <a:stretch>
              <a:fillRect/>
            </a:stretch>
          </p:blipFill>
          <p:spPr>
            <a:xfrm>
              <a:off x="7601988" y="3492840"/>
              <a:ext cx="192024" cy="192024"/>
            </a:xfrm>
            <a:prstGeom prst="rect">
              <a:avLst/>
            </a:prstGeom>
            <a:noFill/>
          </p:spPr>
        </p:pic>
      </p:grpSp>
    </p:spTree>
    <p:extLst>
      <p:ext uri="{BB962C8B-B14F-4D97-AF65-F5344CB8AC3E}">
        <p14:creationId xmlns:p14="http://schemas.microsoft.com/office/powerpoint/2010/main" val="12094355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328F94-1F6D-EEAA-EE58-C6883207FADB}"/>
              </a:ext>
            </a:extLst>
          </p:cNvPr>
          <p:cNvSpPr>
            <a:spLocks noGrp="1"/>
          </p:cNvSpPr>
          <p:nvPr>
            <p:ph type="title"/>
          </p:nvPr>
        </p:nvSpPr>
        <p:spPr>
          <a:noFill/>
          <a:ln>
            <a:noFill/>
          </a:ln>
        </p:spPr>
        <p:txBody>
          <a:bodyPr spcFirstLastPara="1" vert="horz" wrap="square" lIns="0" tIns="0" rIns="0" bIns="0" rtlCol="0" anchor="ctr" anchorCtr="0">
            <a:noAutofit/>
          </a:bodyPr>
          <a:lstStyle/>
          <a:p>
            <a:r>
              <a:rPr lang="en-US" sz="2400"/>
              <a:t>A communication strategy</a:t>
            </a:r>
            <a:endParaRPr lang="en-US" sz="2400" baseline="30000"/>
          </a:p>
        </p:txBody>
      </p:sp>
      <p:graphicFrame>
        <p:nvGraphicFramePr>
          <p:cNvPr id="2" name="Table 36">
            <a:extLst>
              <a:ext uri="{FF2B5EF4-FFF2-40B4-BE49-F238E27FC236}">
                <a16:creationId xmlns:a16="http://schemas.microsoft.com/office/drawing/2014/main" id="{C41F5C8F-949D-2EF7-661D-75B5AB2731C2}"/>
              </a:ext>
            </a:extLst>
          </p:cNvPr>
          <p:cNvGraphicFramePr>
            <a:graphicFrameLocks noGrp="1"/>
          </p:cNvGraphicFramePr>
          <p:nvPr>
            <p:extLst>
              <p:ext uri="{D42A27DB-BD31-4B8C-83A1-F6EECF244321}">
                <p14:modId xmlns:p14="http://schemas.microsoft.com/office/powerpoint/2010/main" val="1924538548"/>
              </p:ext>
            </p:extLst>
          </p:nvPr>
        </p:nvGraphicFramePr>
        <p:xfrm>
          <a:off x="310897" y="3187207"/>
          <a:ext cx="11086220" cy="2774928"/>
        </p:xfrm>
        <a:graphic>
          <a:graphicData uri="http://schemas.openxmlformats.org/drawingml/2006/table">
            <a:tbl>
              <a:tblPr firstRow="1" bandRow="1">
                <a:tableStyleId>{2D5ABB26-0587-4C30-8999-92F81FD0307C}</a:tableStyleId>
              </a:tblPr>
              <a:tblGrid>
                <a:gridCol w="1097280">
                  <a:extLst>
                    <a:ext uri="{9D8B030D-6E8A-4147-A177-3AD203B41FA5}">
                      <a16:colId xmlns:a16="http://schemas.microsoft.com/office/drawing/2014/main" val="3453592548"/>
                    </a:ext>
                  </a:extLst>
                </a:gridCol>
                <a:gridCol w="1997788">
                  <a:extLst>
                    <a:ext uri="{9D8B030D-6E8A-4147-A177-3AD203B41FA5}">
                      <a16:colId xmlns:a16="http://schemas.microsoft.com/office/drawing/2014/main" val="528523444"/>
                    </a:ext>
                  </a:extLst>
                </a:gridCol>
                <a:gridCol w="1997788">
                  <a:extLst>
                    <a:ext uri="{9D8B030D-6E8A-4147-A177-3AD203B41FA5}">
                      <a16:colId xmlns:a16="http://schemas.microsoft.com/office/drawing/2014/main" val="2078761654"/>
                    </a:ext>
                  </a:extLst>
                </a:gridCol>
                <a:gridCol w="1997788">
                  <a:extLst>
                    <a:ext uri="{9D8B030D-6E8A-4147-A177-3AD203B41FA5}">
                      <a16:colId xmlns:a16="http://schemas.microsoft.com/office/drawing/2014/main" val="3107357730"/>
                    </a:ext>
                  </a:extLst>
                </a:gridCol>
                <a:gridCol w="1997788">
                  <a:extLst>
                    <a:ext uri="{9D8B030D-6E8A-4147-A177-3AD203B41FA5}">
                      <a16:colId xmlns:a16="http://schemas.microsoft.com/office/drawing/2014/main" val="417438278"/>
                    </a:ext>
                  </a:extLst>
                </a:gridCol>
                <a:gridCol w="1997788">
                  <a:extLst>
                    <a:ext uri="{9D8B030D-6E8A-4147-A177-3AD203B41FA5}">
                      <a16:colId xmlns:a16="http://schemas.microsoft.com/office/drawing/2014/main" val="836456474"/>
                    </a:ext>
                  </a:extLst>
                </a:gridCol>
              </a:tblGrid>
              <a:tr h="624878">
                <a:tc>
                  <a:txBody>
                    <a:bodyPr/>
                    <a:lstStyle/>
                    <a:p>
                      <a:pPr algn="r"/>
                      <a:r>
                        <a:rPr lang="en-US" sz="1050" b="1" i="0">
                          <a:latin typeface="SoDo Sans Light" pitchFamily="2" charset="77"/>
                          <a:ea typeface="SoDo Sans Light" pitchFamily="2" charset="77"/>
                        </a:rPr>
                        <a:t>Storyline</a:t>
                      </a:r>
                    </a:p>
                  </a:txBody>
                  <a:tcPr marL="45720" marR="45720"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b="1" i="0">
                          <a:solidFill>
                            <a:schemeClr val="tx1"/>
                          </a:solidFill>
                          <a:latin typeface="SoDo Sans Light" pitchFamily="2" charset="77"/>
                          <a:ea typeface="SoDo Sans Light" pitchFamily="2" charset="77"/>
                        </a:rPr>
                        <a:t>Case for Adobe Technology</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a:r>
                        <a:rPr lang="en-US" sz="1050" b="1" i="0">
                          <a:solidFill>
                            <a:schemeClr val="tx1"/>
                          </a:solidFill>
                          <a:latin typeface="SoDo Sans Light" pitchFamily="2" charset="77"/>
                          <a:ea typeface="SoDo Sans Light" pitchFamily="2" charset="77"/>
                        </a:rPr>
                        <a:t>Detailed Change Messaging</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a:r>
                        <a:rPr lang="en-US" sz="1050" b="1" i="0">
                          <a:solidFill>
                            <a:schemeClr val="tx1"/>
                          </a:solidFill>
                          <a:latin typeface="SoDo Sans Light" pitchFamily="2" charset="77"/>
                          <a:ea typeface="SoDo Sans Light" pitchFamily="2" charset="77"/>
                        </a:rPr>
                        <a:t>Prepare for Go-Live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a:r>
                        <a:rPr lang="en-US" sz="1050" b="1" i="0">
                          <a:solidFill>
                            <a:schemeClr val="tx1"/>
                          </a:solidFill>
                          <a:latin typeface="SoDo Sans Light" pitchFamily="2" charset="77"/>
                          <a:ea typeface="SoDo Sans Light" pitchFamily="2" charset="77"/>
                        </a:rPr>
                        <a:t>Focus on the Future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tc>
                  <a:txBody>
                    <a:bodyPr/>
                    <a:lstStyle/>
                    <a:p>
                      <a:pPr algn="ctr"/>
                      <a:r>
                        <a:rPr lang="en-US" sz="1050" b="1" i="0">
                          <a:solidFill>
                            <a:schemeClr val="tx1"/>
                          </a:solidFill>
                          <a:latin typeface="SoDo Sans Light" pitchFamily="2" charset="77"/>
                          <a:ea typeface="SoDo Sans Light" pitchFamily="2" charset="77"/>
                        </a:rPr>
                        <a:t>Sustain the Change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2">
                          <a:lumMod val="9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768850804"/>
                  </a:ext>
                </a:extLst>
              </a:tr>
              <a:tr h="624878">
                <a:tc>
                  <a:txBody>
                    <a:bodyPr/>
                    <a:lstStyle/>
                    <a:p>
                      <a:pPr algn="r"/>
                      <a:r>
                        <a:rPr lang="en-US" sz="1050" b="1" i="0">
                          <a:latin typeface="SoDo Sans Light" pitchFamily="2" charset="77"/>
                          <a:ea typeface="SoDo Sans Light" pitchFamily="2" charset="77"/>
                        </a:rPr>
                        <a:t>Purpose</a:t>
                      </a:r>
                    </a:p>
                  </a:txBody>
                  <a:tcPr marL="45720" marR="45720"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b="0" i="0">
                          <a:latin typeface="SoDo Sans Light" pitchFamily="2" charset="77"/>
                          <a:ea typeface="SoDo Sans Light" pitchFamily="2" charset="77"/>
                        </a:rPr>
                        <a:t>Explain the ‘why’ </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tc>
                  <a:txBody>
                    <a:bodyPr/>
                    <a:lstStyle/>
                    <a:p>
                      <a:pPr algn="ctr"/>
                      <a:r>
                        <a:rPr lang="en-US" sz="1050" b="0" i="0">
                          <a:latin typeface="SoDo Sans Light" pitchFamily="2" charset="77"/>
                          <a:ea typeface="SoDo Sans Light" pitchFamily="2" charset="77"/>
                        </a:rPr>
                        <a:t>Set expectations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tc>
                  <a:txBody>
                    <a:bodyPr/>
                    <a:lstStyle/>
                    <a:p>
                      <a:pPr algn="ctr"/>
                      <a:r>
                        <a:rPr lang="en-US" sz="1050" b="0" i="0">
                          <a:latin typeface="SoDo Sans Light" pitchFamily="2" charset="77"/>
                          <a:ea typeface="SoDo Sans Light" pitchFamily="2" charset="77"/>
                        </a:rPr>
                        <a:t>Manage uncertainty and provide practical training &amp; guidance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tc>
                  <a:txBody>
                    <a:bodyPr/>
                    <a:lstStyle/>
                    <a:p>
                      <a:pPr algn="ctr"/>
                      <a:r>
                        <a:rPr lang="en-US" sz="1050" b="0" i="0">
                          <a:latin typeface="SoDo Sans Light" pitchFamily="2" charset="77"/>
                          <a:ea typeface="SoDo Sans Light" pitchFamily="2" charset="77"/>
                        </a:rPr>
                        <a:t>Celebrate go-live success and focus on the future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Reinforce the changes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bg2">
                          <a:lumMod val="90000"/>
                        </a:schemeClr>
                      </a:solidFill>
                      <a:prstDash val="solid"/>
                      <a:round/>
                      <a:headEnd type="none" w="med" len="med"/>
                      <a:tailEnd type="none" w="med" len="med"/>
                    </a:lnT>
                    <a:lnB w="12700" cap="flat" cmpd="sng" algn="ctr">
                      <a:solidFill>
                        <a:schemeClr val="accent2">
                          <a:lumMod val="75000"/>
                          <a:lumOff val="2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71637679"/>
                  </a:ext>
                </a:extLst>
              </a:tr>
              <a:tr h="900294">
                <a:tc>
                  <a:txBody>
                    <a:bodyPr/>
                    <a:lstStyle/>
                    <a:p>
                      <a:pPr algn="r"/>
                      <a:r>
                        <a:rPr lang="en-US" sz="1050" b="1" i="0">
                          <a:latin typeface="SoDo Sans Light" pitchFamily="2" charset="77"/>
                          <a:ea typeface="SoDo Sans Light" pitchFamily="2" charset="77"/>
                        </a:rPr>
                        <a:t>Message</a:t>
                      </a:r>
                    </a:p>
                  </a:txBody>
                  <a:tcPr marL="45720" marR="45720"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Explain the reason for the transformation at this time, highlighting the benefits tech &amp; business partners will receive</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Define specific changes (people, processes, technology) for partners, how they will be impacted, and WIIFM</a:t>
                      </a:r>
                      <a:r>
                        <a:rPr kumimoji="0" lang="en-US" sz="1050" b="0" i="0" u="none" strike="noStrike" kern="1200" cap="none" spc="0" normalizeH="0" baseline="30000" noProof="0">
                          <a:ln>
                            <a:noFill/>
                          </a:ln>
                          <a:solidFill>
                            <a:schemeClr val="tx1"/>
                          </a:solidFill>
                          <a:effectLst/>
                          <a:uLnTx/>
                          <a:uFillTx/>
                          <a:latin typeface="SoDo Sans Light" pitchFamily="2" charset="77"/>
                          <a:ea typeface="SoDo Sans Light" pitchFamily="2" charset="77"/>
                          <a:cs typeface="+mn-cs"/>
                        </a:rPr>
                        <a:t>1</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Restate the changes and highlight upcoming activities, training, and support during the transition</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Highlight benefits and share integration success stories to encourage continued sustainment of new behaviors</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SoDo Sans Light" pitchFamily="2" charset="77"/>
                          <a:ea typeface="SoDo Sans Light" pitchFamily="2" charset="77"/>
                          <a:cs typeface="+mn-cs"/>
                        </a:rPr>
                        <a:t>Enable continuous improvements and dedication to success of the integration and new ways of working</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2">
                          <a:lumMod val="75000"/>
                          <a:lumOff val="25000"/>
                        </a:schemeClr>
                      </a:solidFill>
                      <a:prstDash val="solid"/>
                      <a:round/>
                      <a:headEnd type="none" w="med" len="med"/>
                      <a:tailEnd type="none" w="med" len="med"/>
                    </a:lnT>
                    <a:lnB w="12700" cap="flat" cmpd="sng" algn="ctr">
                      <a:solidFill>
                        <a:schemeClr val="accent6">
                          <a:lumMod val="2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893508976"/>
                  </a:ext>
                </a:extLst>
              </a:tr>
              <a:tr h="624878">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SoDo Sans Light" pitchFamily="2" charset="77"/>
                          <a:ea typeface="SoDo Sans Light" pitchFamily="2" charset="77"/>
                          <a:cs typeface="+mn-cs"/>
                        </a:rPr>
                        <a:t>Emotional State of Recipient</a:t>
                      </a:r>
                    </a:p>
                  </a:txBody>
                  <a:tcPr marL="45720" marR="45720" anchor="ctr">
                    <a:lnL w="12700" cap="flat" cmpd="sng" algn="ctr">
                      <a:noFill/>
                      <a:prstDash val="solid"/>
                      <a:round/>
                      <a:headEnd type="none" w="med" len="med"/>
                      <a:tailEnd type="none" w="med" len="med"/>
                    </a:lnL>
                    <a:lnR w="381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050" b="0" i="0">
                          <a:solidFill>
                            <a:schemeClr val="tx1"/>
                          </a:solidFill>
                          <a:latin typeface="SoDo Sans Light" pitchFamily="2" charset="77"/>
                          <a:ea typeface="SoDo Sans Light" pitchFamily="2" charset="77"/>
                        </a:rPr>
                        <a:t>Cognizant</a:t>
                      </a:r>
                    </a:p>
                  </a:txBody>
                  <a:tcPr marL="45720" marR="45720" anchor="ctr">
                    <a:lnL w="38100" cap="flat" cmpd="sng" algn="ctr">
                      <a:no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050" b="0" i="0">
                          <a:solidFill>
                            <a:schemeClr val="tx1"/>
                          </a:solidFill>
                          <a:latin typeface="SoDo Sans Light" pitchFamily="2" charset="77"/>
                          <a:ea typeface="SoDo Sans Light" pitchFamily="2" charset="77"/>
                        </a:rPr>
                        <a:t>Denial and resistance, turned </a:t>
                      </a:r>
                      <a:r>
                        <a:rPr lang="en-US" sz="1050" b="0" i="0">
                          <a:solidFill>
                            <a:schemeClr val="tx1"/>
                          </a:solidFill>
                          <a:latin typeface="SoDo Sans Light" pitchFamily="2" charset="77"/>
                          <a:ea typeface="SoDo Sans Light" pitchFamily="2" charset="77"/>
                          <a:sym typeface="Wingdings" pitchFamily="2" charset="2"/>
                        </a:rPr>
                        <a:t>desire to learn</a:t>
                      </a:r>
                      <a:endParaRPr lang="en-US" sz="1050" b="0" i="0">
                        <a:solidFill>
                          <a:schemeClr val="tx1"/>
                        </a:solidFill>
                        <a:latin typeface="SoDo Sans Light" pitchFamily="2" charset="77"/>
                        <a:ea typeface="SoDo Sans Light" pitchFamily="2" charset="77"/>
                      </a:endParaRP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050" b="0" i="0">
                          <a:solidFill>
                            <a:schemeClr val="tx1"/>
                          </a:solidFill>
                          <a:latin typeface="SoDo Sans Light" pitchFamily="2" charset="77"/>
                          <a:ea typeface="SoDo Sans Light" pitchFamily="2" charset="77"/>
                        </a:rPr>
                        <a:t>Exploration</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050" b="0" i="0">
                          <a:solidFill>
                            <a:schemeClr val="tx1"/>
                          </a:solidFill>
                          <a:latin typeface="SoDo Sans Light" pitchFamily="2" charset="77"/>
                          <a:ea typeface="SoDo Sans Light" pitchFamily="2" charset="77"/>
                        </a:rPr>
                        <a:t>Hope</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tc>
                  <a:txBody>
                    <a:bodyPr/>
                    <a:lstStyle/>
                    <a:p>
                      <a:pPr algn="ctr"/>
                      <a:r>
                        <a:rPr lang="en-US" sz="1050" b="0" i="0">
                          <a:solidFill>
                            <a:schemeClr val="tx1"/>
                          </a:solidFill>
                          <a:latin typeface="SoDo Sans Light" pitchFamily="2" charset="77"/>
                          <a:ea typeface="SoDo Sans Light" pitchFamily="2" charset="77"/>
                        </a:rPr>
                        <a:t>Commitment</a:t>
                      </a:r>
                    </a:p>
                  </a:txBody>
                  <a:tcPr marL="45720" marR="4572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12700" cap="flat" cmpd="sng" algn="ctr">
                      <a:solidFill>
                        <a:schemeClr val="accent6">
                          <a:lumMod val="25000"/>
                        </a:schemeClr>
                      </a:solidFill>
                      <a:prstDash val="solid"/>
                      <a:round/>
                      <a:headEnd type="none" w="med" len="med"/>
                      <a:tailEnd type="none" w="med" len="med"/>
                    </a:lnT>
                    <a:lnB w="1270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620423950"/>
                  </a:ext>
                </a:extLst>
              </a:tr>
            </a:tbl>
          </a:graphicData>
        </a:graphic>
      </p:graphicFrame>
      <p:sp>
        <p:nvSpPr>
          <p:cNvPr id="12" name="Oval 11">
            <a:extLst>
              <a:ext uri="{FF2B5EF4-FFF2-40B4-BE49-F238E27FC236}">
                <a16:creationId xmlns:a16="http://schemas.microsoft.com/office/drawing/2014/main" id="{8EE1B854-B60F-9F5D-2B4A-1B0E9DC66D2E}"/>
              </a:ext>
            </a:extLst>
          </p:cNvPr>
          <p:cNvSpPr/>
          <p:nvPr/>
        </p:nvSpPr>
        <p:spPr>
          <a:xfrm>
            <a:off x="14332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13" name="Oval 12">
            <a:extLst>
              <a:ext uri="{FF2B5EF4-FFF2-40B4-BE49-F238E27FC236}">
                <a16:creationId xmlns:a16="http://schemas.microsoft.com/office/drawing/2014/main" id="{49E5830E-BDC6-974C-0826-A46BC0B85109}"/>
              </a:ext>
            </a:extLst>
          </p:cNvPr>
          <p:cNvSpPr/>
          <p:nvPr/>
        </p:nvSpPr>
        <p:spPr>
          <a:xfrm>
            <a:off x="34144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23" name="Oval 22">
            <a:extLst>
              <a:ext uri="{FF2B5EF4-FFF2-40B4-BE49-F238E27FC236}">
                <a16:creationId xmlns:a16="http://schemas.microsoft.com/office/drawing/2014/main" id="{2C848A91-EBE6-12D5-5162-CF9A3404827E}"/>
              </a:ext>
            </a:extLst>
          </p:cNvPr>
          <p:cNvSpPr/>
          <p:nvPr/>
        </p:nvSpPr>
        <p:spPr>
          <a:xfrm>
            <a:off x="53956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24" name="Oval 23">
            <a:extLst>
              <a:ext uri="{FF2B5EF4-FFF2-40B4-BE49-F238E27FC236}">
                <a16:creationId xmlns:a16="http://schemas.microsoft.com/office/drawing/2014/main" id="{27F3DD60-98D0-D2E6-FB78-935AC2262F71}"/>
              </a:ext>
            </a:extLst>
          </p:cNvPr>
          <p:cNvSpPr/>
          <p:nvPr/>
        </p:nvSpPr>
        <p:spPr>
          <a:xfrm>
            <a:off x="73768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25" name="Oval 24">
            <a:extLst>
              <a:ext uri="{FF2B5EF4-FFF2-40B4-BE49-F238E27FC236}">
                <a16:creationId xmlns:a16="http://schemas.microsoft.com/office/drawing/2014/main" id="{EBA1538A-032A-C1F9-C96C-ACE9A593CADA}"/>
              </a:ext>
            </a:extLst>
          </p:cNvPr>
          <p:cNvSpPr/>
          <p:nvPr/>
        </p:nvSpPr>
        <p:spPr>
          <a:xfrm>
            <a:off x="9358078" y="1102211"/>
            <a:ext cx="1981200" cy="1981200"/>
          </a:xfrm>
          <a:prstGeom prst="ellipse">
            <a:avLst/>
          </a:prstGeom>
          <a:solidFill>
            <a:srgbClr val="FFFFFF"/>
          </a:solidFill>
          <a:ln w="12700" cap="flat" cmpd="sng" algn="ctr">
            <a:solidFill>
              <a:srgbClr val="B3B3B3"/>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grpSp>
        <p:nvGrpSpPr>
          <p:cNvPr id="26" name="Group 25">
            <a:extLst>
              <a:ext uri="{FF2B5EF4-FFF2-40B4-BE49-F238E27FC236}">
                <a16:creationId xmlns:a16="http://schemas.microsoft.com/office/drawing/2014/main" id="{7704592D-C63D-C526-7F31-884A832C1158}"/>
              </a:ext>
            </a:extLst>
          </p:cNvPr>
          <p:cNvGrpSpPr/>
          <p:nvPr/>
        </p:nvGrpSpPr>
        <p:grpSpPr>
          <a:xfrm>
            <a:off x="1433278" y="1089618"/>
            <a:ext cx="9906000" cy="1996841"/>
            <a:chOff x="1143000" y="2185224"/>
            <a:chExt cx="9906000" cy="1996841"/>
          </a:xfrm>
        </p:grpSpPr>
        <p:sp>
          <p:nvSpPr>
            <p:cNvPr id="65" name="Arc 64">
              <a:extLst>
                <a:ext uri="{FF2B5EF4-FFF2-40B4-BE49-F238E27FC236}">
                  <a16:creationId xmlns:a16="http://schemas.microsoft.com/office/drawing/2014/main" id="{6BE869FE-CD6D-A40B-ECFD-ACC30FAE136B}"/>
                </a:ext>
              </a:extLst>
            </p:cNvPr>
            <p:cNvSpPr/>
            <p:nvPr/>
          </p:nvSpPr>
          <p:spPr>
            <a:xfrm>
              <a:off x="1143000" y="2197817"/>
              <a:ext cx="1981200" cy="1981200"/>
            </a:xfrm>
            <a:prstGeom prst="arc">
              <a:avLst>
                <a:gd name="adj1" fmla="val 10628256"/>
                <a:gd name="adj2" fmla="val 0"/>
              </a:avLst>
            </a:prstGeom>
            <a:noFill/>
            <a:ln w="38100" cap="flat" cmpd="sng" algn="ctr">
              <a:solidFill>
                <a:schemeClr val="bg2">
                  <a:lumMod val="7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66" name="Arc 65">
              <a:extLst>
                <a:ext uri="{FF2B5EF4-FFF2-40B4-BE49-F238E27FC236}">
                  <a16:creationId xmlns:a16="http://schemas.microsoft.com/office/drawing/2014/main" id="{9485E464-E7EC-0AB8-055A-90E12B2B571E}"/>
                </a:ext>
              </a:extLst>
            </p:cNvPr>
            <p:cNvSpPr/>
            <p:nvPr/>
          </p:nvSpPr>
          <p:spPr>
            <a:xfrm rot="10800000">
              <a:off x="3124200" y="2185224"/>
              <a:ext cx="1981200" cy="1981200"/>
            </a:xfrm>
            <a:prstGeom prst="arc">
              <a:avLst>
                <a:gd name="adj1" fmla="val 10628256"/>
                <a:gd name="adj2" fmla="val 0"/>
              </a:avLst>
            </a:prstGeom>
            <a:noFill/>
            <a:ln w="38100" cap="flat" cmpd="sng" algn="ctr">
              <a:solidFill>
                <a:schemeClr val="accent2">
                  <a:lumMod val="75000"/>
                  <a:lumOff val="2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67" name="Arc 66">
              <a:extLst>
                <a:ext uri="{FF2B5EF4-FFF2-40B4-BE49-F238E27FC236}">
                  <a16:creationId xmlns:a16="http://schemas.microsoft.com/office/drawing/2014/main" id="{55EE2C0D-5BBD-D0DD-3280-7A93E12BE1D8}"/>
                </a:ext>
              </a:extLst>
            </p:cNvPr>
            <p:cNvSpPr/>
            <p:nvPr/>
          </p:nvSpPr>
          <p:spPr>
            <a:xfrm>
              <a:off x="5105400" y="2197817"/>
              <a:ext cx="1981200" cy="1981200"/>
            </a:xfrm>
            <a:prstGeom prst="arc">
              <a:avLst>
                <a:gd name="adj1" fmla="val 10628256"/>
                <a:gd name="adj2" fmla="val 0"/>
              </a:avLst>
            </a:prstGeom>
            <a:noFill/>
            <a:ln w="38100" cap="flat" cmpd="sng" algn="ctr">
              <a:solidFill>
                <a:schemeClr val="accent6">
                  <a:lumMod val="25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68" name="Arc 67">
              <a:extLst>
                <a:ext uri="{FF2B5EF4-FFF2-40B4-BE49-F238E27FC236}">
                  <a16:creationId xmlns:a16="http://schemas.microsoft.com/office/drawing/2014/main" id="{3F78ABAB-A7F6-F2A4-90BF-144479543C7B}"/>
                </a:ext>
              </a:extLst>
            </p:cNvPr>
            <p:cNvSpPr/>
            <p:nvPr/>
          </p:nvSpPr>
          <p:spPr>
            <a:xfrm rot="10800000">
              <a:off x="7086600" y="2185224"/>
              <a:ext cx="1981200" cy="1981200"/>
            </a:xfrm>
            <a:prstGeom prst="arc">
              <a:avLst>
                <a:gd name="adj1" fmla="val 10628256"/>
                <a:gd name="adj2" fmla="val 0"/>
              </a:avLst>
            </a:prstGeom>
            <a:noFill/>
            <a:ln w="38100" cap="flat" cmpd="sng" algn="ctr">
              <a:solidFill>
                <a:schemeClr val="accent2"/>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sp>
          <p:nvSpPr>
            <p:cNvPr id="69" name="Arc 68">
              <a:extLst>
                <a:ext uri="{FF2B5EF4-FFF2-40B4-BE49-F238E27FC236}">
                  <a16:creationId xmlns:a16="http://schemas.microsoft.com/office/drawing/2014/main" id="{72AAB801-F0CD-2FE7-004F-74B5F07A2FFE}"/>
                </a:ext>
              </a:extLst>
            </p:cNvPr>
            <p:cNvSpPr/>
            <p:nvPr/>
          </p:nvSpPr>
          <p:spPr>
            <a:xfrm>
              <a:off x="9067800" y="2197817"/>
              <a:ext cx="1981200" cy="1984248"/>
            </a:xfrm>
            <a:prstGeom prst="arc">
              <a:avLst>
                <a:gd name="adj1" fmla="val 10628256"/>
                <a:gd name="adj2" fmla="val 0"/>
              </a:avLst>
            </a:prstGeom>
            <a:noFill/>
            <a:ln w="38100" cap="flat" cmpd="sng" algn="ctr">
              <a:solidFill>
                <a:schemeClr val="accent5">
                  <a:lumMod val="50000"/>
                </a:scheme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308FFF"/>
                </a:solidFill>
                <a:effectLst/>
                <a:uLnTx/>
                <a:uFillTx/>
                <a:latin typeface="Adobe Clean SemiLight"/>
                <a:ea typeface="+mn-ea"/>
                <a:cs typeface="+mn-cs"/>
              </a:endParaRPr>
            </a:p>
          </p:txBody>
        </p:sp>
      </p:grpSp>
      <p:sp>
        <p:nvSpPr>
          <p:cNvPr id="70" name="TextBox 69">
            <a:extLst>
              <a:ext uri="{FF2B5EF4-FFF2-40B4-BE49-F238E27FC236}">
                <a16:creationId xmlns:a16="http://schemas.microsoft.com/office/drawing/2014/main" id="{C54C814D-D0F2-1DFB-38E4-075046375F73}"/>
              </a:ext>
            </a:extLst>
          </p:cNvPr>
          <p:cNvSpPr txBox="1"/>
          <p:nvPr/>
        </p:nvSpPr>
        <p:spPr>
          <a:xfrm>
            <a:off x="1478427" y="2216399"/>
            <a:ext cx="1905055" cy="307777"/>
          </a:xfrm>
          <a:prstGeom prst="rect">
            <a:avLst/>
          </a:prstGeom>
          <a:noFill/>
        </p:spPr>
        <p:txBody>
          <a:bodyPr wrap="square">
            <a:spAutoFit/>
          </a:bodyPr>
          <a:lstStyle/>
          <a:p>
            <a:pPr algn="ctr"/>
            <a:r>
              <a:rPr lang="en-US" sz="1400" b="1">
                <a:solidFill>
                  <a:schemeClr val="bg2">
                    <a:lumMod val="75000"/>
                  </a:schemeClr>
                </a:solidFill>
                <a:latin typeface="SoDo Sans Light" pitchFamily="2" charset="77"/>
                <a:ea typeface="SoDo Sans Light" pitchFamily="2" charset="77"/>
              </a:rPr>
              <a:t>AWARENESS</a:t>
            </a:r>
          </a:p>
        </p:txBody>
      </p:sp>
      <p:sp>
        <p:nvSpPr>
          <p:cNvPr id="71" name="TextBox 70">
            <a:extLst>
              <a:ext uri="{FF2B5EF4-FFF2-40B4-BE49-F238E27FC236}">
                <a16:creationId xmlns:a16="http://schemas.microsoft.com/office/drawing/2014/main" id="{DD31BBBC-8D14-315F-E370-8C2ABFA20CB2}"/>
              </a:ext>
            </a:extLst>
          </p:cNvPr>
          <p:cNvSpPr txBox="1"/>
          <p:nvPr/>
        </p:nvSpPr>
        <p:spPr>
          <a:xfrm>
            <a:off x="3459627" y="2216399"/>
            <a:ext cx="1905055" cy="307777"/>
          </a:xfrm>
          <a:prstGeom prst="rect">
            <a:avLst/>
          </a:prstGeom>
          <a:noFill/>
        </p:spPr>
        <p:txBody>
          <a:bodyPr wrap="square">
            <a:spAutoFit/>
          </a:bodyPr>
          <a:lstStyle/>
          <a:p>
            <a:pPr algn="ctr"/>
            <a:r>
              <a:rPr lang="en-US" sz="1400" b="1">
                <a:solidFill>
                  <a:schemeClr val="accent2">
                    <a:lumMod val="75000"/>
                    <a:lumOff val="25000"/>
                  </a:schemeClr>
                </a:solidFill>
                <a:latin typeface="SoDo Sans Light" pitchFamily="2" charset="77"/>
                <a:ea typeface="SoDo Sans Light" pitchFamily="2" charset="77"/>
              </a:rPr>
              <a:t>DESIRE</a:t>
            </a:r>
          </a:p>
        </p:txBody>
      </p:sp>
      <p:sp>
        <p:nvSpPr>
          <p:cNvPr id="72" name="TextBox 71">
            <a:extLst>
              <a:ext uri="{FF2B5EF4-FFF2-40B4-BE49-F238E27FC236}">
                <a16:creationId xmlns:a16="http://schemas.microsoft.com/office/drawing/2014/main" id="{6CF50400-4A0B-3F1C-A440-C819976F9264}"/>
              </a:ext>
            </a:extLst>
          </p:cNvPr>
          <p:cNvSpPr txBox="1"/>
          <p:nvPr/>
        </p:nvSpPr>
        <p:spPr>
          <a:xfrm>
            <a:off x="5440827" y="2216399"/>
            <a:ext cx="1905055" cy="307777"/>
          </a:xfrm>
          <a:prstGeom prst="rect">
            <a:avLst/>
          </a:prstGeom>
          <a:noFill/>
        </p:spPr>
        <p:txBody>
          <a:bodyPr wrap="square">
            <a:spAutoFit/>
          </a:bodyPr>
          <a:lstStyle/>
          <a:p>
            <a:pPr algn="ctr"/>
            <a:r>
              <a:rPr lang="en-US" sz="1400" b="1">
                <a:solidFill>
                  <a:schemeClr val="accent6">
                    <a:lumMod val="25000"/>
                  </a:schemeClr>
                </a:solidFill>
                <a:latin typeface="SoDo Sans Light" pitchFamily="2" charset="77"/>
                <a:ea typeface="SoDo Sans Light" pitchFamily="2" charset="77"/>
              </a:rPr>
              <a:t>KNOWLEDGE</a:t>
            </a:r>
          </a:p>
        </p:txBody>
      </p:sp>
      <p:sp>
        <p:nvSpPr>
          <p:cNvPr id="73" name="TextBox 72">
            <a:extLst>
              <a:ext uri="{FF2B5EF4-FFF2-40B4-BE49-F238E27FC236}">
                <a16:creationId xmlns:a16="http://schemas.microsoft.com/office/drawing/2014/main" id="{B2C445C1-A203-1E8A-7A5F-0181D36E2B8C}"/>
              </a:ext>
            </a:extLst>
          </p:cNvPr>
          <p:cNvSpPr txBox="1"/>
          <p:nvPr/>
        </p:nvSpPr>
        <p:spPr>
          <a:xfrm>
            <a:off x="7422027" y="2216399"/>
            <a:ext cx="1905055" cy="307777"/>
          </a:xfrm>
          <a:prstGeom prst="rect">
            <a:avLst/>
          </a:prstGeom>
          <a:noFill/>
        </p:spPr>
        <p:txBody>
          <a:bodyPr wrap="square">
            <a:spAutoFit/>
          </a:bodyPr>
          <a:lstStyle/>
          <a:p>
            <a:pPr algn="ctr"/>
            <a:r>
              <a:rPr lang="en-US" sz="1400" b="1">
                <a:solidFill>
                  <a:schemeClr val="accent2"/>
                </a:solidFill>
                <a:latin typeface="SoDo Sans Light" pitchFamily="2" charset="77"/>
                <a:ea typeface="SoDo Sans Light" pitchFamily="2" charset="77"/>
              </a:rPr>
              <a:t>ABILITY</a:t>
            </a:r>
          </a:p>
        </p:txBody>
      </p:sp>
      <p:sp>
        <p:nvSpPr>
          <p:cNvPr id="74" name="TextBox 73">
            <a:extLst>
              <a:ext uri="{FF2B5EF4-FFF2-40B4-BE49-F238E27FC236}">
                <a16:creationId xmlns:a16="http://schemas.microsoft.com/office/drawing/2014/main" id="{EA80A122-9B6A-CB5D-0E28-FB11E227DC38}"/>
              </a:ext>
            </a:extLst>
          </p:cNvPr>
          <p:cNvSpPr txBox="1"/>
          <p:nvPr/>
        </p:nvSpPr>
        <p:spPr>
          <a:xfrm>
            <a:off x="9403227" y="2216399"/>
            <a:ext cx="1905055" cy="307777"/>
          </a:xfrm>
          <a:prstGeom prst="rect">
            <a:avLst/>
          </a:prstGeom>
          <a:noFill/>
        </p:spPr>
        <p:txBody>
          <a:bodyPr wrap="square">
            <a:spAutoFit/>
          </a:bodyPr>
          <a:lstStyle/>
          <a:p>
            <a:pPr algn="ctr"/>
            <a:r>
              <a:rPr lang="en-US" sz="1400" b="1">
                <a:solidFill>
                  <a:schemeClr val="accent5">
                    <a:lumMod val="50000"/>
                  </a:schemeClr>
                </a:solidFill>
                <a:latin typeface="SoDo Sans Light" pitchFamily="2" charset="77"/>
                <a:ea typeface="SoDo Sans Light" pitchFamily="2" charset="77"/>
              </a:rPr>
              <a:t>REINFORCEMENT</a:t>
            </a:r>
          </a:p>
        </p:txBody>
      </p:sp>
      <p:pic>
        <p:nvPicPr>
          <p:cNvPr id="75" name="Picture 74">
            <a:extLst>
              <a:ext uri="{FF2B5EF4-FFF2-40B4-BE49-F238E27FC236}">
                <a16:creationId xmlns:a16="http://schemas.microsoft.com/office/drawing/2014/main" id="{C7C92C13-0FAB-44AF-CB26-CC4ABAD22164}"/>
              </a:ext>
              <a:ext uri="{C183D7F6-B498-43B3-948B-1728B52AA6E4}">
                <adec:decorative xmlns:adec="http://schemas.microsoft.com/office/drawing/2017/decorative" val="1"/>
              </a:ext>
            </a:extLst>
          </p:cNvPr>
          <p:cNvPicPr>
            <a:picLocks noChangeAspect="1"/>
          </p:cNvPicPr>
          <p:nvPr/>
        </p:nvPicPr>
        <p:blipFill>
          <a:blip r:embed="rId2">
            <a:duotone>
              <a:srgbClr val="B3B3B3">
                <a:shade val="45000"/>
                <a:satMod val="135000"/>
              </a:srgbClr>
              <a:prstClr val="white"/>
            </a:duotone>
            <a:extLst>
              <a:ext uri="{BEBA8EAE-BF5A-486C-A8C5-ECC9F3942E4B}">
                <a14:imgProps xmlns:a14="http://schemas.microsoft.com/office/drawing/2010/main">
                  <a14:imgLayer r:embed="rId3">
                    <a14:imgEffect>
                      <a14:brightnessContrast bright="-20000" contrast="20000"/>
                    </a14:imgEffect>
                  </a14:imgLayer>
                </a14:imgProps>
              </a:ext>
            </a:extLst>
          </a:blip>
          <a:stretch>
            <a:fillRect/>
          </a:stretch>
        </p:blipFill>
        <p:spPr>
          <a:xfrm>
            <a:off x="2128915" y="1521756"/>
            <a:ext cx="567623" cy="567623"/>
          </a:xfrm>
          <a:prstGeom prst="rect">
            <a:avLst/>
          </a:prstGeom>
        </p:spPr>
      </p:pic>
      <p:pic>
        <p:nvPicPr>
          <p:cNvPr id="76" name="Picture 75" descr="A picture containing clock&#10;&#10;Description automatically generated">
            <a:extLst>
              <a:ext uri="{FF2B5EF4-FFF2-40B4-BE49-F238E27FC236}">
                <a16:creationId xmlns:a16="http://schemas.microsoft.com/office/drawing/2014/main" id="{7C34F0F8-B141-D5D1-6C22-7C604BB17282}"/>
              </a:ext>
            </a:extLst>
          </p:cNvPr>
          <p:cNvPicPr>
            <a:picLocks noChangeAspect="1"/>
          </p:cNvPicPr>
          <p:nvPr/>
        </p:nvPicPr>
        <p:blipFill>
          <a:blip r:embed="rId4">
            <a:duotone>
              <a:srgbClr val="B3B3B3">
                <a:shade val="45000"/>
                <a:satMod val="135000"/>
              </a:srgbClr>
              <a:prstClr val="white"/>
            </a:duotone>
          </a:blip>
          <a:stretch>
            <a:fillRect/>
          </a:stretch>
        </p:blipFill>
        <p:spPr>
          <a:xfrm>
            <a:off x="4115616" y="1521682"/>
            <a:ext cx="567771" cy="567771"/>
          </a:xfrm>
          <a:prstGeom prst="rect">
            <a:avLst/>
          </a:prstGeom>
        </p:spPr>
      </p:pic>
      <p:pic>
        <p:nvPicPr>
          <p:cNvPr id="77" name="Picture 76" descr="A picture containing table&#10;&#10;Description automatically generated">
            <a:extLst>
              <a:ext uri="{FF2B5EF4-FFF2-40B4-BE49-F238E27FC236}">
                <a16:creationId xmlns:a16="http://schemas.microsoft.com/office/drawing/2014/main" id="{40E6C0C5-AE18-A582-425F-F98A63940E3B}"/>
              </a:ext>
            </a:extLst>
          </p:cNvPr>
          <p:cNvPicPr>
            <a:picLocks noChangeAspect="1"/>
          </p:cNvPicPr>
          <p:nvPr/>
        </p:nvPicPr>
        <p:blipFill>
          <a:blip r:embed="rId5">
            <a:duotone>
              <a:srgbClr val="B3B3B3">
                <a:shade val="45000"/>
                <a:satMod val="135000"/>
              </a:srgbClr>
              <a:prstClr val="white"/>
            </a:duotone>
          </a:blip>
          <a:stretch>
            <a:fillRect/>
          </a:stretch>
        </p:blipFill>
        <p:spPr>
          <a:xfrm>
            <a:off x="6102465" y="1521682"/>
            <a:ext cx="567771" cy="567771"/>
          </a:xfrm>
          <a:prstGeom prst="rect">
            <a:avLst/>
          </a:prstGeom>
        </p:spPr>
      </p:pic>
      <p:pic>
        <p:nvPicPr>
          <p:cNvPr id="78" name="Picture 77" descr="A drawing of a face&#10;&#10;Description automatically generated">
            <a:extLst>
              <a:ext uri="{FF2B5EF4-FFF2-40B4-BE49-F238E27FC236}">
                <a16:creationId xmlns:a16="http://schemas.microsoft.com/office/drawing/2014/main" id="{935EBF76-391D-5FC3-761E-BE951528AA8A}"/>
              </a:ext>
            </a:extLst>
          </p:cNvPr>
          <p:cNvPicPr>
            <a:picLocks noChangeAspect="1"/>
          </p:cNvPicPr>
          <p:nvPr/>
        </p:nvPicPr>
        <p:blipFill>
          <a:blip r:embed="rId6">
            <a:duotone>
              <a:srgbClr val="B3B3B3">
                <a:shade val="45000"/>
                <a:satMod val="135000"/>
              </a:srgbClr>
              <a:prstClr val="white"/>
            </a:duotone>
          </a:blip>
          <a:stretch>
            <a:fillRect/>
          </a:stretch>
        </p:blipFill>
        <p:spPr>
          <a:xfrm>
            <a:off x="8089314" y="1521682"/>
            <a:ext cx="567771" cy="567771"/>
          </a:xfrm>
          <a:prstGeom prst="rect">
            <a:avLst/>
          </a:prstGeom>
        </p:spPr>
      </p:pic>
      <p:pic>
        <p:nvPicPr>
          <p:cNvPr id="79" name="Picture 78" descr="A close up of a logo&#10;&#10;Description automatically generated">
            <a:extLst>
              <a:ext uri="{FF2B5EF4-FFF2-40B4-BE49-F238E27FC236}">
                <a16:creationId xmlns:a16="http://schemas.microsoft.com/office/drawing/2014/main" id="{184610AD-BC72-994C-9702-517F37482F2C}"/>
              </a:ext>
            </a:extLst>
          </p:cNvPr>
          <p:cNvPicPr>
            <a:picLocks noChangeAspect="1"/>
          </p:cNvPicPr>
          <p:nvPr/>
        </p:nvPicPr>
        <p:blipFill>
          <a:blip r:embed="rId7">
            <a:duotone>
              <a:srgbClr val="B3B3B3">
                <a:shade val="45000"/>
                <a:satMod val="135000"/>
              </a:srgbClr>
              <a:prstClr val="white"/>
            </a:duotone>
          </a:blip>
          <a:stretch>
            <a:fillRect/>
          </a:stretch>
        </p:blipFill>
        <p:spPr>
          <a:xfrm>
            <a:off x="10076162" y="1521682"/>
            <a:ext cx="567771" cy="567771"/>
          </a:xfrm>
          <a:prstGeom prst="rect">
            <a:avLst/>
          </a:prstGeom>
        </p:spPr>
      </p:pic>
    </p:spTree>
    <p:extLst>
      <p:ext uri="{BB962C8B-B14F-4D97-AF65-F5344CB8AC3E}">
        <p14:creationId xmlns:p14="http://schemas.microsoft.com/office/powerpoint/2010/main" val="39991731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4099260-6FDD-35A3-E773-35343DB68637}"/>
              </a:ext>
            </a:extLst>
          </p:cNvPr>
          <p:cNvSpPr>
            <a:spLocks noGrp="1"/>
          </p:cNvSpPr>
          <p:nvPr>
            <p:ph type="title"/>
          </p:nvPr>
        </p:nvSpPr>
        <p:spPr/>
        <p:txBody>
          <a:bodyPr/>
          <a:lstStyle/>
          <a:p>
            <a:r>
              <a:rPr lang="en-US" sz="2400"/>
              <a:t>Communication plan comms channel examples</a:t>
            </a:r>
          </a:p>
        </p:txBody>
      </p:sp>
      <p:sp>
        <p:nvSpPr>
          <p:cNvPr id="4" name="Rectangle 3">
            <a:extLst>
              <a:ext uri="{FF2B5EF4-FFF2-40B4-BE49-F238E27FC236}">
                <a16:creationId xmlns:a16="http://schemas.microsoft.com/office/drawing/2014/main" id="{8D2A1DF7-FC7A-1F29-E943-EC8EAA6FD255}"/>
              </a:ext>
            </a:extLst>
          </p:cNvPr>
          <p:cNvSpPr/>
          <p:nvPr/>
        </p:nvSpPr>
        <p:spPr>
          <a:xfrm>
            <a:off x="114418"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5" name="Rectangle 4">
            <a:extLst>
              <a:ext uri="{FF2B5EF4-FFF2-40B4-BE49-F238E27FC236}">
                <a16:creationId xmlns:a16="http://schemas.microsoft.com/office/drawing/2014/main" id="{934CE1E5-54E3-8FB1-654C-58E6B338818F}"/>
              </a:ext>
            </a:extLst>
          </p:cNvPr>
          <p:cNvSpPr/>
          <p:nvPr/>
        </p:nvSpPr>
        <p:spPr>
          <a:xfrm>
            <a:off x="2536877"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6" name="Rectangle 5">
            <a:extLst>
              <a:ext uri="{FF2B5EF4-FFF2-40B4-BE49-F238E27FC236}">
                <a16:creationId xmlns:a16="http://schemas.microsoft.com/office/drawing/2014/main" id="{E46EFCDC-4592-0D36-640B-B1CA1C2B3EB9}"/>
              </a:ext>
            </a:extLst>
          </p:cNvPr>
          <p:cNvSpPr/>
          <p:nvPr/>
        </p:nvSpPr>
        <p:spPr>
          <a:xfrm>
            <a:off x="4959336"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7" name="Rectangle 6">
            <a:extLst>
              <a:ext uri="{FF2B5EF4-FFF2-40B4-BE49-F238E27FC236}">
                <a16:creationId xmlns:a16="http://schemas.microsoft.com/office/drawing/2014/main" id="{00130838-D666-A1F9-9D32-90555767B2D0}"/>
              </a:ext>
            </a:extLst>
          </p:cNvPr>
          <p:cNvSpPr/>
          <p:nvPr/>
        </p:nvSpPr>
        <p:spPr>
          <a:xfrm>
            <a:off x="7381795"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8" name="Rectangle 7">
            <a:extLst>
              <a:ext uri="{FF2B5EF4-FFF2-40B4-BE49-F238E27FC236}">
                <a16:creationId xmlns:a16="http://schemas.microsoft.com/office/drawing/2014/main" id="{4C5ADB97-C31D-B6F3-5A68-EA15DC6D5BBE}"/>
              </a:ext>
            </a:extLst>
          </p:cNvPr>
          <p:cNvSpPr/>
          <p:nvPr/>
        </p:nvSpPr>
        <p:spPr>
          <a:xfrm>
            <a:off x="9804254" y="1114503"/>
            <a:ext cx="2273327" cy="4941911"/>
          </a:xfrm>
          <a:prstGeom prst="rect">
            <a:avLst/>
          </a:prstGeom>
          <a:solidFill>
            <a:schemeClr val="bg1">
              <a:lumMod val="95000"/>
            </a:schemeClr>
          </a:solidFill>
          <a:ln w="1270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l" defTabSz="914400" rtl="0" eaLnBrk="1" fontAlgn="auto" latinLnBrk="0" hangingPunct="1">
              <a:lnSpc>
                <a:spcPct val="100000"/>
              </a:lnSpc>
              <a:spcBef>
                <a:spcPts val="1200"/>
              </a:spcBef>
              <a:spcAft>
                <a:spcPts val="0"/>
              </a:spcAft>
              <a:buClrTx/>
              <a:buSzTx/>
              <a:buFontTx/>
              <a:buNone/>
              <a:tabLst/>
              <a:defRPr/>
            </a:pPr>
            <a:endParaRPr kumimoji="0" lang="en-US" sz="1400" b="0" i="0" u="none" strike="noStrike" kern="1200" cap="none" spc="0" normalizeH="0" baseline="0" noProof="0">
              <a:ln>
                <a:noFill/>
              </a:ln>
              <a:solidFill>
                <a:srgbClr val="000000"/>
              </a:solidFill>
              <a:effectLst/>
              <a:uLnTx/>
              <a:uFillTx/>
              <a:latin typeface="Adobe Clean SemiLight"/>
              <a:ea typeface="+mn-ea"/>
              <a:cs typeface="+mn-cs"/>
            </a:endParaRPr>
          </a:p>
        </p:txBody>
      </p:sp>
      <p:sp>
        <p:nvSpPr>
          <p:cNvPr id="12" name="Rounded Rectangle 11">
            <a:extLst>
              <a:ext uri="{FF2B5EF4-FFF2-40B4-BE49-F238E27FC236}">
                <a16:creationId xmlns:a16="http://schemas.microsoft.com/office/drawing/2014/main" id="{4A0E2FEF-3C3E-22D2-4E4E-38B5D1ADFA20}"/>
              </a:ext>
            </a:extLst>
          </p:cNvPr>
          <p:cNvSpPr/>
          <p:nvPr/>
        </p:nvSpPr>
        <p:spPr>
          <a:xfrm>
            <a:off x="129508" y="4103035"/>
            <a:ext cx="11905488"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One-Stop-Shop Enablement Hub / Confluence</a:t>
            </a:r>
          </a:p>
        </p:txBody>
      </p:sp>
      <p:sp>
        <p:nvSpPr>
          <p:cNvPr id="13" name="Rounded Rectangle 12">
            <a:extLst>
              <a:ext uri="{FF2B5EF4-FFF2-40B4-BE49-F238E27FC236}">
                <a16:creationId xmlns:a16="http://schemas.microsoft.com/office/drawing/2014/main" id="{36E3FFB1-3C48-3C4D-FC7D-6E747A755734}"/>
              </a:ext>
            </a:extLst>
          </p:cNvPr>
          <p:cNvSpPr/>
          <p:nvPr/>
        </p:nvSpPr>
        <p:spPr>
          <a:xfrm>
            <a:off x="4959336" y="5121225"/>
            <a:ext cx="5979988"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Office Hours</a:t>
            </a:r>
          </a:p>
        </p:txBody>
      </p:sp>
      <p:sp>
        <p:nvSpPr>
          <p:cNvPr id="14" name="Rounded Rectangle 13">
            <a:extLst>
              <a:ext uri="{FF2B5EF4-FFF2-40B4-BE49-F238E27FC236}">
                <a16:creationId xmlns:a16="http://schemas.microsoft.com/office/drawing/2014/main" id="{0175B7E3-BAA9-1022-EB3A-E9F212F69910}"/>
              </a:ext>
            </a:extLst>
          </p:cNvPr>
          <p:cNvSpPr/>
          <p:nvPr/>
        </p:nvSpPr>
        <p:spPr>
          <a:xfrm>
            <a:off x="7436842" y="5630320"/>
            <a:ext cx="4599432" cy="256032"/>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Super User Network</a:t>
            </a:r>
          </a:p>
        </p:txBody>
      </p:sp>
      <p:sp>
        <p:nvSpPr>
          <p:cNvPr id="16" name="Rounded Rectangle 15">
            <a:extLst>
              <a:ext uri="{FF2B5EF4-FFF2-40B4-BE49-F238E27FC236}">
                <a16:creationId xmlns:a16="http://schemas.microsoft.com/office/drawing/2014/main" id="{7AB535F7-077A-A8B6-CD6B-6B04900FEEBD}"/>
              </a:ext>
            </a:extLst>
          </p:cNvPr>
          <p:cNvSpPr/>
          <p:nvPr/>
        </p:nvSpPr>
        <p:spPr>
          <a:xfrm>
            <a:off x="129508" y="3593940"/>
            <a:ext cx="11907719"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Meetings: All-Hands, SteerCos, Team Meetings</a:t>
            </a:r>
          </a:p>
        </p:txBody>
      </p:sp>
      <p:sp>
        <p:nvSpPr>
          <p:cNvPr id="17" name="TextBox 16">
            <a:extLst>
              <a:ext uri="{FF2B5EF4-FFF2-40B4-BE49-F238E27FC236}">
                <a16:creationId xmlns:a16="http://schemas.microsoft.com/office/drawing/2014/main" id="{9DDBF9F4-DE5E-E507-204B-32F651317688}"/>
              </a:ext>
            </a:extLst>
          </p:cNvPr>
          <p:cNvSpPr txBox="1"/>
          <p:nvPr/>
        </p:nvSpPr>
        <p:spPr>
          <a:xfrm>
            <a:off x="298554" y="1666552"/>
            <a:ext cx="1905055" cy="7540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AWARENESS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Make the case for Adobe Tech</a:t>
            </a:r>
          </a:p>
        </p:txBody>
      </p:sp>
      <p:pic>
        <p:nvPicPr>
          <p:cNvPr id="18" name="Picture 17">
            <a:extLst>
              <a:ext uri="{FF2B5EF4-FFF2-40B4-BE49-F238E27FC236}">
                <a16:creationId xmlns:a16="http://schemas.microsoft.com/office/drawing/2014/main" id="{C664D147-4535-421B-DB96-545CC8D5AFD8}"/>
              </a:ext>
              <a:ext uri="{C183D7F6-B498-43B3-948B-1728B52AA6E4}">
                <adec:decorative xmlns:adec="http://schemas.microsoft.com/office/drawing/2017/decorative" val="1"/>
              </a:ext>
            </a:extLst>
          </p:cNvPr>
          <p:cNvPicPr>
            <a:picLocks noChangeAspect="1"/>
          </p:cNvPicPr>
          <p:nvPr/>
        </p:nvPicPr>
        <p:blipFill rotWithShape="1">
          <a:blip r:embed="rId2">
            <a:duotone>
              <a:srgbClr val="B3B3B3">
                <a:shade val="45000"/>
                <a:satMod val="135000"/>
              </a:srgbClr>
              <a:prstClr val="white"/>
            </a:duotone>
            <a:extLst>
              <a:ext uri="{BEBA8EAE-BF5A-486C-A8C5-ECC9F3942E4B}">
                <a14:imgProps xmlns:a14="http://schemas.microsoft.com/office/drawing/2010/main">
                  <a14:imgLayer r:embed="rId3">
                    <a14:imgEffect>
                      <a14:brightnessContrast bright="-20000" contrast="20000"/>
                    </a14:imgEffect>
                  </a14:imgLayer>
                </a14:imgProps>
              </a:ext>
            </a:extLst>
          </a:blip>
          <a:srcRect t="29958"/>
          <a:stretch/>
        </p:blipFill>
        <p:spPr>
          <a:xfrm>
            <a:off x="828473" y="1113232"/>
            <a:ext cx="845216" cy="592003"/>
          </a:xfrm>
          <a:prstGeom prst="rect">
            <a:avLst/>
          </a:prstGeom>
        </p:spPr>
      </p:pic>
      <p:sp>
        <p:nvSpPr>
          <p:cNvPr id="19" name="TextBox 18">
            <a:extLst>
              <a:ext uri="{FF2B5EF4-FFF2-40B4-BE49-F238E27FC236}">
                <a16:creationId xmlns:a16="http://schemas.microsoft.com/office/drawing/2014/main" id="{11B23741-00AA-0AF6-2CA8-7F003781B81F}"/>
              </a:ext>
            </a:extLst>
          </p:cNvPr>
          <p:cNvSpPr txBox="1"/>
          <p:nvPr/>
        </p:nvSpPr>
        <p:spPr>
          <a:xfrm>
            <a:off x="2721013" y="1666589"/>
            <a:ext cx="1905055" cy="754053"/>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DESIRE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Provide detailed change messaging</a:t>
            </a:r>
          </a:p>
        </p:txBody>
      </p:sp>
      <p:pic>
        <p:nvPicPr>
          <p:cNvPr id="20" name="Picture 19" descr="A picture containing clock&#10;&#10;Description automatically generated">
            <a:extLst>
              <a:ext uri="{FF2B5EF4-FFF2-40B4-BE49-F238E27FC236}">
                <a16:creationId xmlns:a16="http://schemas.microsoft.com/office/drawing/2014/main" id="{CC82432A-3882-BEC2-AEEB-76E8EF125EDF}"/>
              </a:ext>
            </a:extLst>
          </p:cNvPr>
          <p:cNvPicPr>
            <a:picLocks noChangeAspect="1"/>
          </p:cNvPicPr>
          <p:nvPr/>
        </p:nvPicPr>
        <p:blipFill rotWithShape="1">
          <a:blip r:embed="rId4">
            <a:duotone>
              <a:srgbClr val="B3B3B3">
                <a:shade val="45000"/>
                <a:satMod val="135000"/>
              </a:srgbClr>
              <a:prstClr val="white"/>
            </a:duotone>
          </a:blip>
          <a:srcRect t="30745"/>
          <a:stretch/>
        </p:blipFill>
        <p:spPr>
          <a:xfrm>
            <a:off x="3259920" y="1113232"/>
            <a:ext cx="827744" cy="573258"/>
          </a:xfrm>
          <a:prstGeom prst="rect">
            <a:avLst/>
          </a:prstGeom>
        </p:spPr>
      </p:pic>
      <p:sp>
        <p:nvSpPr>
          <p:cNvPr id="21" name="TextBox 20">
            <a:extLst>
              <a:ext uri="{FF2B5EF4-FFF2-40B4-BE49-F238E27FC236}">
                <a16:creationId xmlns:a16="http://schemas.microsoft.com/office/drawing/2014/main" id="{88A53337-F6C9-3BE9-CF3E-24183373A383}"/>
              </a:ext>
            </a:extLst>
          </p:cNvPr>
          <p:cNvSpPr txBox="1"/>
          <p:nvPr/>
        </p:nvSpPr>
        <p:spPr>
          <a:xfrm>
            <a:off x="5143472" y="1666589"/>
            <a:ext cx="1905055" cy="5693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KNOWLEDGE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Prepare for go-live</a:t>
            </a:r>
          </a:p>
        </p:txBody>
      </p:sp>
      <p:pic>
        <p:nvPicPr>
          <p:cNvPr id="22" name="Picture 21" descr="A picture containing table&#10;&#10;Description automatically generated">
            <a:extLst>
              <a:ext uri="{FF2B5EF4-FFF2-40B4-BE49-F238E27FC236}">
                <a16:creationId xmlns:a16="http://schemas.microsoft.com/office/drawing/2014/main" id="{29ECCF09-F326-71E1-55E5-A172F6856CE2}"/>
              </a:ext>
            </a:extLst>
          </p:cNvPr>
          <p:cNvPicPr>
            <a:picLocks noChangeAspect="1"/>
          </p:cNvPicPr>
          <p:nvPr/>
        </p:nvPicPr>
        <p:blipFill rotWithShape="1">
          <a:blip r:embed="rId5">
            <a:duotone>
              <a:srgbClr val="B3B3B3">
                <a:shade val="45000"/>
                <a:satMod val="135000"/>
              </a:srgbClr>
              <a:prstClr val="white"/>
            </a:duotone>
          </a:blip>
          <a:srcRect t="25669"/>
          <a:stretch/>
        </p:blipFill>
        <p:spPr>
          <a:xfrm>
            <a:off x="5673895" y="1113232"/>
            <a:ext cx="812530" cy="603957"/>
          </a:xfrm>
          <a:prstGeom prst="rect">
            <a:avLst/>
          </a:prstGeom>
        </p:spPr>
      </p:pic>
      <p:sp>
        <p:nvSpPr>
          <p:cNvPr id="23" name="TextBox 22">
            <a:extLst>
              <a:ext uri="{FF2B5EF4-FFF2-40B4-BE49-F238E27FC236}">
                <a16:creationId xmlns:a16="http://schemas.microsoft.com/office/drawing/2014/main" id="{25765A36-EAAA-E9AB-FB9E-D7A2FDF777BE}"/>
              </a:ext>
            </a:extLst>
          </p:cNvPr>
          <p:cNvSpPr txBox="1"/>
          <p:nvPr/>
        </p:nvSpPr>
        <p:spPr>
          <a:xfrm>
            <a:off x="7565931" y="1666589"/>
            <a:ext cx="1905055" cy="5693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ABILITY</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Focus on the future</a:t>
            </a:r>
          </a:p>
        </p:txBody>
      </p:sp>
      <p:pic>
        <p:nvPicPr>
          <p:cNvPr id="24" name="Picture 23" descr="A drawing of a face&#10;&#10;Description automatically generated">
            <a:extLst>
              <a:ext uri="{FF2B5EF4-FFF2-40B4-BE49-F238E27FC236}">
                <a16:creationId xmlns:a16="http://schemas.microsoft.com/office/drawing/2014/main" id="{9B30C776-A4FA-FAD6-B4EA-CD79C4B20C10}"/>
              </a:ext>
            </a:extLst>
          </p:cNvPr>
          <p:cNvPicPr>
            <a:picLocks noChangeAspect="1"/>
          </p:cNvPicPr>
          <p:nvPr/>
        </p:nvPicPr>
        <p:blipFill rotWithShape="1">
          <a:blip r:embed="rId6">
            <a:duotone>
              <a:srgbClr val="B3B3B3">
                <a:shade val="45000"/>
                <a:satMod val="135000"/>
              </a:srgbClr>
              <a:prstClr val="white"/>
            </a:duotone>
          </a:blip>
          <a:srcRect t="32436"/>
          <a:stretch/>
        </p:blipFill>
        <p:spPr>
          <a:xfrm>
            <a:off x="8072656" y="1113232"/>
            <a:ext cx="868159" cy="586563"/>
          </a:xfrm>
          <a:prstGeom prst="rect">
            <a:avLst/>
          </a:prstGeom>
        </p:spPr>
      </p:pic>
      <p:sp>
        <p:nvSpPr>
          <p:cNvPr id="25" name="TextBox 24">
            <a:extLst>
              <a:ext uri="{FF2B5EF4-FFF2-40B4-BE49-F238E27FC236}">
                <a16:creationId xmlns:a16="http://schemas.microsoft.com/office/drawing/2014/main" id="{C743442C-D89E-6129-78A8-B00C7B77AC17}"/>
              </a:ext>
            </a:extLst>
          </p:cNvPr>
          <p:cNvSpPr txBox="1"/>
          <p:nvPr/>
        </p:nvSpPr>
        <p:spPr>
          <a:xfrm>
            <a:off x="9988390" y="1666589"/>
            <a:ext cx="1905055" cy="56938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400" b="1" i="0" u="none" strike="noStrike" kern="1200" cap="none" spc="0" normalizeH="0" baseline="0" noProof="0">
                <a:ln>
                  <a:noFill/>
                </a:ln>
                <a:effectLst/>
                <a:uLnTx/>
                <a:uFillTx/>
                <a:latin typeface="SoDo Sans Light" pitchFamily="2" charset="77"/>
                <a:ea typeface="SoDo Sans Light" pitchFamily="2" charset="77"/>
                <a:cs typeface="+mn-cs"/>
              </a:rPr>
              <a:t>REINFORCEMENT</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effectLst/>
                <a:uLnTx/>
                <a:uFillTx/>
                <a:latin typeface="SoDo Sans Light" pitchFamily="2" charset="77"/>
                <a:ea typeface="SoDo Sans Light" pitchFamily="2" charset="77"/>
                <a:cs typeface="+mn-cs"/>
              </a:rPr>
              <a:t>Sustain the changes</a:t>
            </a:r>
          </a:p>
        </p:txBody>
      </p:sp>
      <p:pic>
        <p:nvPicPr>
          <p:cNvPr id="26" name="Picture 25" descr="A close up of a logo&#10;&#10;Description automatically generated">
            <a:extLst>
              <a:ext uri="{FF2B5EF4-FFF2-40B4-BE49-F238E27FC236}">
                <a16:creationId xmlns:a16="http://schemas.microsoft.com/office/drawing/2014/main" id="{131396B6-EF82-6EA9-C6C6-C9D3F1A5BEFE}"/>
              </a:ext>
            </a:extLst>
          </p:cNvPr>
          <p:cNvPicPr>
            <a:picLocks noChangeAspect="1"/>
          </p:cNvPicPr>
          <p:nvPr/>
        </p:nvPicPr>
        <p:blipFill rotWithShape="1">
          <a:blip r:embed="rId7">
            <a:duotone>
              <a:srgbClr val="B3B3B3">
                <a:shade val="45000"/>
                <a:satMod val="135000"/>
              </a:srgbClr>
              <a:prstClr val="white"/>
            </a:duotone>
          </a:blip>
          <a:srcRect t="30745"/>
          <a:stretch/>
        </p:blipFill>
        <p:spPr>
          <a:xfrm>
            <a:off x="10527045" y="1113232"/>
            <a:ext cx="827744" cy="573258"/>
          </a:xfrm>
          <a:prstGeom prst="rect">
            <a:avLst/>
          </a:prstGeom>
        </p:spPr>
      </p:pic>
      <p:sp>
        <p:nvSpPr>
          <p:cNvPr id="28" name="Rounded Rectangle 27">
            <a:extLst>
              <a:ext uri="{FF2B5EF4-FFF2-40B4-BE49-F238E27FC236}">
                <a16:creationId xmlns:a16="http://schemas.microsoft.com/office/drawing/2014/main" id="{60F2D25C-A99E-D609-3C36-28D5989EC8E1}"/>
              </a:ext>
            </a:extLst>
          </p:cNvPr>
          <p:cNvSpPr/>
          <p:nvPr/>
        </p:nvSpPr>
        <p:spPr>
          <a:xfrm>
            <a:off x="129508" y="3084845"/>
            <a:ext cx="11905488"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Teams / Slack</a:t>
            </a:r>
          </a:p>
        </p:txBody>
      </p:sp>
      <p:sp>
        <p:nvSpPr>
          <p:cNvPr id="33" name="Rounded Rectangle 32">
            <a:extLst>
              <a:ext uri="{FF2B5EF4-FFF2-40B4-BE49-F238E27FC236}">
                <a16:creationId xmlns:a16="http://schemas.microsoft.com/office/drawing/2014/main" id="{2FF7CAD0-E6FA-ED8C-4B94-1187EA809E59}"/>
              </a:ext>
            </a:extLst>
          </p:cNvPr>
          <p:cNvSpPr/>
          <p:nvPr/>
        </p:nvSpPr>
        <p:spPr>
          <a:xfrm>
            <a:off x="129508" y="2575750"/>
            <a:ext cx="11905488" cy="256146"/>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Email communications (monthly leadership newsletter, weekly status)</a:t>
            </a:r>
          </a:p>
        </p:txBody>
      </p:sp>
      <p:sp>
        <p:nvSpPr>
          <p:cNvPr id="34" name="Rounded Rectangle 33">
            <a:extLst>
              <a:ext uri="{FF2B5EF4-FFF2-40B4-BE49-F238E27FC236}">
                <a16:creationId xmlns:a16="http://schemas.microsoft.com/office/drawing/2014/main" id="{EE1B4795-CB21-BA14-1AA3-0EEA1FCF9B57}"/>
              </a:ext>
            </a:extLst>
          </p:cNvPr>
          <p:cNvSpPr/>
          <p:nvPr/>
        </p:nvSpPr>
        <p:spPr>
          <a:xfrm>
            <a:off x="4967962" y="4612130"/>
            <a:ext cx="7068312" cy="256032"/>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SoDo Sans Light" pitchFamily="2" charset="77"/>
                <a:ea typeface="SoDo Sans Light" pitchFamily="2" charset="77"/>
                <a:cs typeface="+mn-cs"/>
              </a:rPr>
              <a:t>Tool / Program Newsletters</a:t>
            </a:r>
          </a:p>
        </p:txBody>
      </p:sp>
    </p:spTree>
    <p:extLst>
      <p:ext uri="{BB962C8B-B14F-4D97-AF65-F5344CB8AC3E}">
        <p14:creationId xmlns:p14="http://schemas.microsoft.com/office/powerpoint/2010/main" val="69198004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346B8-750F-9AE5-7922-0294B7016324}"/>
              </a:ext>
            </a:extLst>
          </p:cNvPr>
          <p:cNvSpPr>
            <a:spLocks noGrp="1"/>
          </p:cNvSpPr>
          <p:nvPr>
            <p:ph type="ctrTitle"/>
          </p:nvPr>
        </p:nvSpPr>
        <p:spPr/>
        <p:txBody>
          <a:bodyPr/>
          <a:lstStyle/>
          <a:p>
            <a:r>
              <a:rPr lang="en-US" b="1"/>
              <a:t>Enablement Hub Best Practices</a:t>
            </a:r>
            <a:endParaRPr lang="en-US"/>
          </a:p>
        </p:txBody>
      </p:sp>
      <p:sp>
        <p:nvSpPr>
          <p:cNvPr id="5" name="Rectangle 2">
            <a:extLst>
              <a:ext uri="{FF2B5EF4-FFF2-40B4-BE49-F238E27FC236}">
                <a16:creationId xmlns:a16="http://schemas.microsoft.com/office/drawing/2014/main" id="{98BEC6AD-6F0F-F9D1-7E7E-D87445E9EF7D}"/>
              </a:ext>
            </a:extLst>
          </p:cNvPr>
          <p:cNvSpPr>
            <a:spLocks noChangeArrowheads="1"/>
          </p:cNvSpPr>
          <p:nvPr/>
        </p:nvSpPr>
        <p:spPr bwMode="auto">
          <a:xfrm>
            <a:off x="1425615" y="4539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6" name="Title 1">
            <a:extLst>
              <a:ext uri="{FF2B5EF4-FFF2-40B4-BE49-F238E27FC236}">
                <a16:creationId xmlns:a16="http://schemas.microsoft.com/office/drawing/2014/main" id="{D68BD1C8-2800-1912-85ED-A2F71A25E0EC}"/>
              </a:ext>
            </a:extLst>
          </p:cNvPr>
          <p:cNvSpPr txBox="1">
            <a:spLocks/>
          </p:cNvSpPr>
          <p:nvPr/>
        </p:nvSpPr>
        <p:spPr>
          <a:xfrm>
            <a:off x="609600" y="3673312"/>
            <a:ext cx="8139289" cy="866422"/>
          </a:xfrm>
          <a:prstGeom prst="rect">
            <a:avLst/>
          </a:prstGeom>
        </p:spPr>
        <p:txBody>
          <a:bodyPr vert="horz" lIns="0" tIns="45720" rIns="0" bIns="45720" rtlCol="0" anchor="t" anchorCtr="0">
            <a:noAutofit/>
          </a:bodyPr>
          <a:lstStyle>
            <a:lvl1pPr algn="l" defTabSz="914400" rtl="0" eaLnBrk="1" latinLnBrk="0" hangingPunct="1">
              <a:lnSpc>
                <a:spcPct val="80000"/>
              </a:lnSpc>
              <a:spcBef>
                <a:spcPct val="0"/>
              </a:spcBef>
              <a:buNone/>
              <a:defRPr sz="7700" kern="1200" spc="-120" baseline="0">
                <a:solidFill>
                  <a:schemeClr val="bg1"/>
                </a:solidFill>
                <a:latin typeface="+mj-lt"/>
                <a:ea typeface="+mj-ea"/>
                <a:cs typeface="+mj-cs"/>
              </a:defRPr>
            </a:lvl1pPr>
          </a:lstStyle>
          <a:p>
            <a:r>
              <a:rPr lang="en-US" sz="2400" spc="0">
                <a:latin typeface="+mn-lt"/>
              </a:rPr>
              <a:t>Best practices to standardize processes and help you avoid common pitfalls in enablement efforts.</a:t>
            </a:r>
          </a:p>
        </p:txBody>
      </p:sp>
    </p:spTree>
    <p:extLst>
      <p:ext uri="{BB962C8B-B14F-4D97-AF65-F5344CB8AC3E}">
        <p14:creationId xmlns:p14="http://schemas.microsoft.com/office/powerpoint/2010/main" val="1134701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3">
            <a:extLst>
              <a:ext uri="{FF2B5EF4-FFF2-40B4-BE49-F238E27FC236}">
                <a16:creationId xmlns:a16="http://schemas.microsoft.com/office/drawing/2014/main" id="{EA9ACE72-72C0-ED9F-4825-0B92C2931630}"/>
              </a:ext>
            </a:extLst>
          </p:cNvPr>
          <p:cNvSpPr>
            <a:spLocks noGrp="1"/>
          </p:cNvSpPr>
          <p:nvPr>
            <p:ph type="title"/>
          </p:nvPr>
        </p:nvSpPr>
        <p:spPr>
          <a:xfrm>
            <a:off x="932319" y="704054"/>
            <a:ext cx="4937760" cy="946389"/>
          </a:xfrm>
        </p:spPr>
        <p:txBody>
          <a:bodyPr/>
          <a:lstStyle/>
          <a:p>
            <a:pPr algn="ctr"/>
            <a:r>
              <a:rPr lang="en-US" sz="2400"/>
              <a:t>An Enablement Hub </a:t>
            </a:r>
            <a:r>
              <a:rPr lang="en-US" sz="2400" u="sng"/>
              <a:t>is</a:t>
            </a:r>
            <a:r>
              <a:rPr lang="en-US" sz="2400"/>
              <a:t>…</a:t>
            </a:r>
          </a:p>
        </p:txBody>
      </p:sp>
      <p:sp>
        <p:nvSpPr>
          <p:cNvPr id="16" name="Title 13">
            <a:extLst>
              <a:ext uri="{FF2B5EF4-FFF2-40B4-BE49-F238E27FC236}">
                <a16:creationId xmlns:a16="http://schemas.microsoft.com/office/drawing/2014/main" id="{159C6A8F-C692-1A0A-9BE8-71443BBB9659}"/>
              </a:ext>
            </a:extLst>
          </p:cNvPr>
          <p:cNvSpPr txBox="1">
            <a:spLocks/>
          </p:cNvSpPr>
          <p:nvPr/>
        </p:nvSpPr>
        <p:spPr>
          <a:xfrm>
            <a:off x="6321922" y="987648"/>
            <a:ext cx="5559180" cy="646189"/>
          </a:xfrm>
          <a:prstGeom prst="rect">
            <a:avLst/>
          </a:prstGeom>
        </p:spPr>
        <p:txBody>
          <a:bodyPr vert="horz" lIns="45720" tIns="45720" rIns="45720" bIns="45720" rtlCol="0" anchor="ctr">
            <a:noAutofit/>
          </a:bodyPr>
          <a:lstStyle>
            <a:lvl1pPr algn="l" defTabSz="1088291" rtl="0" eaLnBrk="1" latinLnBrk="0" hangingPunct="1">
              <a:spcBef>
                <a:spcPct val="0"/>
              </a:spcBef>
              <a:buNone/>
              <a:defRPr sz="2800" b="1" i="0" u="none" kern="1200">
                <a:solidFill>
                  <a:schemeClr val="tx1"/>
                </a:solidFill>
                <a:latin typeface="SoDo Sans Light" pitchFamily="2" charset="77"/>
                <a:ea typeface="SoDo Sans Light" pitchFamily="2" charset="77"/>
                <a:cs typeface="+mj-cs"/>
              </a:defRPr>
            </a:lvl1pPr>
          </a:lstStyle>
          <a:p>
            <a:pPr marL="0" marR="0" lvl="0" indent="0" algn="ctr" defTabSz="1088291"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a:ln>
                  <a:noFill/>
                </a:ln>
                <a:solidFill>
                  <a:srgbClr val="000000"/>
                </a:solidFill>
                <a:effectLst/>
                <a:uLnTx/>
                <a:uFillTx/>
                <a:latin typeface="+mj-lt"/>
                <a:ea typeface="SoDo Sans Light" pitchFamily="2" charset="77"/>
                <a:cs typeface="+mj-cs"/>
              </a:rPr>
              <a:t>An Enablement Hub </a:t>
            </a:r>
            <a:r>
              <a:rPr kumimoji="0" lang="en-US" sz="2400" b="1" i="0" u="sng" strike="noStrike" kern="1200" cap="none" spc="0" normalizeH="0" baseline="0" noProof="0">
                <a:ln>
                  <a:noFill/>
                </a:ln>
                <a:solidFill>
                  <a:srgbClr val="000000"/>
                </a:solidFill>
                <a:effectLst/>
                <a:uLnTx/>
                <a:uFillTx/>
                <a:latin typeface="+mj-lt"/>
                <a:ea typeface="SoDo Sans Light" pitchFamily="2" charset="77"/>
                <a:cs typeface="+mj-cs"/>
              </a:rPr>
              <a:t>is not</a:t>
            </a:r>
            <a:r>
              <a:rPr kumimoji="0" lang="en-US" sz="2400" b="1" i="0" u="none" strike="noStrike" kern="1200" cap="none" spc="0" normalizeH="0" baseline="0" noProof="0">
                <a:ln>
                  <a:noFill/>
                </a:ln>
                <a:solidFill>
                  <a:srgbClr val="000000"/>
                </a:solidFill>
                <a:effectLst/>
                <a:uLnTx/>
                <a:uFillTx/>
                <a:latin typeface="+mj-lt"/>
                <a:ea typeface="SoDo Sans Light" pitchFamily="2" charset="77"/>
                <a:cs typeface="+mj-cs"/>
              </a:rPr>
              <a:t>…</a:t>
            </a:r>
          </a:p>
        </p:txBody>
      </p:sp>
      <p:pic>
        <p:nvPicPr>
          <p:cNvPr id="19" name="Graphic 18" descr="Comment Like outline">
            <a:extLst>
              <a:ext uri="{FF2B5EF4-FFF2-40B4-BE49-F238E27FC236}">
                <a16:creationId xmlns:a16="http://schemas.microsoft.com/office/drawing/2014/main" id="{AD6EAA7A-F6FC-A2D7-0034-39823DC1F85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606906" y="199621"/>
            <a:ext cx="820552" cy="820552"/>
          </a:xfrm>
          <a:prstGeom prst="rect">
            <a:avLst/>
          </a:prstGeom>
        </p:spPr>
      </p:pic>
      <p:pic>
        <p:nvPicPr>
          <p:cNvPr id="20" name="Graphic 19" descr="Comment Dislike outline">
            <a:extLst>
              <a:ext uri="{FF2B5EF4-FFF2-40B4-BE49-F238E27FC236}">
                <a16:creationId xmlns:a16="http://schemas.microsoft.com/office/drawing/2014/main" id="{E918A93D-E570-F79E-6CC9-F06D9077991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690032" y="199621"/>
            <a:ext cx="822960" cy="822960"/>
          </a:xfrm>
          <a:prstGeom prst="rect">
            <a:avLst/>
          </a:prstGeom>
        </p:spPr>
      </p:pic>
      <p:sp>
        <p:nvSpPr>
          <p:cNvPr id="5" name="TextBox 4">
            <a:extLst>
              <a:ext uri="{FF2B5EF4-FFF2-40B4-BE49-F238E27FC236}">
                <a16:creationId xmlns:a16="http://schemas.microsoft.com/office/drawing/2014/main" id="{EEBC1A8A-AEE9-6BD9-535B-1047EF253915}"/>
              </a:ext>
            </a:extLst>
          </p:cNvPr>
          <p:cNvSpPr txBox="1"/>
          <p:nvPr/>
        </p:nvSpPr>
        <p:spPr>
          <a:xfrm>
            <a:off x="790222" y="1808200"/>
            <a:ext cx="5079857" cy="3785652"/>
          </a:xfrm>
          <a:prstGeom prst="rect">
            <a:avLst/>
          </a:prstGeom>
          <a:noFill/>
        </p:spPr>
        <p:txBody>
          <a:bodyPr wrap="square">
            <a:spAutoFit/>
          </a:bodyPr>
          <a:lstStyle/>
          <a:p>
            <a:pPr algn="l" rtl="0" fontAlgn="base">
              <a:buNone/>
            </a:pPr>
            <a:r>
              <a:rPr lang="en-US" sz="1600" b="1" i="0" u="none" strike="noStrike">
                <a:solidFill>
                  <a:srgbClr val="2C2C2C"/>
                </a:solidFill>
                <a:effectLst/>
                <a:latin typeface="Adobe Clean" panose="020B0503020404020204" pitchFamily="34" charset="0"/>
              </a:rPr>
              <a:t>Centralized Learning Resource</a:t>
            </a:r>
            <a:r>
              <a:rPr lang="en-US" sz="1600" b="0" i="0">
                <a:solidFill>
                  <a:srgbClr val="000000"/>
                </a:solidFill>
                <a:effectLst/>
                <a:latin typeface="Adobe Clean" panose="020B0503020404020204" pitchFamily="34" charset="0"/>
              </a:rPr>
              <a:t>​</a:t>
            </a:r>
          </a:p>
          <a:p>
            <a:pPr algn="l" rtl="0" fontAlgn="base">
              <a:buNone/>
            </a:pPr>
            <a:r>
              <a:rPr lang="en-US" sz="1600" b="0" i="0" u="none" strike="noStrike">
                <a:solidFill>
                  <a:srgbClr val="2C2C2C"/>
                </a:solidFill>
                <a:effectLst/>
                <a:latin typeface="Adobe Clean" panose="020B0503020404020204" pitchFamily="34" charset="0"/>
              </a:rPr>
              <a:t>The Enablement Hub is the central source for curated learning content and support materials for all users.</a:t>
            </a:r>
            <a:r>
              <a:rPr lang="en-US" sz="1600" b="0" i="0">
                <a:solidFill>
                  <a:srgbClr val="000000"/>
                </a:solidFill>
                <a:effectLst/>
                <a:latin typeface="Adobe Clean" panose="020B0503020404020204" pitchFamily="34" charset="0"/>
              </a:rPr>
              <a:t>​</a:t>
            </a:r>
          </a:p>
          <a:p>
            <a:pPr algn="l" rtl="0" fontAlgn="base">
              <a:buNone/>
            </a:pPr>
            <a:endParaRPr lang="en-US" sz="1600" b="1" i="0" u="none" strike="noStrike">
              <a:solidFill>
                <a:srgbClr val="2C2C2C"/>
              </a:solidFill>
              <a:effectLst/>
              <a:latin typeface="Adobe Clean" panose="020B0503020404020204" pitchFamily="34" charset="0"/>
            </a:endParaRPr>
          </a:p>
          <a:p>
            <a:pPr algn="l" rtl="0" fontAlgn="base">
              <a:buNone/>
            </a:pPr>
            <a:r>
              <a:rPr lang="en-US" sz="1600" b="1" i="0" u="none" strike="noStrike">
                <a:solidFill>
                  <a:srgbClr val="2C2C2C"/>
                </a:solidFill>
                <a:effectLst/>
                <a:latin typeface="Adobe Clean" panose="020B0503020404020204" pitchFamily="34" charset="0"/>
              </a:rPr>
              <a:t>Supports Onboarding and Adoption</a:t>
            </a:r>
            <a:r>
              <a:rPr lang="en-US" sz="1600" b="0" i="0">
                <a:solidFill>
                  <a:srgbClr val="000000"/>
                </a:solidFill>
                <a:effectLst/>
                <a:latin typeface="Adobe Clean" panose="020B0503020404020204" pitchFamily="34" charset="0"/>
              </a:rPr>
              <a:t>​</a:t>
            </a:r>
          </a:p>
          <a:p>
            <a:pPr algn="l" rtl="0" fontAlgn="base">
              <a:buNone/>
            </a:pPr>
            <a:r>
              <a:rPr lang="en-US" sz="1600" b="0" i="0" u="none" strike="noStrike">
                <a:solidFill>
                  <a:srgbClr val="2C2C2C"/>
                </a:solidFill>
                <a:effectLst/>
                <a:latin typeface="Adobe Clean" panose="020B0503020404020204" pitchFamily="34" charset="0"/>
              </a:rPr>
              <a:t>It facilitates onboarding and ongoing adoption by providing accessible best practices and training materials.</a:t>
            </a:r>
            <a:r>
              <a:rPr lang="en-US" sz="1600" b="0" i="0">
                <a:solidFill>
                  <a:srgbClr val="000000"/>
                </a:solidFill>
                <a:effectLst/>
                <a:latin typeface="Adobe Clean" panose="020B0503020404020204" pitchFamily="34" charset="0"/>
              </a:rPr>
              <a:t>​</a:t>
            </a:r>
          </a:p>
          <a:p>
            <a:pPr algn="l" rtl="0" fontAlgn="base">
              <a:buNone/>
            </a:pPr>
            <a:endParaRPr lang="en-US" sz="1600" b="1" i="0" u="none" strike="noStrike">
              <a:solidFill>
                <a:srgbClr val="2C2C2C"/>
              </a:solidFill>
              <a:effectLst/>
              <a:latin typeface="Adobe Clean" panose="020B0503020404020204" pitchFamily="34" charset="0"/>
            </a:endParaRPr>
          </a:p>
          <a:p>
            <a:pPr algn="l" rtl="0" fontAlgn="base">
              <a:buNone/>
            </a:pPr>
            <a:r>
              <a:rPr lang="en-US" sz="1600" b="1" i="0" u="none" strike="noStrike">
                <a:solidFill>
                  <a:srgbClr val="2C2C2C"/>
                </a:solidFill>
                <a:effectLst/>
                <a:latin typeface="Adobe Clean" panose="020B0503020404020204" pitchFamily="34" charset="0"/>
              </a:rPr>
              <a:t>Dynamic and Evolving Asset</a:t>
            </a:r>
            <a:r>
              <a:rPr lang="en-US" sz="1600" b="0" i="0">
                <a:solidFill>
                  <a:srgbClr val="000000"/>
                </a:solidFill>
                <a:effectLst/>
                <a:latin typeface="Adobe Clean" panose="020B0503020404020204" pitchFamily="34" charset="0"/>
              </a:rPr>
              <a:t>​</a:t>
            </a:r>
          </a:p>
          <a:p>
            <a:pPr algn="l" rtl="0" fontAlgn="base">
              <a:buNone/>
            </a:pPr>
            <a:r>
              <a:rPr lang="en-US" sz="1600" b="0" i="0" u="none" strike="noStrike">
                <a:solidFill>
                  <a:srgbClr val="2C2C2C"/>
                </a:solidFill>
                <a:effectLst/>
                <a:latin typeface="Adobe Clean" panose="020B0503020404020204" pitchFamily="34" charset="0"/>
              </a:rPr>
              <a:t>The hub continuously updates with new resources and feedback to stay relevant and effective over time.</a:t>
            </a:r>
            <a:r>
              <a:rPr lang="en-US" sz="1600" b="0" i="0">
                <a:solidFill>
                  <a:srgbClr val="000000"/>
                </a:solidFill>
                <a:effectLst/>
                <a:latin typeface="Adobe Clean" panose="020B0503020404020204" pitchFamily="34" charset="0"/>
              </a:rPr>
              <a:t>​</a:t>
            </a:r>
          </a:p>
          <a:p>
            <a:pPr algn="l" rtl="0" fontAlgn="base">
              <a:buNone/>
            </a:pPr>
            <a:endParaRPr lang="en-US" sz="1600" b="1" i="0" u="none" strike="noStrike">
              <a:solidFill>
                <a:srgbClr val="2C2C2C"/>
              </a:solidFill>
              <a:effectLst/>
              <a:latin typeface="Adobe Clean" panose="020B0503020404020204" pitchFamily="34" charset="0"/>
            </a:endParaRPr>
          </a:p>
          <a:p>
            <a:pPr algn="l" rtl="0" fontAlgn="base">
              <a:buNone/>
            </a:pPr>
            <a:r>
              <a:rPr lang="en-US" sz="1600" b="1" i="0" u="none" strike="noStrike">
                <a:solidFill>
                  <a:srgbClr val="2C2C2C"/>
                </a:solidFill>
                <a:effectLst/>
                <a:latin typeface="Adobe Clean" panose="020B0503020404020204" pitchFamily="34" charset="0"/>
              </a:rPr>
              <a:t>Enhances Collaboration and Consistency</a:t>
            </a:r>
            <a:r>
              <a:rPr lang="en-US" sz="1600" b="0" i="0">
                <a:solidFill>
                  <a:srgbClr val="000000"/>
                </a:solidFill>
                <a:effectLst/>
                <a:latin typeface="Adobe Clean" panose="020B0503020404020204" pitchFamily="34" charset="0"/>
              </a:rPr>
              <a:t>​</a:t>
            </a:r>
          </a:p>
          <a:p>
            <a:pPr algn="l" rtl="0" fontAlgn="base">
              <a:buNone/>
            </a:pPr>
            <a:r>
              <a:rPr lang="en-US" sz="1600" b="0" i="0" u="none" strike="noStrike">
                <a:solidFill>
                  <a:srgbClr val="2C2C2C"/>
                </a:solidFill>
                <a:effectLst/>
                <a:latin typeface="Adobe Clean" panose="020B0503020404020204" pitchFamily="34" charset="0"/>
              </a:rPr>
              <a:t>It facilitates stakeholder communication and ensures consistent messaging across projects and teams.</a:t>
            </a:r>
            <a:endParaRPr lang="en-US" sz="1600" b="0" i="0">
              <a:solidFill>
                <a:srgbClr val="000000"/>
              </a:solidFill>
              <a:effectLst/>
              <a:latin typeface="Adobe Clean" panose="020B0503020404020204" pitchFamily="34" charset="0"/>
            </a:endParaRPr>
          </a:p>
        </p:txBody>
      </p:sp>
      <p:sp>
        <p:nvSpPr>
          <p:cNvPr id="12" name="TextBox 11">
            <a:extLst>
              <a:ext uri="{FF2B5EF4-FFF2-40B4-BE49-F238E27FC236}">
                <a16:creationId xmlns:a16="http://schemas.microsoft.com/office/drawing/2014/main" id="{1E663788-AB37-477C-42EB-15BFD2BF39EA}"/>
              </a:ext>
            </a:extLst>
          </p:cNvPr>
          <p:cNvSpPr txBox="1"/>
          <p:nvPr/>
        </p:nvSpPr>
        <p:spPr>
          <a:xfrm>
            <a:off x="6660444" y="1808200"/>
            <a:ext cx="5079857" cy="4031873"/>
          </a:xfrm>
          <a:prstGeom prst="rect">
            <a:avLst/>
          </a:prstGeom>
          <a:noFill/>
        </p:spPr>
        <p:txBody>
          <a:bodyPr wrap="square">
            <a:spAutoFit/>
          </a:bodyPr>
          <a:lstStyle/>
          <a:p>
            <a:pPr fontAlgn="base"/>
            <a:r>
              <a:rPr lang="en-US" sz="1600" b="1"/>
              <a:t>Not for Work-in-Progress Content</a:t>
            </a:r>
            <a:r>
              <a:rPr lang="en-US" sz="1600"/>
              <a:t>​</a:t>
            </a:r>
          </a:p>
          <a:p>
            <a:pPr fontAlgn="base"/>
            <a:r>
              <a:rPr lang="en-US" sz="1600"/>
              <a:t>The Enablement Hub hosts only finalized and vetted resources ready for broad consumption, avoiding unfinished content.​</a:t>
            </a:r>
          </a:p>
          <a:p>
            <a:pPr fontAlgn="base"/>
            <a:endParaRPr lang="en-US" sz="1600"/>
          </a:p>
          <a:p>
            <a:pPr fontAlgn="base"/>
            <a:r>
              <a:rPr lang="en-US" sz="1600" b="1"/>
              <a:t>No Confidential Information Storage</a:t>
            </a:r>
            <a:r>
              <a:rPr lang="en-US" sz="1600"/>
              <a:t>​</a:t>
            </a:r>
          </a:p>
          <a:p>
            <a:pPr fontAlgn="base"/>
            <a:r>
              <a:rPr lang="en-US" sz="1600"/>
              <a:t>Confidential or sensitive information is not stored in the hub to ensure security and appropriate general access.​</a:t>
            </a:r>
          </a:p>
          <a:p>
            <a:pPr fontAlgn="base"/>
            <a:endParaRPr lang="en-US" sz="1600"/>
          </a:p>
          <a:p>
            <a:pPr fontAlgn="base"/>
            <a:r>
              <a:rPr lang="en-US" sz="1600" b="1"/>
              <a:t>Complementary Communication Tool</a:t>
            </a:r>
            <a:r>
              <a:rPr lang="en-US" sz="1600"/>
              <a:t>​</a:t>
            </a:r>
          </a:p>
          <a:p>
            <a:pPr fontAlgn="base"/>
            <a:r>
              <a:rPr lang="en-US" sz="1600"/>
              <a:t>The hub complements existing communication channels and is not the sole platform for task requests or discussions.​</a:t>
            </a:r>
          </a:p>
          <a:p>
            <a:pPr fontAlgn="base"/>
            <a:endParaRPr lang="en-US" sz="1600"/>
          </a:p>
          <a:p>
            <a:pPr fontAlgn="base"/>
            <a:r>
              <a:rPr lang="en-US" sz="1600" b="1"/>
              <a:t>Maintains Platform Integrity</a:t>
            </a:r>
            <a:r>
              <a:rPr lang="en-US" sz="1600"/>
              <a:t>​</a:t>
            </a:r>
          </a:p>
          <a:p>
            <a:pPr fontAlgn="base"/>
            <a:r>
              <a:rPr lang="en-US" sz="1600"/>
              <a:t>Clear guidelines prevent clutter and confusion, ensuring the hub remains user-friendly and effective for all stakeholders.​</a:t>
            </a:r>
          </a:p>
        </p:txBody>
      </p:sp>
    </p:spTree>
    <p:extLst>
      <p:ext uri="{BB962C8B-B14F-4D97-AF65-F5344CB8AC3E}">
        <p14:creationId xmlns:p14="http://schemas.microsoft.com/office/powerpoint/2010/main" val="31026612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D1F90C3-B830-3FA9-CF80-87DE0D15002C}"/>
              </a:ext>
            </a:extLst>
          </p:cNvPr>
          <p:cNvSpPr>
            <a:spLocks noGrp="1"/>
          </p:cNvSpPr>
          <p:nvPr>
            <p:ph type="title"/>
          </p:nvPr>
        </p:nvSpPr>
        <p:spPr/>
        <p:txBody>
          <a:bodyPr/>
          <a:lstStyle/>
          <a:p>
            <a:r>
              <a:rPr lang="en-US"/>
              <a:t>Why establish an Enablement Hub?</a:t>
            </a:r>
          </a:p>
        </p:txBody>
      </p:sp>
      <p:sp>
        <p:nvSpPr>
          <p:cNvPr id="10" name="TextBox 9">
            <a:extLst>
              <a:ext uri="{FF2B5EF4-FFF2-40B4-BE49-F238E27FC236}">
                <a16:creationId xmlns:a16="http://schemas.microsoft.com/office/drawing/2014/main" id="{C734905A-80D8-FA9F-5AFF-6010AB0A8380}"/>
              </a:ext>
            </a:extLst>
          </p:cNvPr>
          <p:cNvSpPr txBox="1"/>
          <p:nvPr/>
        </p:nvSpPr>
        <p:spPr>
          <a:xfrm>
            <a:off x="575733" y="1497884"/>
            <a:ext cx="5181600" cy="4247317"/>
          </a:xfrm>
          <a:prstGeom prst="rect">
            <a:avLst/>
          </a:prstGeom>
          <a:noFill/>
        </p:spPr>
        <p:txBody>
          <a:bodyPr wrap="square">
            <a:spAutoFit/>
          </a:bodyPr>
          <a:lstStyle/>
          <a:p>
            <a:pPr fontAlgn="base"/>
            <a:r>
              <a:rPr lang="en-US" b="1"/>
              <a:t>Centralized Knowledge Base</a:t>
            </a:r>
            <a:r>
              <a:rPr lang="en-US"/>
              <a:t>​</a:t>
            </a:r>
          </a:p>
          <a:p>
            <a:pPr fontAlgn="base"/>
            <a:r>
              <a:rPr lang="en-US"/>
              <a:t>The hub acts as a single source of truth, centralizing enablement resources for easy access and consistency.​</a:t>
            </a:r>
          </a:p>
          <a:p>
            <a:pPr fontAlgn="base"/>
            <a:endParaRPr lang="en-US" b="1"/>
          </a:p>
          <a:p>
            <a:pPr fontAlgn="base"/>
            <a:r>
              <a:rPr lang="en-US" b="1"/>
              <a:t>Streamlined Onboarding</a:t>
            </a:r>
            <a:r>
              <a:rPr lang="en-US"/>
              <a:t>​</a:t>
            </a:r>
          </a:p>
          <a:p>
            <a:pPr fontAlgn="base"/>
            <a:r>
              <a:rPr lang="en-US"/>
              <a:t>New users quickly gain essential knowledge, reducing ramp-up time and improving proficiency.​</a:t>
            </a:r>
          </a:p>
          <a:p>
            <a:pPr fontAlgn="base"/>
            <a:endParaRPr lang="en-US" b="1"/>
          </a:p>
          <a:p>
            <a:pPr fontAlgn="base"/>
            <a:r>
              <a:rPr lang="en-US" b="1"/>
              <a:t>Reduced SME Dependency</a:t>
            </a:r>
            <a:r>
              <a:rPr lang="en-US"/>
              <a:t>​</a:t>
            </a:r>
          </a:p>
          <a:p>
            <a:pPr fontAlgn="base"/>
            <a:r>
              <a:rPr lang="en-US"/>
              <a:t>Centralization reduces reliance on subject matter experts, allowing them to focus on higher-value work.​</a:t>
            </a:r>
          </a:p>
          <a:p>
            <a:pPr fontAlgn="base"/>
            <a:endParaRPr lang="en-US" b="1"/>
          </a:p>
          <a:p>
            <a:pPr fontAlgn="base"/>
            <a:r>
              <a:rPr lang="en-US" b="1"/>
              <a:t>Scalable and Adaptive</a:t>
            </a:r>
            <a:r>
              <a:rPr lang="en-US"/>
              <a:t>​</a:t>
            </a:r>
          </a:p>
          <a:p>
            <a:pPr fontAlgn="base"/>
            <a:r>
              <a:rPr lang="en-US"/>
              <a:t>The hub supports future growth and integration of new Adobe products with flexibility and agility.​</a:t>
            </a:r>
          </a:p>
        </p:txBody>
      </p:sp>
      <p:pic>
        <p:nvPicPr>
          <p:cNvPr id="2050" name="Picture 2" descr="Social media and people 4K">
            <a:extLst>
              <a:ext uri="{FF2B5EF4-FFF2-40B4-BE49-F238E27FC236}">
                <a16:creationId xmlns:a16="http://schemas.microsoft.com/office/drawing/2014/main" id="{45EB095B-6817-08DD-6474-436C06372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7359" y="2077786"/>
            <a:ext cx="5488908" cy="30875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5867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E7EAE-3DC2-C76B-10CF-E4D8A0B24AD8}"/>
              </a:ext>
            </a:extLst>
          </p:cNvPr>
          <p:cNvSpPr>
            <a:spLocks noGrp="1"/>
          </p:cNvSpPr>
          <p:nvPr>
            <p:ph type="title"/>
          </p:nvPr>
        </p:nvSpPr>
        <p:spPr/>
        <p:txBody>
          <a:bodyPr/>
          <a:lstStyle/>
          <a:p>
            <a:r>
              <a:rPr lang="en-US"/>
              <a:t>Enablement Hub personas</a:t>
            </a:r>
          </a:p>
        </p:txBody>
      </p:sp>
      <p:sp>
        <p:nvSpPr>
          <p:cNvPr id="13" name="Rounded Rectangle 12">
            <a:extLst>
              <a:ext uri="{FF2B5EF4-FFF2-40B4-BE49-F238E27FC236}">
                <a16:creationId xmlns:a16="http://schemas.microsoft.com/office/drawing/2014/main" id="{6AE9A304-209F-2935-130F-EE5BA1AD64C7}"/>
              </a:ext>
            </a:extLst>
          </p:cNvPr>
          <p:cNvSpPr/>
          <p:nvPr/>
        </p:nvSpPr>
        <p:spPr>
          <a:xfrm>
            <a:off x="2405357" y="1799940"/>
            <a:ext cx="2274980" cy="1203776"/>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100">
                <a:solidFill>
                  <a:schemeClr val="tx1"/>
                </a:solidFill>
                <a:latin typeface="SoDo Sans" pitchFamily="2" charset="77"/>
                <a:ea typeface="SoDo Sans" pitchFamily="2" charset="77"/>
              </a:rPr>
              <a:t>U</a:t>
            </a:r>
            <a:r>
              <a:rPr lang="en-US" sz="1100" b="0" i="0">
                <a:solidFill>
                  <a:schemeClr val="tx1"/>
                </a:solidFill>
                <a:latin typeface="SoDo Sans" pitchFamily="2" charset="77"/>
                <a:ea typeface="SoDo Sans" pitchFamily="2" charset="77"/>
              </a:rPr>
              <a:t>ses Adobe applications in their day-to-day work, ranging from sporadic users to Super Users.</a:t>
            </a:r>
          </a:p>
        </p:txBody>
      </p:sp>
      <p:sp>
        <p:nvSpPr>
          <p:cNvPr id="3" name="Rounded Rectangle 2">
            <a:extLst>
              <a:ext uri="{FF2B5EF4-FFF2-40B4-BE49-F238E27FC236}">
                <a16:creationId xmlns:a16="http://schemas.microsoft.com/office/drawing/2014/main" id="{BEFDAE72-055D-4435-7317-41BD6C746573}"/>
              </a:ext>
            </a:extLst>
          </p:cNvPr>
          <p:cNvSpPr/>
          <p:nvPr/>
        </p:nvSpPr>
        <p:spPr>
          <a:xfrm>
            <a:off x="7169454" y="1790449"/>
            <a:ext cx="2274980" cy="1203776"/>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100">
                <a:solidFill>
                  <a:schemeClr val="tx1"/>
                </a:solidFill>
                <a:latin typeface="SoDo Sans" pitchFamily="2" charset="77"/>
                <a:ea typeface="SoDo Sans" pitchFamily="2" charset="77"/>
              </a:rPr>
              <a:t>do not directly use Adobe applications but work with teams that do.</a:t>
            </a:r>
          </a:p>
        </p:txBody>
      </p:sp>
      <p:sp>
        <p:nvSpPr>
          <p:cNvPr id="4" name="Rounded Rectangle 3">
            <a:extLst>
              <a:ext uri="{FF2B5EF4-FFF2-40B4-BE49-F238E27FC236}">
                <a16:creationId xmlns:a16="http://schemas.microsoft.com/office/drawing/2014/main" id="{91641ACC-CC09-80A7-4156-D86A55124245}"/>
              </a:ext>
            </a:extLst>
          </p:cNvPr>
          <p:cNvSpPr/>
          <p:nvPr/>
        </p:nvSpPr>
        <p:spPr>
          <a:xfrm>
            <a:off x="4808985" y="1790449"/>
            <a:ext cx="2274980" cy="1203776"/>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100">
                <a:solidFill>
                  <a:schemeClr val="tx1"/>
                </a:solidFill>
                <a:latin typeface="SoDo Sans" pitchFamily="2" charset="77"/>
                <a:ea typeface="SoDo Sans" pitchFamily="2" charset="77"/>
              </a:rPr>
              <a:t>lead teams that use Adobe applications, or work with teams that do.</a:t>
            </a:r>
          </a:p>
        </p:txBody>
      </p:sp>
      <p:sp>
        <p:nvSpPr>
          <p:cNvPr id="5" name="Rounded Rectangle 4">
            <a:extLst>
              <a:ext uri="{FF2B5EF4-FFF2-40B4-BE49-F238E27FC236}">
                <a16:creationId xmlns:a16="http://schemas.microsoft.com/office/drawing/2014/main" id="{D6668904-242D-8C5E-A6F0-DD635571FE66}"/>
              </a:ext>
            </a:extLst>
          </p:cNvPr>
          <p:cNvSpPr/>
          <p:nvPr/>
        </p:nvSpPr>
        <p:spPr>
          <a:xfrm>
            <a:off x="9529925" y="1799939"/>
            <a:ext cx="2274980" cy="1203777"/>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100">
                <a:solidFill>
                  <a:schemeClr val="tx1"/>
                </a:solidFill>
                <a:latin typeface="SoDo Sans" pitchFamily="2" charset="77"/>
                <a:ea typeface="SoDo Sans" pitchFamily="2" charset="77"/>
              </a:rPr>
              <a:t>…are curious about Adobe, but do not use or work with teams that use Adobe applications.</a:t>
            </a:r>
          </a:p>
        </p:txBody>
      </p:sp>
      <p:sp>
        <p:nvSpPr>
          <p:cNvPr id="6" name="Rounded Rectangle 5">
            <a:extLst>
              <a:ext uri="{FF2B5EF4-FFF2-40B4-BE49-F238E27FC236}">
                <a16:creationId xmlns:a16="http://schemas.microsoft.com/office/drawing/2014/main" id="{EE9F8D87-05B0-207D-CF6A-AA2D04E02C58}"/>
              </a:ext>
            </a:extLst>
          </p:cNvPr>
          <p:cNvSpPr/>
          <p:nvPr/>
        </p:nvSpPr>
        <p:spPr>
          <a:xfrm>
            <a:off x="2405356" y="3952298"/>
            <a:ext cx="2274980" cy="1406542"/>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Requestin</a:t>
            </a:r>
            <a:r>
              <a:rPr lang="en-US" sz="1100">
                <a:solidFill>
                  <a:schemeClr val="tx1"/>
                </a:solidFill>
                <a:latin typeface="SoDo Sans" pitchFamily="2" charset="77"/>
                <a:ea typeface="SoDo Sans" pitchFamily="2" charset="77"/>
              </a:rPr>
              <a:t>g access to Adobe solutions</a:t>
            </a:r>
          </a:p>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Finding and completing </a:t>
            </a:r>
            <a:r>
              <a:rPr lang="en-US" sz="1100">
                <a:solidFill>
                  <a:schemeClr val="tx1"/>
                </a:solidFill>
                <a:latin typeface="SoDo Sans" pitchFamily="2" charset="77"/>
                <a:ea typeface="SoDo Sans" pitchFamily="2" charset="77"/>
              </a:rPr>
              <a:t>training for Adobe solutions</a:t>
            </a:r>
            <a:endParaRPr lang="en-US" sz="1100" i="0">
              <a:solidFill>
                <a:schemeClr val="tx1"/>
              </a:solidFill>
              <a:latin typeface="SoDo Sans" pitchFamily="2" charset="77"/>
              <a:ea typeface="SoDo Sans" pitchFamily="2" charset="77"/>
            </a:endParaRPr>
          </a:p>
          <a:p>
            <a:pPr marL="171450" marR="0" lvl="0" indent="-171450" algn="l" defTabSz="1088291"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i="0">
                <a:solidFill>
                  <a:schemeClr val="tx1"/>
                </a:solidFill>
                <a:latin typeface="SoDo Sans" pitchFamily="2" charset="77"/>
                <a:ea typeface="SoDo Sans" pitchFamily="2" charset="77"/>
              </a:rPr>
              <a:t>Submitting feedback or training requests</a:t>
            </a:r>
          </a:p>
        </p:txBody>
      </p:sp>
      <p:sp>
        <p:nvSpPr>
          <p:cNvPr id="10" name="Rounded Rectangle 9">
            <a:extLst>
              <a:ext uri="{FF2B5EF4-FFF2-40B4-BE49-F238E27FC236}">
                <a16:creationId xmlns:a16="http://schemas.microsoft.com/office/drawing/2014/main" id="{1753260E-C72D-1893-6AAB-9E236E92D161}"/>
              </a:ext>
            </a:extLst>
          </p:cNvPr>
          <p:cNvSpPr/>
          <p:nvPr/>
        </p:nvSpPr>
        <p:spPr>
          <a:xfrm>
            <a:off x="2427649" y="1094290"/>
            <a:ext cx="2274980" cy="540608"/>
          </a:xfrm>
          <a:prstGeom prst="roundRect">
            <a:avLst>
              <a:gd name="adj" fmla="val 4674"/>
            </a:avLst>
          </a:prstGeom>
          <a:solidFill>
            <a:schemeClr val="tx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400" b="0" i="0">
                <a:solidFill>
                  <a:schemeClr val="bg1"/>
                </a:solidFill>
                <a:latin typeface="SoDo Sans" pitchFamily="2" charset="77"/>
                <a:ea typeface="SoDo Sans" pitchFamily="2" charset="77"/>
              </a:rPr>
              <a:t>Users</a:t>
            </a:r>
          </a:p>
        </p:txBody>
      </p:sp>
      <p:sp>
        <p:nvSpPr>
          <p:cNvPr id="11" name="Rounded Rectangle 10">
            <a:extLst>
              <a:ext uri="{FF2B5EF4-FFF2-40B4-BE49-F238E27FC236}">
                <a16:creationId xmlns:a16="http://schemas.microsoft.com/office/drawing/2014/main" id="{9965F345-84B2-2B11-7378-637C02C6E363}"/>
              </a:ext>
            </a:extLst>
          </p:cNvPr>
          <p:cNvSpPr/>
          <p:nvPr/>
        </p:nvSpPr>
        <p:spPr>
          <a:xfrm>
            <a:off x="7191746" y="1084799"/>
            <a:ext cx="2274980" cy="540608"/>
          </a:xfrm>
          <a:prstGeom prst="roundRect">
            <a:avLst>
              <a:gd name="adj" fmla="val 4674"/>
            </a:avLst>
          </a:prstGeom>
          <a:solidFill>
            <a:schemeClr val="tx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400" b="0" i="0">
                <a:solidFill>
                  <a:schemeClr val="bg1"/>
                </a:solidFill>
                <a:latin typeface="SoDo Sans" pitchFamily="2" charset="77"/>
                <a:ea typeface="SoDo Sans" pitchFamily="2" charset="77"/>
              </a:rPr>
              <a:t>Non-Users</a:t>
            </a:r>
          </a:p>
        </p:txBody>
      </p:sp>
      <p:sp>
        <p:nvSpPr>
          <p:cNvPr id="14" name="Rounded Rectangle 13">
            <a:extLst>
              <a:ext uri="{FF2B5EF4-FFF2-40B4-BE49-F238E27FC236}">
                <a16:creationId xmlns:a16="http://schemas.microsoft.com/office/drawing/2014/main" id="{F7370460-410B-AE67-8CB5-C6D8A935D236}"/>
              </a:ext>
            </a:extLst>
          </p:cNvPr>
          <p:cNvSpPr/>
          <p:nvPr/>
        </p:nvSpPr>
        <p:spPr>
          <a:xfrm>
            <a:off x="4831277" y="1084799"/>
            <a:ext cx="2274980" cy="540608"/>
          </a:xfrm>
          <a:prstGeom prst="roundRect">
            <a:avLst>
              <a:gd name="adj" fmla="val 4674"/>
            </a:avLst>
          </a:prstGeom>
          <a:solidFill>
            <a:schemeClr val="tx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400">
                <a:solidFill>
                  <a:schemeClr val="bg1"/>
                </a:solidFill>
                <a:latin typeface="SoDo Sans" pitchFamily="2" charset="77"/>
                <a:ea typeface="SoDo Sans" pitchFamily="2" charset="77"/>
              </a:rPr>
              <a:t>Leaders</a:t>
            </a:r>
            <a:endParaRPr lang="en-US" sz="1400" b="0" i="0">
              <a:solidFill>
                <a:schemeClr val="bg1"/>
              </a:solidFill>
              <a:latin typeface="SoDo Sans" pitchFamily="2" charset="77"/>
              <a:ea typeface="SoDo Sans" pitchFamily="2" charset="77"/>
            </a:endParaRPr>
          </a:p>
        </p:txBody>
      </p:sp>
      <p:sp>
        <p:nvSpPr>
          <p:cNvPr id="15" name="Rounded Rectangle 14">
            <a:extLst>
              <a:ext uri="{FF2B5EF4-FFF2-40B4-BE49-F238E27FC236}">
                <a16:creationId xmlns:a16="http://schemas.microsoft.com/office/drawing/2014/main" id="{F8417CCE-6F47-1D55-6D32-0A2563B61E1F}"/>
              </a:ext>
            </a:extLst>
          </p:cNvPr>
          <p:cNvSpPr/>
          <p:nvPr/>
        </p:nvSpPr>
        <p:spPr>
          <a:xfrm>
            <a:off x="9552216" y="1094290"/>
            <a:ext cx="2274980" cy="540608"/>
          </a:xfrm>
          <a:prstGeom prst="roundRect">
            <a:avLst>
              <a:gd name="adj" fmla="val 4674"/>
            </a:avLst>
          </a:prstGeom>
          <a:solidFill>
            <a:schemeClr val="tx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400">
                <a:solidFill>
                  <a:schemeClr val="bg1"/>
                </a:solidFill>
                <a:latin typeface="SoDo Sans" pitchFamily="2" charset="77"/>
                <a:ea typeface="SoDo Sans" pitchFamily="2" charset="77"/>
              </a:rPr>
              <a:t>General Interest</a:t>
            </a:r>
            <a:endParaRPr lang="en-US" sz="1400" b="0" i="0">
              <a:solidFill>
                <a:schemeClr val="bg1"/>
              </a:solidFill>
              <a:latin typeface="SoDo Sans" pitchFamily="2" charset="77"/>
              <a:ea typeface="SoDo Sans" pitchFamily="2" charset="77"/>
            </a:endParaRPr>
          </a:p>
        </p:txBody>
      </p:sp>
      <p:sp>
        <p:nvSpPr>
          <p:cNvPr id="16" name="Rounded Rectangle 15">
            <a:extLst>
              <a:ext uri="{FF2B5EF4-FFF2-40B4-BE49-F238E27FC236}">
                <a16:creationId xmlns:a16="http://schemas.microsoft.com/office/drawing/2014/main" id="{FD20C3C1-63E8-9C7C-D209-BEB1E8FE3F51}"/>
              </a:ext>
            </a:extLst>
          </p:cNvPr>
          <p:cNvSpPr/>
          <p:nvPr/>
        </p:nvSpPr>
        <p:spPr>
          <a:xfrm>
            <a:off x="151339" y="1827630"/>
            <a:ext cx="2125370" cy="1203776"/>
          </a:xfrm>
          <a:prstGeom prst="roundRect">
            <a:avLst>
              <a:gd name="adj" fmla="val 4674"/>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r">
              <a:spcBef>
                <a:spcPts val="1200"/>
              </a:spcBef>
            </a:pPr>
            <a:r>
              <a:rPr lang="en-US" b="0">
                <a:solidFill>
                  <a:schemeClr val="tx1"/>
                </a:solidFill>
                <a:latin typeface="+mj-lt"/>
                <a:ea typeface="SoDo Sans" pitchFamily="2" charset="77"/>
              </a:rPr>
              <a:t>What they do..</a:t>
            </a:r>
          </a:p>
        </p:txBody>
      </p:sp>
      <p:sp>
        <p:nvSpPr>
          <p:cNvPr id="17" name="Rounded Rectangle 16">
            <a:extLst>
              <a:ext uri="{FF2B5EF4-FFF2-40B4-BE49-F238E27FC236}">
                <a16:creationId xmlns:a16="http://schemas.microsoft.com/office/drawing/2014/main" id="{94EE766F-551E-867F-59CE-14F052F7EAB0}"/>
              </a:ext>
            </a:extLst>
          </p:cNvPr>
          <p:cNvSpPr/>
          <p:nvPr/>
        </p:nvSpPr>
        <p:spPr>
          <a:xfrm>
            <a:off x="215663" y="4122220"/>
            <a:ext cx="2125370" cy="1066695"/>
          </a:xfrm>
          <a:prstGeom prst="roundRect">
            <a:avLst>
              <a:gd name="adj" fmla="val 4674"/>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r">
              <a:spcBef>
                <a:spcPts val="1200"/>
              </a:spcBef>
            </a:pPr>
            <a:r>
              <a:rPr lang="en-US">
                <a:solidFill>
                  <a:schemeClr val="tx1"/>
                </a:solidFill>
                <a:latin typeface="+mj-lt"/>
                <a:ea typeface="SoDo Sans" pitchFamily="2" charset="77"/>
              </a:rPr>
              <a:t>Unique needs…</a:t>
            </a:r>
            <a:endParaRPr lang="en-US" b="0">
              <a:solidFill>
                <a:schemeClr val="tx1"/>
              </a:solidFill>
              <a:latin typeface="+mj-lt"/>
              <a:ea typeface="SoDo Sans" pitchFamily="2" charset="77"/>
            </a:endParaRPr>
          </a:p>
        </p:txBody>
      </p:sp>
      <p:sp>
        <p:nvSpPr>
          <p:cNvPr id="18" name="Rounded Rectangle 17">
            <a:extLst>
              <a:ext uri="{FF2B5EF4-FFF2-40B4-BE49-F238E27FC236}">
                <a16:creationId xmlns:a16="http://schemas.microsoft.com/office/drawing/2014/main" id="{82EA46F0-E600-4364-BA26-239E9A5C76A8}"/>
              </a:ext>
            </a:extLst>
          </p:cNvPr>
          <p:cNvSpPr/>
          <p:nvPr/>
        </p:nvSpPr>
        <p:spPr>
          <a:xfrm>
            <a:off x="4808985" y="3952297"/>
            <a:ext cx="2274980" cy="1406542"/>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Keeping a pulse on Adobe program progress</a:t>
            </a:r>
          </a:p>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Submitting feedback or training requests for their team</a:t>
            </a:r>
          </a:p>
        </p:txBody>
      </p:sp>
      <p:sp>
        <p:nvSpPr>
          <p:cNvPr id="20" name="Rounded Rectangle 19">
            <a:extLst>
              <a:ext uri="{FF2B5EF4-FFF2-40B4-BE49-F238E27FC236}">
                <a16:creationId xmlns:a16="http://schemas.microsoft.com/office/drawing/2014/main" id="{6DE03481-9EFE-1107-DCB4-ACA05975B214}"/>
              </a:ext>
            </a:extLst>
          </p:cNvPr>
          <p:cNvSpPr/>
          <p:nvPr/>
        </p:nvSpPr>
        <p:spPr>
          <a:xfrm>
            <a:off x="2405356" y="3169028"/>
            <a:ext cx="9399547" cy="646190"/>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lgn="ctr">
              <a:buFont typeface="Arial" panose="020B0604020202020204" pitchFamily="34" charset="0"/>
              <a:buChar char="•"/>
            </a:pPr>
            <a:r>
              <a:rPr lang="en-US" sz="1100" i="0">
                <a:solidFill>
                  <a:schemeClr val="tx1"/>
                </a:solidFill>
                <a:latin typeface="SoDo Sans" pitchFamily="2" charset="77"/>
                <a:ea typeface="SoDo Sans" pitchFamily="2" charset="77"/>
              </a:rPr>
              <a:t>Learn about Adobe solutions and capabilities</a:t>
            </a:r>
          </a:p>
          <a:p>
            <a:pPr marL="171450" indent="-171450" algn="ctr">
              <a:buFont typeface="Arial" panose="020B0604020202020204" pitchFamily="34" charset="0"/>
              <a:buChar char="•"/>
            </a:pPr>
            <a:r>
              <a:rPr lang="en-US" sz="1100" i="0">
                <a:solidFill>
                  <a:schemeClr val="tx1"/>
                </a:solidFill>
                <a:latin typeface="SoDo Sans" pitchFamily="2" charset="77"/>
                <a:ea typeface="SoDo Sans" pitchFamily="2" charset="77"/>
              </a:rPr>
              <a:t>Stay up-to-date on the program</a:t>
            </a:r>
          </a:p>
        </p:txBody>
      </p:sp>
      <p:sp>
        <p:nvSpPr>
          <p:cNvPr id="21" name="Rounded Rectangle 20">
            <a:extLst>
              <a:ext uri="{FF2B5EF4-FFF2-40B4-BE49-F238E27FC236}">
                <a16:creationId xmlns:a16="http://schemas.microsoft.com/office/drawing/2014/main" id="{A76B369A-0C74-6411-1E80-A347BAA57181}"/>
              </a:ext>
            </a:extLst>
          </p:cNvPr>
          <p:cNvSpPr/>
          <p:nvPr/>
        </p:nvSpPr>
        <p:spPr>
          <a:xfrm>
            <a:off x="151339" y="3168757"/>
            <a:ext cx="2125370" cy="646190"/>
          </a:xfrm>
          <a:prstGeom prst="roundRect">
            <a:avLst>
              <a:gd name="adj" fmla="val 4674"/>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r">
              <a:spcBef>
                <a:spcPts val="1200"/>
              </a:spcBef>
            </a:pPr>
            <a:r>
              <a:rPr lang="en-US" b="0">
                <a:solidFill>
                  <a:schemeClr val="tx1"/>
                </a:solidFill>
                <a:latin typeface="+mj-lt"/>
                <a:ea typeface="SoDo Sans" pitchFamily="2" charset="77"/>
              </a:rPr>
              <a:t>What everyone can do…</a:t>
            </a:r>
          </a:p>
        </p:txBody>
      </p:sp>
      <p:sp>
        <p:nvSpPr>
          <p:cNvPr id="27" name="Rounded Rectangle 26">
            <a:extLst>
              <a:ext uri="{FF2B5EF4-FFF2-40B4-BE49-F238E27FC236}">
                <a16:creationId xmlns:a16="http://schemas.microsoft.com/office/drawing/2014/main" id="{35C0BF25-E132-7BFD-1DEA-B142DE72511C}"/>
              </a:ext>
            </a:extLst>
          </p:cNvPr>
          <p:cNvSpPr/>
          <p:nvPr/>
        </p:nvSpPr>
        <p:spPr>
          <a:xfrm>
            <a:off x="7169454" y="3952297"/>
            <a:ext cx="2274980" cy="1406542"/>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buFont typeface="Arial" panose="020B0604020202020204" pitchFamily="34" charset="0"/>
              <a:buChar char="•"/>
            </a:pPr>
            <a:r>
              <a:rPr lang="en-US" sz="1100" i="0">
                <a:solidFill>
                  <a:schemeClr val="tx1"/>
                </a:solidFill>
                <a:latin typeface="SoDo Sans" pitchFamily="2" charset="77"/>
                <a:ea typeface="SoDo Sans" pitchFamily="2" charset="77"/>
              </a:rPr>
              <a:t>Keeping a pulse on Adobe program progress</a:t>
            </a:r>
          </a:p>
        </p:txBody>
      </p:sp>
      <p:sp>
        <p:nvSpPr>
          <p:cNvPr id="28" name="Rounded Rectangle 27">
            <a:extLst>
              <a:ext uri="{FF2B5EF4-FFF2-40B4-BE49-F238E27FC236}">
                <a16:creationId xmlns:a16="http://schemas.microsoft.com/office/drawing/2014/main" id="{EE9470BF-8209-49C4-EFDC-2F7F42D2A886}"/>
              </a:ext>
            </a:extLst>
          </p:cNvPr>
          <p:cNvSpPr/>
          <p:nvPr/>
        </p:nvSpPr>
        <p:spPr>
          <a:xfrm>
            <a:off x="9529925" y="3953581"/>
            <a:ext cx="2274980" cy="1406542"/>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marL="171450" indent="-171450">
              <a:buFont typeface="Arial" panose="020B0604020202020204" pitchFamily="34" charset="0"/>
              <a:buChar char="•"/>
            </a:pPr>
            <a:r>
              <a:rPr lang="en-US" sz="1100">
                <a:solidFill>
                  <a:schemeClr val="tx1"/>
                </a:solidFill>
                <a:latin typeface="SoDo Sans" pitchFamily="2" charset="77"/>
                <a:ea typeface="SoDo Sans" pitchFamily="2" charset="77"/>
              </a:rPr>
              <a:t>Learning about Adobe and how SRHSS is using its solutions</a:t>
            </a:r>
            <a:endParaRPr lang="en-US" sz="1100" i="0">
              <a:solidFill>
                <a:schemeClr val="tx1"/>
              </a:solidFill>
              <a:latin typeface="SoDo Sans Light" pitchFamily="2" charset="77"/>
              <a:ea typeface="SoDo Sans Light" pitchFamily="2" charset="77"/>
            </a:endParaRPr>
          </a:p>
        </p:txBody>
      </p:sp>
    </p:spTree>
    <p:extLst>
      <p:ext uri="{BB962C8B-B14F-4D97-AF65-F5344CB8AC3E}">
        <p14:creationId xmlns:p14="http://schemas.microsoft.com/office/powerpoint/2010/main" val="25912308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E7EAE-3DC2-C76B-10CF-E4D8A0B24AD8}"/>
              </a:ext>
            </a:extLst>
          </p:cNvPr>
          <p:cNvSpPr>
            <a:spLocks noGrp="1"/>
          </p:cNvSpPr>
          <p:nvPr>
            <p:ph type="title"/>
          </p:nvPr>
        </p:nvSpPr>
        <p:spPr>
          <a:xfrm>
            <a:off x="310897" y="150616"/>
            <a:ext cx="11494008" cy="388962"/>
          </a:xfrm>
        </p:spPr>
        <p:txBody>
          <a:bodyPr/>
          <a:lstStyle/>
          <a:p>
            <a:r>
              <a:rPr lang="en-US"/>
              <a:t>Enablement Hub example</a:t>
            </a:r>
          </a:p>
        </p:txBody>
      </p:sp>
      <p:sp>
        <p:nvSpPr>
          <p:cNvPr id="6" name="Rounded Rectangle 5">
            <a:extLst>
              <a:ext uri="{FF2B5EF4-FFF2-40B4-BE49-F238E27FC236}">
                <a16:creationId xmlns:a16="http://schemas.microsoft.com/office/drawing/2014/main" id="{F43E0CE5-C1FD-9587-FA87-CBA1F6DF23BF}"/>
              </a:ext>
            </a:extLst>
          </p:cNvPr>
          <p:cNvSpPr/>
          <p:nvPr/>
        </p:nvSpPr>
        <p:spPr>
          <a:xfrm>
            <a:off x="1098559" y="6476601"/>
            <a:ext cx="1125279" cy="232458"/>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b="1">
                <a:solidFill>
                  <a:schemeClr val="tx1"/>
                </a:solidFill>
                <a:latin typeface="SoDo Sans Light" pitchFamily="2" charset="77"/>
                <a:ea typeface="SoDo Sans Light" pitchFamily="2" charset="77"/>
              </a:rPr>
              <a:t>Page</a:t>
            </a:r>
          </a:p>
        </p:txBody>
      </p:sp>
      <p:sp>
        <p:nvSpPr>
          <p:cNvPr id="7" name="Rounded Rectangle 6">
            <a:extLst>
              <a:ext uri="{FF2B5EF4-FFF2-40B4-BE49-F238E27FC236}">
                <a16:creationId xmlns:a16="http://schemas.microsoft.com/office/drawing/2014/main" id="{F2D03973-C91C-B616-37B6-4CAA203A6803}"/>
              </a:ext>
            </a:extLst>
          </p:cNvPr>
          <p:cNvSpPr/>
          <p:nvPr/>
        </p:nvSpPr>
        <p:spPr>
          <a:xfrm>
            <a:off x="2357696" y="6476601"/>
            <a:ext cx="1125279" cy="232458"/>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b="1">
                <a:solidFill>
                  <a:schemeClr val="tx1"/>
                </a:solidFill>
                <a:latin typeface="SoDo Sans Light" pitchFamily="2" charset="77"/>
                <a:ea typeface="SoDo Sans Light" pitchFamily="2" charset="77"/>
              </a:rPr>
              <a:t>Content</a:t>
            </a:r>
          </a:p>
        </p:txBody>
      </p:sp>
      <p:sp>
        <p:nvSpPr>
          <p:cNvPr id="3" name="Rounded Rectangle 2">
            <a:extLst>
              <a:ext uri="{FF2B5EF4-FFF2-40B4-BE49-F238E27FC236}">
                <a16:creationId xmlns:a16="http://schemas.microsoft.com/office/drawing/2014/main" id="{9282ED2B-698F-C19F-62B3-69E903764B8C}"/>
              </a:ext>
            </a:extLst>
          </p:cNvPr>
          <p:cNvSpPr/>
          <p:nvPr/>
        </p:nvSpPr>
        <p:spPr>
          <a:xfrm>
            <a:off x="191385" y="626686"/>
            <a:ext cx="11823406" cy="1463040"/>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pPr algn="ctr">
              <a:spcBef>
                <a:spcPts val="1200"/>
              </a:spcBef>
            </a:pPr>
            <a:r>
              <a:rPr lang="en-US" sz="1100" b="1">
                <a:solidFill>
                  <a:schemeClr val="tx1"/>
                </a:solidFill>
                <a:latin typeface="SoDo Sans Light" pitchFamily="2" charset="77"/>
                <a:ea typeface="SoDo Sans Light" pitchFamily="2" charset="77"/>
              </a:rPr>
              <a:t>Homepage</a:t>
            </a:r>
          </a:p>
        </p:txBody>
      </p:sp>
      <p:sp>
        <p:nvSpPr>
          <p:cNvPr id="8" name="Rounded Rectangle 7">
            <a:extLst>
              <a:ext uri="{FF2B5EF4-FFF2-40B4-BE49-F238E27FC236}">
                <a16:creationId xmlns:a16="http://schemas.microsoft.com/office/drawing/2014/main" id="{935B6190-8E18-41A0-B347-9388F8A6BCEF}"/>
              </a:ext>
            </a:extLst>
          </p:cNvPr>
          <p:cNvSpPr/>
          <p:nvPr/>
        </p:nvSpPr>
        <p:spPr>
          <a:xfrm>
            <a:off x="286083" y="1170257"/>
            <a:ext cx="11612880" cy="182880"/>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Overview of the program/vision &amp; results to-date</a:t>
            </a:r>
          </a:p>
        </p:txBody>
      </p:sp>
      <p:sp>
        <p:nvSpPr>
          <p:cNvPr id="13" name="Rounded Rectangle 12">
            <a:extLst>
              <a:ext uri="{FF2B5EF4-FFF2-40B4-BE49-F238E27FC236}">
                <a16:creationId xmlns:a16="http://schemas.microsoft.com/office/drawing/2014/main" id="{1F3DC8F8-636A-DBFE-CB2B-0A2C626214BA}"/>
              </a:ext>
            </a:extLst>
          </p:cNvPr>
          <p:cNvSpPr/>
          <p:nvPr/>
        </p:nvSpPr>
        <p:spPr>
          <a:xfrm>
            <a:off x="286083" y="939354"/>
            <a:ext cx="11612880" cy="182880"/>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Welcome to the enablement hub &amp; what it is</a:t>
            </a:r>
          </a:p>
        </p:txBody>
      </p:sp>
      <p:sp>
        <p:nvSpPr>
          <p:cNvPr id="14" name="Rounded Rectangle 13">
            <a:extLst>
              <a:ext uri="{FF2B5EF4-FFF2-40B4-BE49-F238E27FC236}">
                <a16:creationId xmlns:a16="http://schemas.microsoft.com/office/drawing/2014/main" id="{61CE1CD1-ECD9-CEB4-0431-3D04189C64B5}"/>
              </a:ext>
            </a:extLst>
          </p:cNvPr>
          <p:cNvSpPr/>
          <p:nvPr/>
        </p:nvSpPr>
        <p:spPr>
          <a:xfrm>
            <a:off x="3901723" y="1525367"/>
            <a:ext cx="1916401" cy="49325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00"/>
              </a:spcBef>
            </a:pPr>
            <a:r>
              <a:rPr lang="en-US" sz="1000">
                <a:solidFill>
                  <a:schemeClr val="tx1"/>
                </a:solidFill>
                <a:latin typeface="SoDo Sans Light" pitchFamily="2" charset="77"/>
                <a:ea typeface="SoDo Sans Light" pitchFamily="2" charset="77"/>
              </a:rPr>
              <a:t>Adobe Solution Training</a:t>
            </a:r>
          </a:p>
        </p:txBody>
      </p:sp>
      <p:sp>
        <p:nvSpPr>
          <p:cNvPr id="15" name="Rounded Rectangle 14">
            <a:extLst>
              <a:ext uri="{FF2B5EF4-FFF2-40B4-BE49-F238E27FC236}">
                <a16:creationId xmlns:a16="http://schemas.microsoft.com/office/drawing/2014/main" id="{A234B588-5D9A-E57F-088B-60960B742134}"/>
              </a:ext>
            </a:extLst>
          </p:cNvPr>
          <p:cNvSpPr/>
          <p:nvPr/>
        </p:nvSpPr>
        <p:spPr>
          <a:xfrm>
            <a:off x="6865572" y="1525367"/>
            <a:ext cx="1916401" cy="49325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00"/>
              </a:spcBef>
            </a:pPr>
            <a:r>
              <a:rPr lang="en-US" sz="1000">
                <a:solidFill>
                  <a:schemeClr val="tx1"/>
                </a:solidFill>
                <a:latin typeface="SoDo Sans Light" pitchFamily="2" charset="77"/>
                <a:ea typeface="SoDo Sans Light" pitchFamily="2" charset="77"/>
              </a:rPr>
              <a:t>FAQ</a:t>
            </a:r>
          </a:p>
        </p:txBody>
      </p:sp>
      <p:sp>
        <p:nvSpPr>
          <p:cNvPr id="16" name="Rounded Rectangle 15">
            <a:extLst>
              <a:ext uri="{FF2B5EF4-FFF2-40B4-BE49-F238E27FC236}">
                <a16:creationId xmlns:a16="http://schemas.microsoft.com/office/drawing/2014/main" id="{0F79582D-7B2D-FC5E-2F7F-1C4AF05C878A}"/>
              </a:ext>
            </a:extLst>
          </p:cNvPr>
          <p:cNvSpPr/>
          <p:nvPr/>
        </p:nvSpPr>
        <p:spPr>
          <a:xfrm>
            <a:off x="9481768" y="1525367"/>
            <a:ext cx="1916401" cy="49325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00"/>
              </a:spcBef>
            </a:pPr>
            <a:r>
              <a:rPr lang="en-US" sz="1000">
                <a:solidFill>
                  <a:schemeClr val="tx1"/>
                </a:solidFill>
                <a:latin typeface="SoDo Sans Light" pitchFamily="2" charset="77"/>
                <a:ea typeface="SoDo Sans Light" pitchFamily="2" charset="77"/>
              </a:rPr>
              <a:t>Have feedback or need to request enablement? </a:t>
            </a:r>
          </a:p>
        </p:txBody>
      </p:sp>
      <p:sp>
        <p:nvSpPr>
          <p:cNvPr id="17" name="Rounded Rectangle 16">
            <a:extLst>
              <a:ext uri="{FF2B5EF4-FFF2-40B4-BE49-F238E27FC236}">
                <a16:creationId xmlns:a16="http://schemas.microsoft.com/office/drawing/2014/main" id="{BC595C24-7901-61EE-E580-C87F90B7392E}"/>
              </a:ext>
            </a:extLst>
          </p:cNvPr>
          <p:cNvSpPr/>
          <p:nvPr/>
        </p:nvSpPr>
        <p:spPr>
          <a:xfrm>
            <a:off x="735214" y="1525367"/>
            <a:ext cx="1916401" cy="49325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00"/>
              </a:spcBef>
            </a:pPr>
            <a:r>
              <a:rPr lang="en-US" sz="1000">
                <a:solidFill>
                  <a:schemeClr val="tx1"/>
                </a:solidFill>
                <a:latin typeface="SoDo Sans Light" pitchFamily="2" charset="77"/>
                <a:ea typeface="SoDo Sans Light" pitchFamily="2" charset="77"/>
              </a:rPr>
              <a:t>Key contacts &amp; program team members</a:t>
            </a:r>
          </a:p>
        </p:txBody>
      </p:sp>
      <p:sp>
        <p:nvSpPr>
          <p:cNvPr id="20" name="Rounded Rectangle 19">
            <a:extLst>
              <a:ext uri="{FF2B5EF4-FFF2-40B4-BE49-F238E27FC236}">
                <a16:creationId xmlns:a16="http://schemas.microsoft.com/office/drawing/2014/main" id="{CFBF1E4E-D56C-4FBB-1037-FB15CE658F38}"/>
              </a:ext>
            </a:extLst>
          </p:cNvPr>
          <p:cNvSpPr/>
          <p:nvPr/>
        </p:nvSpPr>
        <p:spPr>
          <a:xfrm>
            <a:off x="550414" y="2415111"/>
            <a:ext cx="2286000" cy="3101458"/>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pPr algn="ctr">
              <a:spcBef>
                <a:spcPts val="1200"/>
              </a:spcBef>
            </a:pPr>
            <a:r>
              <a:rPr lang="en-US" sz="1100" b="1">
                <a:solidFill>
                  <a:schemeClr val="tx1"/>
                </a:solidFill>
                <a:latin typeface="SoDo Sans Light" pitchFamily="2" charset="77"/>
                <a:ea typeface="SoDo Sans Light" pitchFamily="2" charset="77"/>
              </a:rPr>
              <a:t>Key Contacts </a:t>
            </a:r>
          </a:p>
        </p:txBody>
      </p:sp>
      <p:sp>
        <p:nvSpPr>
          <p:cNvPr id="30" name="Rounded Rectangle 29">
            <a:extLst>
              <a:ext uri="{FF2B5EF4-FFF2-40B4-BE49-F238E27FC236}">
                <a16:creationId xmlns:a16="http://schemas.microsoft.com/office/drawing/2014/main" id="{B054A7AD-CF45-706B-97F7-79E00E623C40}"/>
              </a:ext>
            </a:extLst>
          </p:cNvPr>
          <p:cNvSpPr/>
          <p:nvPr/>
        </p:nvSpPr>
        <p:spPr>
          <a:xfrm>
            <a:off x="3716923" y="2413264"/>
            <a:ext cx="2286000" cy="3103305"/>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pPr algn="ctr">
              <a:spcBef>
                <a:spcPts val="100"/>
              </a:spcBef>
            </a:pPr>
            <a:r>
              <a:rPr lang="en-US" sz="1100">
                <a:solidFill>
                  <a:schemeClr val="tx1"/>
                </a:solidFill>
                <a:latin typeface="SoDo Sans Light" pitchFamily="2" charset="77"/>
                <a:ea typeface="SoDo Sans Light" pitchFamily="2" charset="77"/>
              </a:rPr>
              <a:t>Adobe Solution Training</a:t>
            </a:r>
          </a:p>
        </p:txBody>
      </p:sp>
      <p:sp>
        <p:nvSpPr>
          <p:cNvPr id="31" name="Rounded Rectangle 30">
            <a:extLst>
              <a:ext uri="{FF2B5EF4-FFF2-40B4-BE49-F238E27FC236}">
                <a16:creationId xmlns:a16="http://schemas.microsoft.com/office/drawing/2014/main" id="{10CACA66-1F43-C74A-3110-405D6D92F7E0}"/>
              </a:ext>
            </a:extLst>
          </p:cNvPr>
          <p:cNvSpPr/>
          <p:nvPr/>
        </p:nvSpPr>
        <p:spPr>
          <a:xfrm>
            <a:off x="6680772" y="2413263"/>
            <a:ext cx="2286000" cy="3103306"/>
          </a:xfrm>
          <a:prstGeom prst="roundRect">
            <a:avLst>
              <a:gd name="adj" fmla="val 4674"/>
            </a:avLst>
          </a:prstGeom>
          <a:solidFill>
            <a:schemeClr val="bg2"/>
          </a:solidFill>
          <a:ln w="12700">
            <a:solidFill>
              <a:schemeClr val="bg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pPr algn="ctr">
              <a:spcBef>
                <a:spcPts val="1200"/>
              </a:spcBef>
            </a:pPr>
            <a:r>
              <a:rPr lang="en-US" sz="1100" b="1">
                <a:solidFill>
                  <a:schemeClr val="tx1"/>
                </a:solidFill>
                <a:latin typeface="SoDo Sans Light" pitchFamily="2" charset="77"/>
                <a:ea typeface="SoDo Sans Light" pitchFamily="2" charset="77"/>
              </a:rPr>
              <a:t>Frequently Asked Questions</a:t>
            </a:r>
          </a:p>
        </p:txBody>
      </p:sp>
      <p:cxnSp>
        <p:nvCxnSpPr>
          <p:cNvPr id="34" name="Elbow Connector 33">
            <a:extLst>
              <a:ext uri="{FF2B5EF4-FFF2-40B4-BE49-F238E27FC236}">
                <a16:creationId xmlns:a16="http://schemas.microsoft.com/office/drawing/2014/main" id="{557D5D90-B297-9C60-9A87-A4026ED8DA5F}"/>
              </a:ext>
            </a:extLst>
          </p:cNvPr>
          <p:cNvCxnSpPr>
            <a:cxnSpLocks/>
            <a:stCxn id="17" idx="2"/>
            <a:endCxn id="20" idx="0"/>
          </p:cNvCxnSpPr>
          <p:nvPr/>
        </p:nvCxnSpPr>
        <p:spPr>
          <a:xfrm rot="5400000">
            <a:off x="1495170" y="2216865"/>
            <a:ext cx="396491" cy="1"/>
          </a:xfrm>
          <a:prstGeom prst="bentConnector3">
            <a:avLst/>
          </a:prstGeom>
          <a:ln w="95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FEDA6490-DCEF-1531-AC81-26DF39BF2C43}"/>
              </a:ext>
            </a:extLst>
          </p:cNvPr>
          <p:cNvCxnSpPr>
            <a:cxnSpLocks/>
            <a:stCxn id="15" idx="2"/>
            <a:endCxn id="31" idx="0"/>
          </p:cNvCxnSpPr>
          <p:nvPr/>
        </p:nvCxnSpPr>
        <p:spPr>
          <a:xfrm rot="5400000">
            <a:off x="7626452" y="2215941"/>
            <a:ext cx="394643" cy="1"/>
          </a:xfrm>
          <a:prstGeom prst="bentConnector3">
            <a:avLst/>
          </a:prstGeom>
          <a:ln w="95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0" name="Elbow Connector 49">
            <a:extLst>
              <a:ext uri="{FF2B5EF4-FFF2-40B4-BE49-F238E27FC236}">
                <a16:creationId xmlns:a16="http://schemas.microsoft.com/office/drawing/2014/main" id="{46A5AB6F-8CDC-14E0-435A-54B3E173BADD}"/>
              </a:ext>
            </a:extLst>
          </p:cNvPr>
          <p:cNvCxnSpPr>
            <a:cxnSpLocks/>
            <a:stCxn id="14" idx="2"/>
            <a:endCxn id="30" idx="0"/>
          </p:cNvCxnSpPr>
          <p:nvPr/>
        </p:nvCxnSpPr>
        <p:spPr>
          <a:xfrm rot="5400000">
            <a:off x="4662602" y="2215942"/>
            <a:ext cx="394644" cy="1"/>
          </a:xfrm>
          <a:prstGeom prst="bentConnector3">
            <a:avLst/>
          </a:prstGeom>
          <a:ln w="95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9" name="Rounded Rectangle 58">
            <a:extLst>
              <a:ext uri="{FF2B5EF4-FFF2-40B4-BE49-F238E27FC236}">
                <a16:creationId xmlns:a16="http://schemas.microsoft.com/office/drawing/2014/main" id="{4AD0F474-6CF7-0884-D5F2-7BA767B81C05}"/>
              </a:ext>
            </a:extLst>
          </p:cNvPr>
          <p:cNvSpPr/>
          <p:nvPr/>
        </p:nvSpPr>
        <p:spPr>
          <a:xfrm>
            <a:off x="621435" y="3460488"/>
            <a:ext cx="2143953" cy="25166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Leadership sponsors</a:t>
            </a:r>
          </a:p>
        </p:txBody>
      </p:sp>
      <p:sp>
        <p:nvSpPr>
          <p:cNvPr id="60" name="Rounded Rectangle 59">
            <a:extLst>
              <a:ext uri="{FF2B5EF4-FFF2-40B4-BE49-F238E27FC236}">
                <a16:creationId xmlns:a16="http://schemas.microsoft.com/office/drawing/2014/main" id="{4E6B3BFE-6A43-2119-79CD-9E8C12AD3F8F}"/>
              </a:ext>
            </a:extLst>
          </p:cNvPr>
          <p:cNvSpPr/>
          <p:nvPr/>
        </p:nvSpPr>
        <p:spPr>
          <a:xfrm>
            <a:off x="621438" y="2678094"/>
            <a:ext cx="2143953" cy="701544"/>
          </a:xfrm>
          <a:prstGeom prst="roundRect">
            <a:avLst>
              <a:gd name="adj" fmla="val 4674"/>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For all blocks, have a sub-header on when to contact them and for each person include the person’s name, SBUX email, title, ideally a picture</a:t>
            </a:r>
          </a:p>
        </p:txBody>
      </p:sp>
      <p:sp>
        <p:nvSpPr>
          <p:cNvPr id="61" name="Rounded Rectangle 60">
            <a:extLst>
              <a:ext uri="{FF2B5EF4-FFF2-40B4-BE49-F238E27FC236}">
                <a16:creationId xmlns:a16="http://schemas.microsoft.com/office/drawing/2014/main" id="{C4E31D93-A1B9-DA5D-06D0-965E9D0A00D2}"/>
              </a:ext>
            </a:extLst>
          </p:cNvPr>
          <p:cNvSpPr/>
          <p:nvPr/>
        </p:nvSpPr>
        <p:spPr>
          <a:xfrm>
            <a:off x="621435" y="3768255"/>
            <a:ext cx="2143953" cy="25166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Program team</a:t>
            </a:r>
          </a:p>
        </p:txBody>
      </p:sp>
      <p:sp>
        <p:nvSpPr>
          <p:cNvPr id="62" name="Rounded Rectangle 61">
            <a:extLst>
              <a:ext uri="{FF2B5EF4-FFF2-40B4-BE49-F238E27FC236}">
                <a16:creationId xmlns:a16="http://schemas.microsoft.com/office/drawing/2014/main" id="{F052A676-2B8B-A74D-0A5F-53BA4F4A1FE2}"/>
              </a:ext>
            </a:extLst>
          </p:cNvPr>
          <p:cNvSpPr/>
          <p:nvPr/>
        </p:nvSpPr>
        <p:spPr>
          <a:xfrm>
            <a:off x="621436" y="4076022"/>
            <a:ext cx="2143953" cy="25166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Adobe Solution Administrators</a:t>
            </a:r>
          </a:p>
        </p:txBody>
      </p:sp>
      <p:sp>
        <p:nvSpPr>
          <p:cNvPr id="63" name="Rounded Rectangle 62">
            <a:extLst>
              <a:ext uri="{FF2B5EF4-FFF2-40B4-BE49-F238E27FC236}">
                <a16:creationId xmlns:a16="http://schemas.microsoft.com/office/drawing/2014/main" id="{670877D0-0517-80BF-DA0F-A1479E38AEBA}"/>
              </a:ext>
            </a:extLst>
          </p:cNvPr>
          <p:cNvSpPr/>
          <p:nvPr/>
        </p:nvSpPr>
        <p:spPr>
          <a:xfrm>
            <a:off x="621436" y="4383790"/>
            <a:ext cx="2143953" cy="25166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Adobe Solution Super Users</a:t>
            </a:r>
          </a:p>
        </p:txBody>
      </p:sp>
      <p:sp>
        <p:nvSpPr>
          <p:cNvPr id="69" name="Rounded Rectangle 68">
            <a:extLst>
              <a:ext uri="{FF2B5EF4-FFF2-40B4-BE49-F238E27FC236}">
                <a16:creationId xmlns:a16="http://schemas.microsoft.com/office/drawing/2014/main" id="{33D91DF8-4363-109F-8B88-9CC4BDEC6CB4}"/>
              </a:ext>
            </a:extLst>
          </p:cNvPr>
          <p:cNvSpPr/>
          <p:nvPr/>
        </p:nvSpPr>
        <p:spPr>
          <a:xfrm>
            <a:off x="786876" y="2156584"/>
            <a:ext cx="10611293" cy="136932"/>
          </a:xfrm>
          <a:prstGeom prst="roundRect">
            <a:avLst>
              <a:gd name="adj" fmla="val 4674"/>
            </a:avLst>
          </a:prstGeom>
          <a:solidFill>
            <a:schemeClr val="bg1"/>
          </a:solid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For all sub-pages, start the page with a short overview blurb that states what the page is about and when to leverage it.</a:t>
            </a:r>
          </a:p>
        </p:txBody>
      </p:sp>
      <p:sp>
        <p:nvSpPr>
          <p:cNvPr id="86" name="Rounded Rectangle 85">
            <a:extLst>
              <a:ext uri="{FF2B5EF4-FFF2-40B4-BE49-F238E27FC236}">
                <a16:creationId xmlns:a16="http://schemas.microsoft.com/office/drawing/2014/main" id="{320BE619-B736-357E-4AEC-94109F7E7472}"/>
              </a:ext>
            </a:extLst>
          </p:cNvPr>
          <p:cNvSpPr/>
          <p:nvPr/>
        </p:nvSpPr>
        <p:spPr>
          <a:xfrm>
            <a:off x="3792159" y="3208231"/>
            <a:ext cx="2143953" cy="469783"/>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High-level overview of training resources available</a:t>
            </a:r>
          </a:p>
        </p:txBody>
      </p:sp>
      <p:sp>
        <p:nvSpPr>
          <p:cNvPr id="88" name="Rounded Rectangle 87">
            <a:extLst>
              <a:ext uri="{FF2B5EF4-FFF2-40B4-BE49-F238E27FC236}">
                <a16:creationId xmlns:a16="http://schemas.microsoft.com/office/drawing/2014/main" id="{3A2ABA7D-6AEE-3933-3BB0-6E7065A6BCA8}"/>
              </a:ext>
            </a:extLst>
          </p:cNvPr>
          <p:cNvSpPr/>
          <p:nvPr/>
        </p:nvSpPr>
        <p:spPr>
          <a:xfrm>
            <a:off x="3792159" y="2678094"/>
            <a:ext cx="2143953" cy="469782"/>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High-level learning journey: foundational, intermediate, advanced, certified </a:t>
            </a:r>
          </a:p>
        </p:txBody>
      </p:sp>
      <p:sp>
        <p:nvSpPr>
          <p:cNvPr id="98" name="Rounded Rectangle 97">
            <a:extLst>
              <a:ext uri="{FF2B5EF4-FFF2-40B4-BE49-F238E27FC236}">
                <a16:creationId xmlns:a16="http://schemas.microsoft.com/office/drawing/2014/main" id="{59A59915-71A8-6906-F7AB-A86206C8D7EE}"/>
              </a:ext>
            </a:extLst>
          </p:cNvPr>
          <p:cNvSpPr/>
          <p:nvPr/>
        </p:nvSpPr>
        <p:spPr>
          <a:xfrm>
            <a:off x="6751793" y="2691128"/>
            <a:ext cx="2143953" cy="688508"/>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Aggregate frequently asked questions &amp; add responses/links to other places on the site where answers are stored</a:t>
            </a:r>
          </a:p>
        </p:txBody>
      </p:sp>
      <p:sp>
        <p:nvSpPr>
          <p:cNvPr id="103" name="Rounded Rectangle 102">
            <a:extLst>
              <a:ext uri="{FF2B5EF4-FFF2-40B4-BE49-F238E27FC236}">
                <a16:creationId xmlns:a16="http://schemas.microsoft.com/office/drawing/2014/main" id="{61E765E9-D71A-97D2-0286-6AC44B915AC8}"/>
              </a:ext>
            </a:extLst>
          </p:cNvPr>
          <p:cNvSpPr/>
          <p:nvPr/>
        </p:nvSpPr>
        <p:spPr>
          <a:xfrm>
            <a:off x="3792159" y="3738369"/>
            <a:ext cx="2143953" cy="645680"/>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spcBef>
                <a:spcPts val="1200"/>
              </a:spcBef>
            </a:pPr>
            <a:r>
              <a:rPr lang="en-US" sz="1000">
                <a:solidFill>
                  <a:schemeClr val="tx1"/>
                </a:solidFill>
                <a:latin typeface="SoDo Sans Light" pitchFamily="2" charset="77"/>
                <a:ea typeface="SoDo Sans Light" pitchFamily="2" charset="77"/>
              </a:rPr>
              <a:t>Role-based/persona-based learnings</a:t>
            </a:r>
            <a:r>
              <a:rPr lang="en-US" sz="1000" b="0" i="0" u="none" strike="noStrike">
                <a:solidFill>
                  <a:srgbClr val="1D1C1D"/>
                </a:solidFill>
                <a:effectLst/>
                <a:latin typeface="Slack-Lato"/>
              </a:rPr>
              <a:t>)</a:t>
            </a:r>
            <a:endParaRPr lang="en-US" sz="1000">
              <a:solidFill>
                <a:schemeClr val="tx1"/>
              </a:solidFill>
              <a:latin typeface="SoDo Sans Light" pitchFamily="2" charset="77"/>
              <a:ea typeface="SoDo Sans Light" pitchFamily="2" charset="77"/>
            </a:endParaRPr>
          </a:p>
        </p:txBody>
      </p:sp>
      <p:sp>
        <p:nvSpPr>
          <p:cNvPr id="107" name="Rectangle 106">
            <a:extLst>
              <a:ext uri="{FF2B5EF4-FFF2-40B4-BE49-F238E27FC236}">
                <a16:creationId xmlns:a16="http://schemas.microsoft.com/office/drawing/2014/main" id="{FB8CB51F-90C3-A90D-0665-EE494794368B}"/>
              </a:ext>
            </a:extLst>
          </p:cNvPr>
          <p:cNvSpPr/>
          <p:nvPr/>
        </p:nvSpPr>
        <p:spPr>
          <a:xfrm>
            <a:off x="6776323" y="3436819"/>
            <a:ext cx="2143953" cy="1895814"/>
          </a:xfrm>
          <a:prstGeom prst="rect">
            <a:avLst/>
          </a:prstGeom>
          <a:noFill/>
          <a:ln w="12700">
            <a:no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t"/>
          <a:lstStyle/>
          <a:p>
            <a:r>
              <a:rPr lang="en-US" sz="1000">
                <a:solidFill>
                  <a:schemeClr val="tx1"/>
                </a:solidFill>
                <a:latin typeface="SoDo Sans Light" pitchFamily="2" charset="77"/>
                <a:ea typeface="SoDo Sans Light" pitchFamily="2" charset="77"/>
              </a:rPr>
              <a:t>Topics to include:</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Who to contact to get access to Adobe solutions at Starbucks </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How to get support with an Adobe product issue</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Link to the Adobe product roadmap (what features will be released/when)</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How to get access to ADLS/ExL </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How to provide feedback </a:t>
            </a:r>
          </a:p>
          <a:p>
            <a:pPr marL="171450" indent="-171450">
              <a:buFont typeface="Arial" panose="020B0604020202020204" pitchFamily="34" charset="0"/>
              <a:buChar char="•"/>
            </a:pPr>
            <a:r>
              <a:rPr lang="en-US" sz="1000">
                <a:solidFill>
                  <a:schemeClr val="tx1"/>
                </a:solidFill>
                <a:latin typeface="SoDo Sans Light" pitchFamily="2" charset="77"/>
                <a:ea typeface="SoDo Sans Light" pitchFamily="2" charset="77"/>
              </a:rPr>
              <a:t>How to request trailed training or enablement  </a:t>
            </a:r>
          </a:p>
        </p:txBody>
      </p:sp>
      <p:sp>
        <p:nvSpPr>
          <p:cNvPr id="11" name="Rounded Rectangle 10">
            <a:extLst>
              <a:ext uri="{FF2B5EF4-FFF2-40B4-BE49-F238E27FC236}">
                <a16:creationId xmlns:a16="http://schemas.microsoft.com/office/drawing/2014/main" id="{B6F71FEC-7B70-7F09-FF1F-72FD73FED67D}"/>
              </a:ext>
            </a:extLst>
          </p:cNvPr>
          <p:cNvSpPr/>
          <p:nvPr/>
        </p:nvSpPr>
        <p:spPr>
          <a:xfrm>
            <a:off x="3784467" y="4444404"/>
            <a:ext cx="2143953" cy="725456"/>
          </a:xfrm>
          <a:prstGeom prst="roundRect">
            <a:avLst>
              <a:gd name="adj" fmla="val 4674"/>
            </a:avLst>
          </a:prstGeom>
          <a:solidFill>
            <a:schemeClr val="bg1"/>
          </a:solidFill>
          <a:ln w="12700">
            <a:solidFill>
              <a:schemeClr val="accent2"/>
            </a:solidFill>
            <a:extLst>
              <a:ext uri="{C807C97D-BFC1-408E-A445-0C87EB9F89A2}">
                <ask:lineSketchStyleProps xmlns:ask="http://schemas.microsoft.com/office/drawing/2018/sketchyshapes" sd="1219033472">
                  <a:custGeom>
                    <a:avLst/>
                    <a:gdLst>
                      <a:gd name="connsiteX0" fmla="*/ 0 w 4306186"/>
                      <a:gd name="connsiteY0" fmla="*/ 0 h 1063894"/>
                      <a:gd name="connsiteX1" fmla="*/ 529046 w 4306186"/>
                      <a:gd name="connsiteY1" fmla="*/ 0 h 1063894"/>
                      <a:gd name="connsiteX2" fmla="*/ 1187277 w 4306186"/>
                      <a:gd name="connsiteY2" fmla="*/ 0 h 1063894"/>
                      <a:gd name="connsiteX3" fmla="*/ 1759385 w 4306186"/>
                      <a:gd name="connsiteY3" fmla="*/ 0 h 1063894"/>
                      <a:gd name="connsiteX4" fmla="*/ 2288430 w 4306186"/>
                      <a:gd name="connsiteY4" fmla="*/ 0 h 1063894"/>
                      <a:gd name="connsiteX5" fmla="*/ 2946662 w 4306186"/>
                      <a:gd name="connsiteY5" fmla="*/ 0 h 1063894"/>
                      <a:gd name="connsiteX6" fmla="*/ 3561831 w 4306186"/>
                      <a:gd name="connsiteY6" fmla="*/ 0 h 1063894"/>
                      <a:gd name="connsiteX7" fmla="*/ 4306186 w 4306186"/>
                      <a:gd name="connsiteY7" fmla="*/ 0 h 1063894"/>
                      <a:gd name="connsiteX8" fmla="*/ 4306186 w 4306186"/>
                      <a:gd name="connsiteY8" fmla="*/ 553225 h 1063894"/>
                      <a:gd name="connsiteX9" fmla="*/ 4306186 w 4306186"/>
                      <a:gd name="connsiteY9" fmla="*/ 1063894 h 1063894"/>
                      <a:gd name="connsiteX10" fmla="*/ 3777140 w 4306186"/>
                      <a:gd name="connsiteY10" fmla="*/ 1063894 h 1063894"/>
                      <a:gd name="connsiteX11" fmla="*/ 3291156 w 4306186"/>
                      <a:gd name="connsiteY11" fmla="*/ 1063894 h 1063894"/>
                      <a:gd name="connsiteX12" fmla="*/ 2632925 w 4306186"/>
                      <a:gd name="connsiteY12" fmla="*/ 1063894 h 1063894"/>
                      <a:gd name="connsiteX13" fmla="*/ 2103879 w 4306186"/>
                      <a:gd name="connsiteY13" fmla="*/ 1063894 h 1063894"/>
                      <a:gd name="connsiteX14" fmla="*/ 1445648 w 4306186"/>
                      <a:gd name="connsiteY14" fmla="*/ 1063894 h 1063894"/>
                      <a:gd name="connsiteX15" fmla="*/ 744355 w 4306186"/>
                      <a:gd name="connsiteY15" fmla="*/ 1063894 h 1063894"/>
                      <a:gd name="connsiteX16" fmla="*/ 0 w 4306186"/>
                      <a:gd name="connsiteY16" fmla="*/ 1063894 h 1063894"/>
                      <a:gd name="connsiteX17" fmla="*/ 0 w 4306186"/>
                      <a:gd name="connsiteY17" fmla="*/ 510669 h 1063894"/>
                      <a:gd name="connsiteX18" fmla="*/ 0 w 4306186"/>
                      <a:gd name="connsiteY18" fmla="*/ 0 h 106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306186" h="1063894" fill="none" extrusionOk="0">
                        <a:moveTo>
                          <a:pt x="0" y="0"/>
                        </a:moveTo>
                        <a:cubicBezTo>
                          <a:pt x="160344" y="6085"/>
                          <a:pt x="344850" y="5452"/>
                          <a:pt x="529046" y="0"/>
                        </a:cubicBezTo>
                        <a:cubicBezTo>
                          <a:pt x="713242" y="-5452"/>
                          <a:pt x="928832" y="-27621"/>
                          <a:pt x="1187277" y="0"/>
                        </a:cubicBezTo>
                        <a:cubicBezTo>
                          <a:pt x="1445722" y="27621"/>
                          <a:pt x="1556937" y="20699"/>
                          <a:pt x="1759385" y="0"/>
                        </a:cubicBezTo>
                        <a:cubicBezTo>
                          <a:pt x="1961833" y="-20699"/>
                          <a:pt x="2170314" y="24841"/>
                          <a:pt x="2288430" y="0"/>
                        </a:cubicBezTo>
                        <a:cubicBezTo>
                          <a:pt x="2406546" y="-24841"/>
                          <a:pt x="2633291" y="-28128"/>
                          <a:pt x="2946662" y="0"/>
                        </a:cubicBezTo>
                        <a:cubicBezTo>
                          <a:pt x="3260033" y="28128"/>
                          <a:pt x="3362075" y="1449"/>
                          <a:pt x="3561831" y="0"/>
                        </a:cubicBezTo>
                        <a:cubicBezTo>
                          <a:pt x="3761587" y="-1449"/>
                          <a:pt x="3989204" y="1226"/>
                          <a:pt x="4306186" y="0"/>
                        </a:cubicBezTo>
                        <a:cubicBezTo>
                          <a:pt x="4323550" y="176556"/>
                          <a:pt x="4323458" y="373076"/>
                          <a:pt x="4306186" y="553225"/>
                        </a:cubicBezTo>
                        <a:cubicBezTo>
                          <a:pt x="4288914" y="733375"/>
                          <a:pt x="4287869" y="855780"/>
                          <a:pt x="4306186" y="1063894"/>
                        </a:cubicBezTo>
                        <a:cubicBezTo>
                          <a:pt x="4146268" y="1088505"/>
                          <a:pt x="3887451" y="1047389"/>
                          <a:pt x="3777140" y="1063894"/>
                        </a:cubicBezTo>
                        <a:cubicBezTo>
                          <a:pt x="3666829" y="1080399"/>
                          <a:pt x="3439347" y="1065190"/>
                          <a:pt x="3291156" y="1063894"/>
                        </a:cubicBezTo>
                        <a:cubicBezTo>
                          <a:pt x="3142965" y="1062598"/>
                          <a:pt x="2835914" y="1045362"/>
                          <a:pt x="2632925" y="1063894"/>
                        </a:cubicBezTo>
                        <a:cubicBezTo>
                          <a:pt x="2429936" y="1082426"/>
                          <a:pt x="2325138" y="1077103"/>
                          <a:pt x="2103879" y="1063894"/>
                        </a:cubicBezTo>
                        <a:cubicBezTo>
                          <a:pt x="1882620" y="1050685"/>
                          <a:pt x="1691232" y="1047628"/>
                          <a:pt x="1445648" y="1063894"/>
                        </a:cubicBezTo>
                        <a:cubicBezTo>
                          <a:pt x="1200064" y="1080160"/>
                          <a:pt x="900936" y="1039648"/>
                          <a:pt x="744355" y="1063894"/>
                        </a:cubicBezTo>
                        <a:cubicBezTo>
                          <a:pt x="587774" y="1088140"/>
                          <a:pt x="222228" y="1035018"/>
                          <a:pt x="0" y="1063894"/>
                        </a:cubicBezTo>
                        <a:cubicBezTo>
                          <a:pt x="77" y="788841"/>
                          <a:pt x="-24199" y="650074"/>
                          <a:pt x="0" y="510669"/>
                        </a:cubicBezTo>
                        <a:cubicBezTo>
                          <a:pt x="24199" y="371264"/>
                          <a:pt x="21334" y="137600"/>
                          <a:pt x="0" y="0"/>
                        </a:cubicBezTo>
                        <a:close/>
                      </a:path>
                      <a:path w="4306186" h="1063894" stroke="0" extrusionOk="0">
                        <a:moveTo>
                          <a:pt x="0" y="0"/>
                        </a:moveTo>
                        <a:cubicBezTo>
                          <a:pt x="259882" y="-1388"/>
                          <a:pt x="300737" y="20670"/>
                          <a:pt x="572108" y="0"/>
                        </a:cubicBezTo>
                        <a:cubicBezTo>
                          <a:pt x="843479" y="-20670"/>
                          <a:pt x="875454" y="8205"/>
                          <a:pt x="1058091" y="0"/>
                        </a:cubicBezTo>
                        <a:cubicBezTo>
                          <a:pt x="1240728" y="-8205"/>
                          <a:pt x="1542708" y="31232"/>
                          <a:pt x="1759385" y="0"/>
                        </a:cubicBezTo>
                        <a:cubicBezTo>
                          <a:pt x="1976062" y="-31232"/>
                          <a:pt x="2189191" y="20017"/>
                          <a:pt x="2331492" y="0"/>
                        </a:cubicBezTo>
                        <a:cubicBezTo>
                          <a:pt x="2473793" y="-20017"/>
                          <a:pt x="2776336" y="12499"/>
                          <a:pt x="2903600" y="0"/>
                        </a:cubicBezTo>
                        <a:cubicBezTo>
                          <a:pt x="3030864" y="-12499"/>
                          <a:pt x="3414604" y="-27502"/>
                          <a:pt x="3604893" y="0"/>
                        </a:cubicBezTo>
                        <a:cubicBezTo>
                          <a:pt x="3795182" y="27502"/>
                          <a:pt x="4130539" y="24705"/>
                          <a:pt x="4306186" y="0"/>
                        </a:cubicBezTo>
                        <a:cubicBezTo>
                          <a:pt x="4287659" y="242140"/>
                          <a:pt x="4302030" y="296069"/>
                          <a:pt x="4306186" y="553225"/>
                        </a:cubicBezTo>
                        <a:cubicBezTo>
                          <a:pt x="4310342" y="810382"/>
                          <a:pt x="4282206" y="836961"/>
                          <a:pt x="4306186" y="1063894"/>
                        </a:cubicBezTo>
                        <a:cubicBezTo>
                          <a:pt x="4085708" y="1082160"/>
                          <a:pt x="4000784" y="1085500"/>
                          <a:pt x="3777140" y="1063894"/>
                        </a:cubicBezTo>
                        <a:cubicBezTo>
                          <a:pt x="3553496" y="1042288"/>
                          <a:pt x="3409493" y="1058870"/>
                          <a:pt x="3161971" y="1063894"/>
                        </a:cubicBezTo>
                        <a:cubicBezTo>
                          <a:pt x="2914449" y="1068918"/>
                          <a:pt x="2809628" y="1045107"/>
                          <a:pt x="2589863" y="1063894"/>
                        </a:cubicBezTo>
                        <a:cubicBezTo>
                          <a:pt x="2370098" y="1082681"/>
                          <a:pt x="2167055" y="1077653"/>
                          <a:pt x="1888570" y="1063894"/>
                        </a:cubicBezTo>
                        <a:cubicBezTo>
                          <a:pt x="1610085" y="1050135"/>
                          <a:pt x="1404229" y="1073761"/>
                          <a:pt x="1187277" y="1063894"/>
                        </a:cubicBezTo>
                        <a:cubicBezTo>
                          <a:pt x="970325" y="1054027"/>
                          <a:pt x="791574" y="1066838"/>
                          <a:pt x="658231" y="1063894"/>
                        </a:cubicBezTo>
                        <a:cubicBezTo>
                          <a:pt x="524888" y="1060950"/>
                          <a:pt x="266724" y="1058122"/>
                          <a:pt x="0" y="1063894"/>
                        </a:cubicBezTo>
                        <a:cubicBezTo>
                          <a:pt x="-5334" y="898745"/>
                          <a:pt x="-25914" y="674723"/>
                          <a:pt x="0" y="510669"/>
                        </a:cubicBezTo>
                        <a:cubicBezTo>
                          <a:pt x="25914" y="346616"/>
                          <a:pt x="20834" y="113093"/>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lIns="9144" tIns="9144" rIns="9144" bIns="9144" rtlCol="0" anchor="ctr"/>
          <a:lstStyle/>
          <a:p>
            <a:pPr algn="ctr"/>
            <a:r>
              <a:rPr lang="en-US" sz="1000">
                <a:solidFill>
                  <a:schemeClr val="tx1"/>
                </a:solidFill>
                <a:latin typeface="SoDo Sans Light" pitchFamily="2" charset="77"/>
                <a:ea typeface="SoDo Sans Light" pitchFamily="2" charset="77"/>
              </a:rPr>
              <a:t>self-help guides, tutorials and videos</a:t>
            </a:r>
            <a:endParaRPr lang="en-US" sz="700">
              <a:solidFill>
                <a:schemeClr val="tx1"/>
              </a:solidFill>
              <a:latin typeface="SoDo Sans Light" pitchFamily="2" charset="77"/>
              <a:ea typeface="SoDo Sans Light" pitchFamily="2" charset="77"/>
            </a:endParaRPr>
          </a:p>
        </p:txBody>
      </p:sp>
    </p:spTree>
    <p:extLst>
      <p:ext uri="{BB962C8B-B14F-4D97-AF65-F5344CB8AC3E}">
        <p14:creationId xmlns:p14="http://schemas.microsoft.com/office/powerpoint/2010/main" val="34628719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6CD65-E0A9-9169-BF4F-4E032ECD947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0F13C-D042-9E29-D037-B7AEAFC3FDE2}"/>
              </a:ext>
            </a:extLst>
          </p:cNvPr>
          <p:cNvSpPr>
            <a:spLocks noGrp="1"/>
          </p:cNvSpPr>
          <p:nvPr>
            <p:ph type="title"/>
          </p:nvPr>
        </p:nvSpPr>
        <p:spPr/>
        <p:txBody>
          <a:bodyPr/>
          <a:lstStyle/>
          <a:p>
            <a:r>
              <a:rPr lang="en-US"/>
              <a:t>How does this apply to SHRSS?</a:t>
            </a:r>
          </a:p>
        </p:txBody>
      </p:sp>
      <p:sp>
        <p:nvSpPr>
          <p:cNvPr id="3" name="Content Placeholder 2">
            <a:extLst>
              <a:ext uri="{FF2B5EF4-FFF2-40B4-BE49-F238E27FC236}">
                <a16:creationId xmlns:a16="http://schemas.microsoft.com/office/drawing/2014/main" id="{6388E3D7-F245-6ED1-82CA-B0F635CD0CF2}"/>
              </a:ext>
            </a:extLst>
          </p:cNvPr>
          <p:cNvSpPr>
            <a:spLocks noGrp="1"/>
          </p:cNvSpPr>
          <p:nvPr>
            <p:ph idx="1"/>
          </p:nvPr>
        </p:nvSpPr>
        <p:spPr/>
        <p:txBody>
          <a:bodyPr/>
          <a:lstStyle/>
          <a:p>
            <a:r>
              <a:rPr lang="en-US" sz="1400"/>
              <a:t>What aspects of this make sense for SHRSS?</a:t>
            </a:r>
          </a:p>
          <a:p>
            <a:r>
              <a:rPr lang="en-US" sz="1400"/>
              <a:t>What can be tailored to your specific needs?</a:t>
            </a:r>
          </a:p>
          <a:p>
            <a:r>
              <a:rPr lang="en-US" sz="1400"/>
              <a:t>What would an ideal state look like?</a:t>
            </a:r>
          </a:p>
          <a:p>
            <a:r>
              <a:rPr lang="en-US" sz="1400"/>
              <a:t>Where would you like to dive deeper?</a:t>
            </a:r>
          </a:p>
          <a:p>
            <a:r>
              <a:rPr lang="en-US" sz="1400" b="1"/>
              <a:t>What are potential enablement hub locations and owners?</a:t>
            </a:r>
          </a:p>
          <a:p>
            <a:endParaRPr lang="en-US" sz="1400"/>
          </a:p>
          <a:p>
            <a:endParaRPr lang="en-US" sz="1400"/>
          </a:p>
        </p:txBody>
      </p:sp>
      <p:sp>
        <p:nvSpPr>
          <p:cNvPr id="5" name="Rectangle 2">
            <a:extLst>
              <a:ext uri="{FF2B5EF4-FFF2-40B4-BE49-F238E27FC236}">
                <a16:creationId xmlns:a16="http://schemas.microsoft.com/office/drawing/2014/main" id="{478B4F13-1E9D-A33D-A1D4-45F8DD57A25D}"/>
              </a:ext>
            </a:extLst>
          </p:cNvPr>
          <p:cNvSpPr>
            <a:spLocks noChangeArrowheads="1"/>
          </p:cNvSpPr>
          <p:nvPr/>
        </p:nvSpPr>
        <p:spPr bwMode="auto">
          <a:xfrm>
            <a:off x="1425615" y="45397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94472732"/>
      </p:ext>
    </p:extLst>
  </p:cSld>
  <p:clrMapOvr>
    <a:masterClrMapping/>
  </p:clrMapOvr>
</p:sld>
</file>

<file path=ppt/theme/theme1.xml><?xml version="1.0" encoding="utf-8"?>
<a:theme xmlns:a="http://schemas.openxmlformats.org/drawingml/2006/main" name="Adobe Template 2024">
  <a:themeElements>
    <a:clrScheme name="Adobe 2024">
      <a:dk1>
        <a:srgbClr val="000000"/>
      </a:dk1>
      <a:lt1>
        <a:srgbClr val="FFFFFF"/>
      </a:lt1>
      <a:dk2>
        <a:srgbClr val="2C2C2C"/>
      </a:dk2>
      <a:lt2>
        <a:srgbClr val="F5F5F5"/>
      </a:lt2>
      <a:accent1>
        <a:srgbClr val="0AA35B"/>
      </a:accent1>
      <a:accent2>
        <a:srgbClr val="3A63F9"/>
      </a:accent2>
      <a:accent3>
        <a:srgbClr val="FF66CC"/>
      </a:accent3>
      <a:accent4>
        <a:srgbClr val="FFA311"/>
      </a:accent4>
      <a:accent5>
        <a:srgbClr val="F3C600"/>
      </a:accent5>
      <a:accent6>
        <a:srgbClr val="EB1000"/>
      </a:accent6>
      <a:hlink>
        <a:srgbClr val="5F5F5F"/>
      </a:hlink>
      <a:folHlink>
        <a:srgbClr val="919191"/>
      </a:folHlink>
    </a:clrScheme>
    <a:fontScheme name="Adobe 2024">
      <a:majorFont>
        <a:latin typeface="Adobe Clean Black"/>
        <a:ea typeface=""/>
        <a:cs typeface=""/>
      </a:majorFont>
      <a:minorFont>
        <a:latin typeface="Adobe Cle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4C4C4"/>
        </a:solidFill>
        <a:ln>
          <a:noFill/>
        </a:ln>
      </a:spPr>
      <a:bodyPr rtlCol="0" anchor="ctr"/>
      <a:lstStyle>
        <a:defPPr algn="ctr">
          <a:defRPr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a:solidFill>
            <a:srgbClr val="000000"/>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lnSpc>
            <a:spcPct val="110000"/>
          </a:lnSpc>
          <a:spcBef>
            <a:spcPts val="900"/>
          </a:spcBef>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DFCA518-E110-7A4E-8C23-7E933C39BA21}">
  <we:reference id="6a7bd4f3-0563-43af-8c08-79110eebdff6" version="1.1.4.0" store="EXCatalog" storeType="EXCatalog"/>
  <we:alternateReferences>
    <we:reference id="WA104381155" version="1.1.4.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6d154128-d3d5-4da4-8c73-574cee6541af">
      <Terms xmlns="http://schemas.microsoft.com/office/infopath/2007/PartnerControls"/>
    </lcf76f155ced4ddcb4097134ff3c332f>
    <TaxCatchAll xmlns="f3474d73-d85f-4fc8-9a2e-51afd1c26c7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228D041812F3B43A09E1D39B5F17145" ma:contentTypeVersion="14" ma:contentTypeDescription="Create a new document." ma:contentTypeScope="" ma:versionID="8199ab698633872e3e4c799d94bcb677">
  <xsd:schema xmlns:xsd="http://www.w3.org/2001/XMLSchema" xmlns:xs="http://www.w3.org/2001/XMLSchema" xmlns:p="http://schemas.microsoft.com/office/2006/metadata/properties" xmlns:ns2="6d154128-d3d5-4da4-8c73-574cee6541af" xmlns:ns3="f3474d73-d85f-4fc8-9a2e-51afd1c26c77" targetNamespace="http://schemas.microsoft.com/office/2006/metadata/properties" ma:root="true" ma:fieldsID="14f618f83e3f891a10086a72c2edec51" ns2:_="" ns3:_="">
    <xsd:import namespace="6d154128-d3d5-4da4-8c73-574cee6541af"/>
    <xsd:import namespace="f3474d73-d85f-4fc8-9a2e-51afd1c26c77"/>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54128-d3d5-4da4-8c73-574cee654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4b1daa41-56b4-4620-81a0-b7316f7f93e2"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3474d73-d85f-4fc8-9a2e-51afd1c26c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36eeaa6d-6dac-4d62-b986-2a25ffd1899d}" ma:internalName="TaxCatchAll" ma:showField="CatchAllData" ma:web="f3474d73-d85f-4fc8-9a2e-51afd1c26c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C468D7-2A62-4899-BEF3-AA07431EA73C}">
  <ds:schemaRefs>
    <ds:schemaRef ds:uri="http://schemas.microsoft.com/sharepoint/v3/contenttype/forms"/>
  </ds:schemaRefs>
</ds:datastoreItem>
</file>

<file path=customXml/itemProps2.xml><?xml version="1.0" encoding="utf-8"?>
<ds:datastoreItem xmlns:ds="http://schemas.openxmlformats.org/officeDocument/2006/customXml" ds:itemID="{36069ECC-20E0-49A9-BB05-2E7CAA2C58E1}">
  <ds:schemaRefs>
    <ds:schemaRef ds:uri="6d154128-d3d5-4da4-8c73-574cee6541af"/>
    <ds:schemaRef ds:uri="f3474d73-d85f-4fc8-9a2e-51afd1c26c7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84A9844F-533D-48F3-88A7-75DFAF7B4AEA}">
  <ds:schemaRefs>
    <ds:schemaRef ds:uri="6d154128-d3d5-4da4-8c73-574cee6541af"/>
    <ds:schemaRef ds:uri="f3474d73-d85f-4fc8-9a2e-51afd1c26c7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59</TotalTime>
  <Words>1372</Words>
  <Application>Microsoft Macintosh PowerPoint</Application>
  <PresentationFormat>Widescreen</PresentationFormat>
  <Paragraphs>222</Paragraphs>
  <Slides>13</Slides>
  <Notes>3</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13</vt:i4>
      </vt:variant>
    </vt:vector>
  </HeadingPairs>
  <TitlesOfParts>
    <vt:vector size="26" baseType="lpstr">
      <vt:lpstr>Adobe Clean</vt:lpstr>
      <vt:lpstr>Adobe Clean Black</vt:lpstr>
      <vt:lpstr>Adobe Clean Light</vt:lpstr>
      <vt:lpstr>Adobe Clean SemiCondensed</vt:lpstr>
      <vt:lpstr>Adobe Clean SemiLight</vt:lpstr>
      <vt:lpstr>Aptos</vt:lpstr>
      <vt:lpstr>Arial</vt:lpstr>
      <vt:lpstr>Calibri</vt:lpstr>
      <vt:lpstr>Slack-Lato</vt:lpstr>
      <vt:lpstr>SoDo Sans</vt:lpstr>
      <vt:lpstr>SoDo Sans Light</vt:lpstr>
      <vt:lpstr>Wingdings</vt:lpstr>
      <vt:lpstr>Adobe Template 2024</vt:lpstr>
      <vt:lpstr>Adobe Adoption &amp; Enablement Strategy</vt:lpstr>
      <vt:lpstr>Where We Stand — And Where We Go Next</vt:lpstr>
      <vt:lpstr>Scope and Objectives</vt:lpstr>
      <vt:lpstr>Communication Strategy Definition​</vt:lpstr>
      <vt:lpstr>An approach to adoption &amp; enablement</vt:lpstr>
      <vt:lpstr>A communication strategy</vt:lpstr>
      <vt:lpstr>Communication plan comms channel examples</vt:lpstr>
      <vt:lpstr>Enablement Hub Best Practices</vt:lpstr>
      <vt:lpstr>An Enablement Hub is…</vt:lpstr>
      <vt:lpstr>Why establish an Enablement Hub?</vt:lpstr>
      <vt:lpstr>Enablement Hub personas</vt:lpstr>
      <vt:lpstr>Enablement Hub example</vt:lpstr>
      <vt:lpstr>How does this apply to SHRSS?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Adobe - LinkedIn Testing Strategy [DRAFT]</dc:title>
  <dc:subject/>
  <dc:creator>Adobe</dc:creator>
  <cp:keywords/>
  <dc:description/>
  <cp:lastModifiedBy>Andy Lambert</cp:lastModifiedBy>
  <cp:revision>31</cp:revision>
  <dcterms:created xsi:type="dcterms:W3CDTF">2024-01-24T22:04:21Z</dcterms:created>
  <dcterms:modified xsi:type="dcterms:W3CDTF">2026-03-05T18:02:25Z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0x0101005228D041812F3B43A09E1D39B5F17145</vt:lpwstr>
  </property>
  <property fmtid="{D5CDD505-2E9C-101B-9397-08002B2CF9AE}" pid="3" name="MediaServiceImageTags">
    <vt:lpwstr/>
  </property>
  <property fmtid="{D5CDD505-2E9C-101B-9397-08002B2CF9AE}" pid="4" name="MSIP_Label_aca7f1c0-ceb4-4153-a747-857e00e0fbb7_Enabled">
    <vt:lpwstr>true</vt:lpwstr>
  </property>
  <property fmtid="{D5CDD505-2E9C-101B-9397-08002B2CF9AE}" pid="5" name="MSIP_Label_aca7f1c0-ceb4-4153-a747-857e00e0fbb7_SetDate">
    <vt:lpwstr>2025-06-12T12:15:27Z</vt:lpwstr>
  </property>
  <property fmtid="{D5CDD505-2E9C-101B-9397-08002B2CF9AE}" pid="6" name="MSIP_Label_aca7f1c0-ceb4-4153-a747-857e00e0fbb7_Method">
    <vt:lpwstr>Privileged</vt:lpwstr>
  </property>
  <property fmtid="{D5CDD505-2E9C-101B-9397-08002B2CF9AE}" pid="7" name="MSIP_Label_aca7f1c0-ceb4-4153-a747-857e00e0fbb7_Name">
    <vt:lpwstr>Unrestricted</vt:lpwstr>
  </property>
  <property fmtid="{D5CDD505-2E9C-101B-9397-08002B2CF9AE}" pid="8" name="MSIP_Label_aca7f1c0-ceb4-4153-a747-857e00e0fbb7_SiteId">
    <vt:lpwstr>3e20ecb2-9cb0-4df1-ad7b-914e31dcdda4</vt:lpwstr>
  </property>
  <property fmtid="{D5CDD505-2E9C-101B-9397-08002B2CF9AE}" pid="9" name="MSIP_Label_aca7f1c0-ceb4-4153-a747-857e00e0fbb7_ActionId">
    <vt:lpwstr>a7e1f746-8619-40d0-a360-aaa38f4d6cae</vt:lpwstr>
  </property>
  <property fmtid="{D5CDD505-2E9C-101B-9397-08002B2CF9AE}" pid="10" name="MSIP_Label_aca7f1c0-ceb4-4153-a747-857e00e0fbb7_ContentBits">
    <vt:lpwstr>0</vt:lpwstr>
  </property>
  <property fmtid="{D5CDD505-2E9C-101B-9397-08002B2CF9AE}" pid="11" name="MSIP_Label_aca7f1c0-ceb4-4153-a747-857e00e0fbb7_Tag">
    <vt:lpwstr>50, 0, 1, 1</vt:lpwstr>
  </property>
</Properties>
</file>