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A0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22860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Arial"/>
              </a:defRPr>
            </a:pPr>
            <a:r>
              <a:t>Tagging, Taxonomy &amp;</a:t>
            </a:r>
            <a:br/>
            <a:r>
              <a:t>Metadata Governance</a:t>
            </a:r>
          </a:p>
          <a:p>
            <a:pPr>
              <a:spcBef>
                <a:spcPts val="2000"/>
              </a:spcBef>
              <a:defRPr sz="2400">
                <a:solidFill>
                  <a:srgbClr val="2C2C2C"/>
                </a:solidFill>
                <a:latin typeface="Arial"/>
              </a:defRPr>
            </a:pPr>
            <a:r>
              <a:t>SHRSS Knowledge Transfer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2C2C2C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A0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1. Tag Taxonomy Configuration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2. Taxonomy Structure &amp; Strategy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3. Tag Management &amp; Governance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4. Application in Authoring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5. Dynamic Content &amp; Search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6. Troubleshooting &amp;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2C2C2C"/>
                </a:solidFill>
                <a:latin typeface="Arial"/>
              </a:defRPr>
            </a:pPr>
            <a:r>
              <a:t>1.1 Taxonomy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A0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Taxonomy Root: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Standard AEM root: /content/cq:tags/shrss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Namespace: 'shrss' for projectspecific tags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Path-to-Tag Mapping (Context):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Uses TagsPathMappingConfigService via ACS Commons Generic List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Location: /etc/acscommons/lists/pathtagsmapping/jcr:content/list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Maps Site Paths (jcr:title) to Tag IDs (value)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Enables derived tags for alerts/context without manual entry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Asset Metadata: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CFs: 'categories' field (multivalue) holds Tag IDs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DAM Assets: 'cq:tags' on jcr:content/metadata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2C2C2C"/>
                </a:solidFill>
                <a:latin typeface="Arial"/>
              </a:defRPr>
            </a:pPr>
            <a:r>
              <a:t>1.2 Structure &amp;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A0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Namespace Hierarchy (shrss):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Region/Destination: shrss:regions/latam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Event Type: shrss:eventcategories/entertainment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Property: shrss:hotel/newyork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Integration Strategy: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Sites: Use defined taxonomy for structural metadata; map paths via ACS Commons.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Assets: Hierarchical taxonomy (additive to folders) to improve search.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Note: Pathtotag mapping allows reuse of taxonomy across Brands/Properties.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2C2C2C"/>
                </a:solidFill>
                <a:latin typeface="Arial"/>
              </a:defRPr>
            </a:pPr>
            <a:r>
              <a:t>2.1 Governance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A0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Roles &amp; Responsibilities: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Create: Limit to Admins or Taxonomy Stewards.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Maintain: Owners per namespace (prune unused tags).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Approve: Process required for brandcritical namespaces.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AEM Mechanics: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Permissions: Restrict /content/cq:tags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Configuration: Restrict ACS Commons list (/etc/acscommons/lists...)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Documentation: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Maintain governance doc for Tagging Console and Mapping List.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2C2C2C"/>
                </a:solidFill>
                <a:latin typeface="Arial"/>
              </a:defRPr>
            </a:pPr>
            <a:r>
              <a:t>2.2 Operations: CRUD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A0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Creating: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Use Tagging Console under /content/cq:tags/shrss.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Define Title, Name, and optional Description.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Updating: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Edit Title/Description via Console.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Move: CAUTIONCan break references.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Deleting: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Review references before deletion.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Publishing: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Tags must be published to be visible on Publish instance.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ACS Commons Mapping list must also be published.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2C2C2C"/>
                </a:solidFill>
                <a:latin typeface="Arial"/>
              </a:defRPr>
            </a:pPr>
            <a:r>
              <a:t>3.1 Component &amp; Asset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A0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Assets (DAM):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Schema: adminuiextension/metadataschema/shrssmetadataschema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Maps to jcr:content/metadata/cq:tags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Content Fragments (CF):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Models (News, Events) use 'categories' field for Tag IDs.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Used by CF Card List for dynamic filtering.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Pages: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Page Properties (cq:tags) for SEO.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Alert Aggregator uses PathtoTag mapping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2C2C2C"/>
                </a:solidFill>
                <a:latin typeface="Arial"/>
              </a:defRPr>
            </a:pPr>
            <a:r>
              <a:t>3.2 Dynamic Content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A0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CF Card List (List by Tags):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Inputs: tagsList (IDs) + tagsRootFolder.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Query Logic: Filters CF models under root where 'categories' match tagsList.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Logic is OR (matches at least one tag).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Path-Derived Tags (Alerts):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TagsPathMappingConfigService.getAllTagsByPath(currentPage)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System automatically determines context (e.g., Hotel NY) to show relevant alerts.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No manual tagging required on the page itself for this feature.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2C2C2C"/>
                </a:solidFill>
                <a:latin typeface="Arial"/>
              </a:defRPr>
            </a:pPr>
            <a:r>
              <a:t>3.4 Search &amp; Inheritance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A0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Search Results: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Assets: Search predicates on jcr:content/metadata/cq:tags.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CFs: Filter by 'categories' metadata.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Content Inheritance: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JCR: No default tag inheritance.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Functional Inheritance: Achieved via PathTag Mapping list (prefix matching).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Visibility: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Cards: Hidden if CF lacks matching tags.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Alerts: Hidden if page path lacks mapping entry.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2C2C2C"/>
                </a:solidFill>
                <a:latin typeface="Arial"/>
              </a:defRPr>
            </a:pPr>
            <a:r>
              <a:t>4. Best Practices &amp; Troubleshooting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A0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Performance: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Ensure 'cq:tags' and 'categories' are indexed.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Keep PathTag mapping list size reasonable (read once per request).</a:t>
            </a:r>
          </a:p>
          <a:p>
            <a:pPr>
              <a:spcAft>
                <a:spcPts val="10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Troubleshooting Invisible Content: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1. Check CF/Asset has tags in 'categories'/'cq:tags'.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2. Check Component config (tagsList, rootFolder).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3. Check PathTag mapping exists and is published.</a:t>
            </a:r>
          </a:p>
          <a:p>
            <a:pPr lvl="1">
              <a:spcAft>
                <a:spcPts val="1000"/>
              </a:spcAft>
              <a:defRPr sz="1600">
                <a:solidFill>
                  <a:srgbClr val="2C2C2C"/>
                </a:solidFill>
                <a:latin typeface="Arial"/>
              </a:defRPr>
            </a:pPr>
            <a:r>
              <a:t>4. Ensure Tags themselves are published.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A0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27432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