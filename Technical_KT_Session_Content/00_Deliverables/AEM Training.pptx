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80" r:id="rId5"/>
    <p:sldMasterId id="2147483693" r:id="rId6"/>
  </p:sldMasterIdLst>
  <p:notesMasterIdLst>
    <p:notesMasterId r:id="rId28"/>
  </p:notesMasterIdLst>
  <p:sldIdLst>
    <p:sldId id="348" r:id="rId7"/>
    <p:sldId id="2076137615" r:id="rId8"/>
    <p:sldId id="10962" r:id="rId9"/>
    <p:sldId id="10991" r:id="rId10"/>
    <p:sldId id="446" r:id="rId11"/>
    <p:sldId id="447" r:id="rId12"/>
    <p:sldId id="448" r:id="rId13"/>
    <p:sldId id="449" r:id="rId14"/>
    <p:sldId id="450" r:id="rId15"/>
    <p:sldId id="2076137616" r:id="rId16"/>
    <p:sldId id="2076137613" r:id="rId17"/>
    <p:sldId id="2076137614" r:id="rId18"/>
    <p:sldId id="309" r:id="rId19"/>
    <p:sldId id="323" r:id="rId20"/>
    <p:sldId id="407" r:id="rId21"/>
    <p:sldId id="315" r:id="rId22"/>
    <p:sldId id="408" r:id="rId23"/>
    <p:sldId id="2076137612" r:id="rId24"/>
    <p:sldId id="10968" r:id="rId25"/>
    <p:sldId id="11018" r:id="rId26"/>
    <p:sldId id="46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05"/>
    <p:restoredTop sz="96327"/>
  </p:normalViewPr>
  <p:slideViewPr>
    <p:cSldViewPr snapToGrid="0">
      <p:cViewPr varScale="1">
        <p:scale>
          <a:sx n="224" d="100"/>
          <a:sy n="224" d="100"/>
        </p:scale>
        <p:origin x="6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7E318-211B-6142-BB4B-6CC7F7BC23AE}"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F3DCDB-BECC-E743-A6FF-F8311049E1B8}" type="slidenum">
              <a:rPr lang="en-US" smtClean="0"/>
              <a:t>‹#›</a:t>
            </a:fld>
            <a:endParaRPr lang="en-US"/>
          </a:p>
        </p:txBody>
      </p:sp>
    </p:spTree>
    <p:extLst>
      <p:ext uri="{BB962C8B-B14F-4D97-AF65-F5344CB8AC3E}">
        <p14:creationId xmlns:p14="http://schemas.microsoft.com/office/powerpoint/2010/main" val="36988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1"/>
          <p:cNvSpPr>
            <a:spLocks noGrp="1" noRot="1" noChangeAspect="1" noChangeArrowheads="1"/>
          </p:cNvSpPr>
          <p:nvPr>
            <p:ph type="sldImg"/>
          </p:nvPr>
        </p:nvSpPr>
        <p:spPr bwMode="auto">
          <a:xfrm>
            <a:off x="382588" y="685800"/>
            <a:ext cx="6092825" cy="3429000"/>
          </a:xfrm>
          <a:prstGeom prst="rect">
            <a:avLst/>
          </a:prstGeom>
          <a:solidFill>
            <a:srgbClr val="FFFFFF"/>
          </a:solidFill>
          <a:ln>
            <a:solidFill>
              <a:srgbClr val="000000"/>
            </a:solidFill>
            <a:miter lim="800000"/>
            <a:headEnd/>
            <a:tailEnd/>
          </a:ln>
        </p:spPr>
      </p:sp>
      <p:sp>
        <p:nvSpPr>
          <p:cNvPr id="59394"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txBody>
          <a:bodyPr>
            <a:normAutofit lnSpcReduction="10000"/>
          </a:bodyPr>
          <a:lstStyle/>
          <a:p>
            <a:r>
              <a:rPr lang="en-US" sz="1600" dirty="0">
                <a:solidFill>
                  <a:srgbClr val="000000"/>
                </a:solidFill>
                <a:latin typeface="Adobe Clean" charset="0"/>
                <a:cs typeface="Adobe Clean" charset="0"/>
                <a:sym typeface="Adobe Clean" charset="0"/>
              </a:rPr>
              <a:t>A simplified view of what is part the AEM platform.</a:t>
            </a:r>
          </a:p>
          <a:p>
            <a:endParaRPr lang="en-US" sz="1600" dirty="0">
              <a:solidFill>
                <a:srgbClr val="000000"/>
              </a:solidFill>
              <a:latin typeface="Adobe Clean" charset="0"/>
              <a:cs typeface="Adobe Clean" charset="0"/>
              <a:sym typeface="Adobe Clean" charset="0"/>
            </a:endParaRPr>
          </a:p>
          <a:p>
            <a:pPr>
              <a:buClr>
                <a:srgbClr val="000000"/>
              </a:buClr>
              <a:buFont typeface="Adobe Clean" charset="0"/>
              <a:buChar char="-"/>
            </a:pPr>
            <a:r>
              <a:rPr lang="en-US" sz="1600" dirty="0">
                <a:solidFill>
                  <a:srgbClr val="000000"/>
                </a:solidFill>
                <a:latin typeface="Adobe Clean" charset="0"/>
                <a:cs typeface="Adobe Clean" charset="0"/>
                <a:sym typeface="Adobe Clean" charset="0"/>
              </a:rPr>
              <a:t>As base the JCR 2.0 compliant Content Repository.</a:t>
            </a:r>
          </a:p>
          <a:p>
            <a:pPr>
              <a:buClr>
                <a:srgbClr val="000000"/>
              </a:buClr>
              <a:buFont typeface="Adobe Clean" charset="0"/>
              <a:buChar char="-"/>
            </a:pPr>
            <a:r>
              <a:rPr lang="en-US" sz="1600" dirty="0">
                <a:solidFill>
                  <a:srgbClr val="000000"/>
                </a:solidFill>
                <a:latin typeface="Adobe Clean" charset="0"/>
                <a:cs typeface="Adobe Clean" charset="0"/>
                <a:sym typeface="Adobe Clean" charset="0"/>
              </a:rPr>
              <a:t>Then the </a:t>
            </a:r>
            <a:r>
              <a:rPr lang="en-US" sz="1600" dirty="0" err="1">
                <a:solidFill>
                  <a:srgbClr val="000000"/>
                </a:solidFill>
                <a:latin typeface="Adobe Clean" charset="0"/>
                <a:cs typeface="Adobe Clean" charset="0"/>
                <a:sym typeface="Adobe Clean" charset="0"/>
              </a:rPr>
              <a:t>OSGi</a:t>
            </a:r>
            <a:r>
              <a:rPr lang="en-US" sz="1600" dirty="0">
                <a:solidFill>
                  <a:srgbClr val="000000"/>
                </a:solidFill>
                <a:latin typeface="Adobe Clean" charset="0"/>
                <a:cs typeface="Adobe Clean" charset="0"/>
                <a:sym typeface="Adobe Clean" charset="0"/>
              </a:rPr>
              <a:t> runtime to host Java applications with access to repository via JCR API</a:t>
            </a:r>
          </a:p>
          <a:p>
            <a:pPr>
              <a:buClr>
                <a:srgbClr val="000000"/>
              </a:buClr>
              <a:buFont typeface="Adobe Clean" charset="0"/>
              <a:buChar char="-"/>
            </a:pPr>
            <a:r>
              <a:rPr lang="en-US" sz="1600" dirty="0">
                <a:solidFill>
                  <a:srgbClr val="000000"/>
                </a:solidFill>
                <a:latin typeface="Adobe Clean" charset="0"/>
                <a:cs typeface="Adobe Clean" charset="0"/>
                <a:sym typeface="Adobe Clean" charset="0"/>
              </a:rPr>
              <a:t>In the runtime we ship a web application framework that is exposing the full repository content via HTTP and other protocols</a:t>
            </a:r>
          </a:p>
          <a:p>
            <a:pPr>
              <a:buClr>
                <a:srgbClr val="000000"/>
              </a:buClr>
              <a:buFont typeface="Adobe Clean" charset="0"/>
              <a:buChar char="-"/>
            </a:pPr>
            <a:endParaRPr lang="en-US" sz="1600" dirty="0">
              <a:solidFill>
                <a:srgbClr val="000000"/>
              </a:solidFill>
              <a:latin typeface="Adobe Clean" charset="0"/>
              <a:cs typeface="Adobe Clean" charset="0"/>
              <a:sym typeface="Adobe Clean" charset="0"/>
            </a:endParaRPr>
          </a:p>
          <a:p>
            <a:pPr>
              <a:buClr>
                <a:srgbClr val="000000"/>
              </a:buClr>
              <a:buFont typeface="Adobe Clean" charset="0"/>
              <a:buNone/>
            </a:pPr>
            <a:r>
              <a:rPr lang="en-US" sz="1600" dirty="0">
                <a:solidFill>
                  <a:srgbClr val="000000"/>
                </a:solidFill>
                <a:latin typeface="Adobe Clean" charset="0"/>
                <a:cs typeface="Adobe Clean" charset="0"/>
                <a:sym typeface="Adobe Clean" charset="0"/>
              </a:rPr>
              <a:t>All of these pieces are based on Apache projects</a:t>
            </a:r>
            <a:r>
              <a:rPr lang="en-US" sz="1600" baseline="0" dirty="0">
                <a:solidFill>
                  <a:srgbClr val="000000"/>
                </a:solidFill>
                <a:latin typeface="Adobe Clean" charset="0"/>
                <a:cs typeface="Adobe Clean" charset="0"/>
                <a:sym typeface="Adobe Clean" charset="0"/>
              </a:rPr>
              <a:t> – Jackrabbit, Felix, and Sling and Adobe contributes heavily to each of these projects. Jackrabbit and Sling were listed in </a:t>
            </a:r>
            <a:r>
              <a:rPr lang="en-US" sz="1600" baseline="0" dirty="0" err="1">
                <a:solidFill>
                  <a:srgbClr val="000000"/>
                </a:solidFill>
                <a:latin typeface="Adobe Clean" charset="0"/>
                <a:cs typeface="Adobe Clean" charset="0"/>
                <a:sym typeface="Adobe Clean" charset="0"/>
              </a:rPr>
              <a:t>eWeek’s</a:t>
            </a:r>
            <a:r>
              <a:rPr lang="en-US" sz="1600" baseline="0" dirty="0">
                <a:solidFill>
                  <a:srgbClr val="000000"/>
                </a:solidFill>
                <a:latin typeface="Adobe Clean" charset="0"/>
                <a:cs typeface="Adobe Clean" charset="0"/>
                <a:sym typeface="Adobe Clean" charset="0"/>
              </a:rPr>
              <a:t> 11 Apache Technologies that have changed computing in the last 10 years.</a:t>
            </a:r>
            <a:endParaRPr lang="en-US" sz="1600" dirty="0">
              <a:solidFill>
                <a:srgbClr val="000000"/>
              </a:solidFill>
              <a:latin typeface="Adobe Clean" charset="0"/>
              <a:cs typeface="Adobe Clean" charset="0"/>
              <a:sym typeface="Adobe Clean" charset="0"/>
            </a:endParaRPr>
          </a:p>
          <a:p>
            <a:pPr>
              <a:buClr>
                <a:srgbClr val="000000"/>
              </a:buClr>
              <a:buFont typeface="Adobe Clean" charset="0"/>
              <a:buChar char="-"/>
            </a:pPr>
            <a:endParaRPr lang="en-US" sz="1600" dirty="0">
              <a:solidFill>
                <a:srgbClr val="000000"/>
              </a:solidFill>
              <a:latin typeface="Adobe Clean" charset="0"/>
              <a:cs typeface="Adobe Clean" charset="0"/>
              <a:sym typeface="Adobe Clean" charset="0"/>
            </a:endParaRPr>
          </a:p>
          <a:p>
            <a:r>
              <a:rPr lang="en-US" sz="1600" dirty="0">
                <a:solidFill>
                  <a:srgbClr val="000000"/>
                </a:solidFill>
                <a:latin typeface="Adobe Clean" charset="0"/>
                <a:cs typeface="Adobe Clean" charset="0"/>
                <a:sym typeface="Adobe Clean" charset="0"/>
              </a:rPr>
              <a:t>AEM can</a:t>
            </a:r>
            <a:r>
              <a:rPr lang="en-US" sz="1600" baseline="0" dirty="0">
                <a:solidFill>
                  <a:srgbClr val="000000"/>
                </a:solidFill>
                <a:latin typeface="Adobe Clean" charset="0"/>
                <a:cs typeface="Adobe Clean" charset="0"/>
                <a:sym typeface="Adobe Clean" charset="0"/>
              </a:rPr>
              <a:t> run standalone using an embedded servlet </a:t>
            </a:r>
            <a:r>
              <a:rPr lang="en-US" sz="1600" dirty="0">
                <a:solidFill>
                  <a:srgbClr val="000000"/>
                </a:solidFill>
                <a:latin typeface="Adobe Clean" charset="0"/>
                <a:cs typeface="Adobe Clean" charset="0"/>
                <a:sym typeface="Adobe Clean" charset="0"/>
              </a:rPr>
              <a:t>engine – therefore the only requirement to run is the Java VM. AEM can also be installed into a Java EE application server</a:t>
            </a:r>
          </a:p>
        </p:txBody>
      </p:sp>
    </p:spTree>
    <p:extLst>
      <p:ext uri="{BB962C8B-B14F-4D97-AF65-F5344CB8AC3E}">
        <p14:creationId xmlns:p14="http://schemas.microsoft.com/office/powerpoint/2010/main" val="28888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2277D-4E65-471B-8FDC-312617F5EA89}" type="slidenum">
              <a:rPr lang="en-US" smtClean="0"/>
              <a:pPr/>
              <a:t>14</a:t>
            </a:fld>
            <a:endParaRPr lang="en-US"/>
          </a:p>
        </p:txBody>
      </p:sp>
    </p:spTree>
    <p:extLst>
      <p:ext uri="{BB962C8B-B14F-4D97-AF65-F5344CB8AC3E}">
        <p14:creationId xmlns:p14="http://schemas.microsoft.com/office/powerpoint/2010/main" val="3551691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7586"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txBody>
          <a:bodyPr/>
          <a:lstStyle/>
          <a:p>
            <a:r>
              <a:rPr lang="en-US" sz="1600" dirty="0">
                <a:solidFill>
                  <a:srgbClr val="000000"/>
                </a:solidFill>
                <a:latin typeface="Adobe Clean" charset="0"/>
                <a:cs typeface="Adobe Clean" charset="0"/>
                <a:sym typeface="Adobe Clean" charset="0"/>
              </a:rPr>
              <a:t>There are a few key building blocks to an AEM deployment. The first instance type is used by content authors, editors, and approvers to create and review content. When content is approved, it is published to a second instance type from which</a:t>
            </a:r>
            <a:r>
              <a:rPr lang="en-US" sz="1600" baseline="0" dirty="0">
                <a:solidFill>
                  <a:srgbClr val="000000"/>
                </a:solidFill>
                <a:latin typeface="Adobe Clean" charset="0"/>
                <a:cs typeface="Adobe Clean" charset="0"/>
                <a:sym typeface="Adobe Clean" charset="0"/>
              </a:rPr>
              <a:t> it is accessed by end users.</a:t>
            </a:r>
          </a:p>
          <a:p>
            <a:endParaRPr lang="en-US" sz="1600" baseline="0" dirty="0">
              <a:solidFill>
                <a:srgbClr val="000000"/>
              </a:solidFill>
              <a:latin typeface="Adobe Clean" charset="0"/>
              <a:cs typeface="Adobe Clean" charset="0"/>
              <a:sym typeface="Adobe Clean" charset="0"/>
            </a:endParaRPr>
          </a:p>
          <a:p>
            <a:r>
              <a:rPr lang="en-US" sz="1600" baseline="0" dirty="0">
                <a:solidFill>
                  <a:srgbClr val="000000"/>
                </a:solidFill>
                <a:latin typeface="Adobe Clean" charset="0"/>
                <a:cs typeface="Adobe Clean" charset="0"/>
                <a:sym typeface="Adobe Clean" charset="0"/>
              </a:rPr>
              <a:t>We refer to the first instance type as an author instance and the second instance type as a publish.</a:t>
            </a:r>
          </a:p>
          <a:p>
            <a:endParaRPr lang="en-US" sz="1600" baseline="0" dirty="0">
              <a:solidFill>
                <a:srgbClr val="000000"/>
              </a:solidFill>
              <a:latin typeface="Adobe Clean" charset="0"/>
              <a:cs typeface="Adobe Clean" charset="0"/>
              <a:sym typeface="Adobe Clean" charset="0"/>
            </a:endParaRPr>
          </a:p>
          <a:p>
            <a:r>
              <a:rPr lang="en-US" sz="1600" baseline="0" dirty="0">
                <a:solidFill>
                  <a:srgbClr val="000000"/>
                </a:solidFill>
                <a:latin typeface="Adobe Clean" charset="0"/>
                <a:cs typeface="Adobe Clean" charset="0"/>
                <a:sym typeface="Adobe Clean" charset="0"/>
              </a:rPr>
              <a:t>There’s also a separate piece of infrastructure here called the Dispatcher. This is a module installed in your web servers which handles caching and URL filtering.</a:t>
            </a:r>
            <a:endParaRPr lang="en-US" sz="1600" dirty="0">
              <a:solidFill>
                <a:srgbClr val="000000"/>
              </a:solidFill>
              <a:latin typeface="Adobe Clean" charset="0"/>
              <a:cs typeface="Adobe Clean" charset="0"/>
              <a:sym typeface="Adobe Clean" charset="0"/>
            </a:endParaRPr>
          </a:p>
        </p:txBody>
      </p:sp>
    </p:spTree>
    <p:extLst>
      <p:ext uri="{BB962C8B-B14F-4D97-AF65-F5344CB8AC3E}">
        <p14:creationId xmlns:p14="http://schemas.microsoft.com/office/powerpoint/2010/main" val="189061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F2277D-4E65-471B-8FDC-312617F5EA89}" type="slidenum">
              <a:rPr lang="en-US" smtClean="0"/>
              <a:pPr/>
              <a:t>16</a:t>
            </a:fld>
            <a:endParaRPr lang="en-US"/>
          </a:p>
        </p:txBody>
      </p:sp>
    </p:spTree>
    <p:extLst>
      <p:ext uri="{BB962C8B-B14F-4D97-AF65-F5344CB8AC3E}">
        <p14:creationId xmlns:p14="http://schemas.microsoft.com/office/powerpoint/2010/main" val="714639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dispatcher is a web server module</a:t>
            </a:r>
            <a:r>
              <a:rPr lang="en-US" baseline="0" dirty="0"/>
              <a:t> for Apache, IIS, or </a:t>
            </a:r>
            <a:r>
              <a:rPr lang="en-US" baseline="0" dirty="0" err="1"/>
              <a:t>iPlanet</a:t>
            </a:r>
            <a:r>
              <a:rPr lang="en-US" baseline="0" dirty="0"/>
              <a:t> which provides caching and security services. It uses a disk based cache.</a:t>
            </a:r>
            <a:endParaRPr lang="en-US" dirty="0"/>
          </a:p>
        </p:txBody>
      </p:sp>
      <p:sp>
        <p:nvSpPr>
          <p:cNvPr id="4" name="Slide Number Placeholder 3"/>
          <p:cNvSpPr>
            <a:spLocks noGrp="1"/>
          </p:cNvSpPr>
          <p:nvPr>
            <p:ph type="sldNum" sz="quarter" idx="10"/>
          </p:nvPr>
        </p:nvSpPr>
        <p:spPr/>
        <p:txBody>
          <a:bodyPr/>
          <a:lstStyle/>
          <a:p>
            <a:fld id="{3EF2277D-4E65-471B-8FDC-312617F5EA89}" type="slidenum">
              <a:rPr lang="en-US" smtClean="0"/>
              <a:pPr/>
              <a:t>17</a:t>
            </a:fld>
            <a:endParaRPr lang="en-US"/>
          </a:p>
        </p:txBody>
      </p:sp>
    </p:spTree>
    <p:extLst>
      <p:ext uri="{BB962C8B-B14F-4D97-AF65-F5344CB8AC3E}">
        <p14:creationId xmlns:p14="http://schemas.microsoft.com/office/powerpoint/2010/main" val="857421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F2277D-4E65-471B-8FDC-312617F5EA89}" type="slidenum">
              <a:rPr lang="en-US" smtClean="0"/>
              <a:pPr/>
              <a:t>18</a:t>
            </a:fld>
            <a:endParaRPr lang="en-US"/>
          </a:p>
        </p:txBody>
      </p:sp>
    </p:spTree>
    <p:extLst>
      <p:ext uri="{BB962C8B-B14F-4D97-AF65-F5344CB8AC3E}">
        <p14:creationId xmlns:p14="http://schemas.microsoft.com/office/powerpoint/2010/main" val="2305023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F2277D-4E65-471B-8FDC-312617F5EA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4512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3" name="Picture 12" descr="A picture containing drawing&#10;&#10;Description automatically generated">
            <a:extLst>
              <a:ext uri="{FF2B5EF4-FFF2-40B4-BE49-F238E27FC236}">
                <a16:creationId xmlns:a16="http://schemas.microsoft.com/office/drawing/2014/main" id="{AB79084A-2375-446C-803B-D98146722F1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AED2DE1-CD92-D54D-95C5-5BDEECA1D19C}"/>
              </a:ext>
            </a:extLst>
          </p:cNvPr>
          <p:cNvSpPr>
            <a:spLocks noGrp="1"/>
          </p:cNvSpPr>
          <p:nvPr>
            <p:ph type="title" hasCustomPrompt="1"/>
          </p:nvPr>
        </p:nvSpPr>
        <p:spPr>
          <a:xfrm>
            <a:off x="2203299" y="2796819"/>
            <a:ext cx="5919381" cy="1213050"/>
          </a:xfrm>
        </p:spPr>
        <p:txBody>
          <a:bodyPr>
            <a:noAutofit/>
          </a:bodyPr>
          <a:lstStyle>
            <a:lvl1pPr>
              <a:defRPr sz="3600">
                <a:solidFill>
                  <a:schemeClr val="bg1"/>
                </a:solidFill>
              </a:defRPr>
            </a:lvl1pPr>
          </a:lstStyle>
          <a:p>
            <a:r>
              <a:rPr lang="en-US"/>
              <a:t>Click to edit presentation title</a:t>
            </a:r>
          </a:p>
        </p:txBody>
      </p:sp>
      <p:sp>
        <p:nvSpPr>
          <p:cNvPr id="8" name="Content Placeholder 8">
            <a:extLst>
              <a:ext uri="{FF2B5EF4-FFF2-40B4-BE49-F238E27FC236}">
                <a16:creationId xmlns:a16="http://schemas.microsoft.com/office/drawing/2014/main" id="{ED4DD803-E558-9144-8986-8DB1EE1D03F9}"/>
              </a:ext>
            </a:extLst>
          </p:cNvPr>
          <p:cNvSpPr>
            <a:spLocks noGrp="1"/>
          </p:cNvSpPr>
          <p:nvPr>
            <p:ph sz="quarter" idx="11" hasCustomPrompt="1"/>
          </p:nvPr>
        </p:nvSpPr>
        <p:spPr>
          <a:xfrm>
            <a:off x="2203299" y="4123739"/>
            <a:ext cx="5909954" cy="1078057"/>
          </a:xfrm>
          <a:prstGeom prst="rect">
            <a:avLst/>
          </a:prstGeom>
        </p:spPr>
        <p:txBody>
          <a:bodyPr anchor="t"/>
          <a:lstStyle>
            <a:lvl1pPr marL="0" indent="0" algn="l" defTabSz="914400" rtl="0" eaLnBrk="1" latinLnBrk="0" hangingPunct="1">
              <a:lnSpc>
                <a:spcPct val="100000"/>
              </a:lnSpc>
              <a:spcBef>
                <a:spcPts val="0"/>
              </a:spcBef>
              <a:spcAft>
                <a:spcPts val="1000"/>
              </a:spcAft>
              <a:buFont typeface="Arial" panose="020B0604020202020204" pitchFamily="34" charset="0"/>
              <a:buNone/>
              <a:defRPr lang="en-US" sz="2000" b="1" i="0" kern="1200" baseline="0" dirty="0">
                <a:solidFill>
                  <a:schemeClr val="bg1"/>
                </a:solidFill>
                <a:latin typeface="Adobe Clean" panose="020B0503020404020204" pitchFamily="34" charset="0"/>
                <a:ea typeface="+mn-ea"/>
                <a:cs typeface="+mn-cs"/>
              </a:defRPr>
            </a:lvl1pPr>
          </a:lstStyle>
          <a:p>
            <a:pPr lvl="0"/>
            <a:r>
              <a:rPr lang="en-US"/>
              <a:t>Click to edit presentation subtitle</a:t>
            </a:r>
          </a:p>
        </p:txBody>
      </p:sp>
      <p:pic>
        <p:nvPicPr>
          <p:cNvPr id="9" name="Picture 8">
            <a:extLst>
              <a:ext uri="{FF2B5EF4-FFF2-40B4-BE49-F238E27FC236}">
                <a16:creationId xmlns:a16="http://schemas.microsoft.com/office/drawing/2014/main" id="{D8A77721-2719-4EF5-B587-B2A75D18036C}"/>
              </a:ext>
            </a:extLst>
          </p:cNvPr>
          <p:cNvPicPr>
            <a:picLocks noChangeAspect="1"/>
          </p:cNvPicPr>
          <p:nvPr userDrawn="1"/>
        </p:nvPicPr>
        <p:blipFill>
          <a:blip r:embed="rId3">
            <a:alphaModFix/>
          </a:blip>
          <a:stretch>
            <a:fillRect/>
          </a:stretch>
        </p:blipFill>
        <p:spPr>
          <a:xfrm>
            <a:off x="872599" y="2904989"/>
            <a:ext cx="703952" cy="961495"/>
          </a:xfrm>
          <a:prstGeom prst="rect">
            <a:avLst/>
          </a:prstGeom>
        </p:spPr>
      </p:pic>
    </p:spTree>
    <p:extLst>
      <p:ext uri="{BB962C8B-B14F-4D97-AF65-F5344CB8AC3E}">
        <p14:creationId xmlns:p14="http://schemas.microsoft.com/office/powerpoint/2010/main" val="3948500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White-A]">
    <p:bg>
      <p:bgRef idx="1001">
        <a:schemeClr val="bg1"/>
      </p:bgRef>
    </p:bg>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5C69EB3E-ED19-4474-8439-F48431B6290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accent6"/>
                </a:solidFill>
                <a:latin typeface="Adobe Clean ExtraBold" panose="020B0503020404020204" pitchFamily="34" charset="0"/>
              </a:defRPr>
            </a:lvl1pPr>
          </a:lstStyle>
          <a:p>
            <a:pPr lvl="0"/>
            <a:r>
              <a:rPr lang="en-US"/>
              <a:t>Click to edit section divider title</a:t>
            </a:r>
          </a:p>
        </p:txBody>
      </p:sp>
    </p:spTree>
    <p:extLst>
      <p:ext uri="{BB962C8B-B14F-4D97-AF65-F5344CB8AC3E}">
        <p14:creationId xmlns:p14="http://schemas.microsoft.com/office/powerpoint/2010/main" val="17345819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hite-B]">
    <p:bg>
      <p:bgRef idx="1001">
        <a:schemeClr val="bg1"/>
      </p:bgRef>
    </p:bg>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DBCDD68E-6A21-4946-A44A-CB84F98FF14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accent6"/>
                </a:solidFill>
                <a:latin typeface="Adobe Clean ExtraBold" panose="020B0503020404020204" pitchFamily="34" charset="0"/>
              </a:defRPr>
            </a:lvl1pPr>
          </a:lstStyle>
          <a:p>
            <a:pPr lvl="0"/>
            <a:r>
              <a:rPr lang="en-US"/>
              <a:t>Click to edit section divider title</a:t>
            </a:r>
          </a:p>
        </p:txBody>
      </p:sp>
    </p:spTree>
    <p:extLst>
      <p:ext uri="{BB962C8B-B14F-4D97-AF65-F5344CB8AC3E}">
        <p14:creationId xmlns:p14="http://schemas.microsoft.com/office/powerpoint/2010/main" val="2415876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A]">
    <p:bg>
      <p:bgRef idx="1001">
        <a:schemeClr val="bg1"/>
      </p:bgRef>
    </p:bg>
    <p:spTree>
      <p:nvGrpSpPr>
        <p:cNvPr id="1" name=""/>
        <p:cNvGrpSpPr/>
        <p:nvPr/>
      </p:nvGrpSpPr>
      <p:grpSpPr>
        <a:xfrm>
          <a:off x="0" y="0"/>
          <a:ext cx="0" cy="0"/>
          <a:chOff x="0" y="0"/>
          <a:chExt cx="0" cy="0"/>
        </a:xfrm>
      </p:grpSpPr>
      <p:pic>
        <p:nvPicPr>
          <p:cNvPr id="3" name="Picture 2" descr="A picture containing computer&#10;&#10;Description automatically generated">
            <a:extLst>
              <a:ext uri="{FF2B5EF4-FFF2-40B4-BE49-F238E27FC236}">
                <a16:creationId xmlns:a16="http://schemas.microsoft.com/office/drawing/2014/main" id="{7AD3869F-D3E8-4162-AC9C-5E105DCDCD3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bg1"/>
                </a:solidFill>
                <a:latin typeface="Adobe Clean ExtraBold" panose="020B0503020404020204" pitchFamily="34" charset="0"/>
              </a:defRPr>
            </a:lvl1pPr>
          </a:lstStyle>
          <a:p>
            <a:pPr lvl="0"/>
            <a:r>
              <a:rPr lang="en-US"/>
              <a:t>Click to edit section divider title</a:t>
            </a:r>
          </a:p>
        </p:txBody>
      </p:sp>
    </p:spTree>
    <p:extLst>
      <p:ext uri="{BB962C8B-B14F-4D97-AF65-F5344CB8AC3E}">
        <p14:creationId xmlns:p14="http://schemas.microsoft.com/office/powerpoint/2010/main" val="17508520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ection Divider [Dark-B]">
    <p:bg>
      <p:bgRef idx="1001">
        <a:schemeClr val="bg1"/>
      </p:bgRef>
    </p:bg>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C1E84E48-4621-413D-8B33-D60987BD97E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bg1"/>
                </a:solidFill>
                <a:latin typeface="Adobe Clean ExtraBold" panose="020B0503020404020204" pitchFamily="34" charset="0"/>
              </a:defRPr>
            </a:lvl1pPr>
          </a:lstStyle>
          <a:p>
            <a:pPr lvl="0"/>
            <a:r>
              <a:rPr lang="en-US"/>
              <a:t>Click to edit section divider title</a:t>
            </a:r>
          </a:p>
        </p:txBody>
      </p:sp>
    </p:spTree>
    <p:extLst>
      <p:ext uri="{BB962C8B-B14F-4D97-AF65-F5344CB8AC3E}">
        <p14:creationId xmlns:p14="http://schemas.microsoft.com/office/powerpoint/2010/main" val="22603520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BC3851-9E66-4323-88A4-C07037AA7CB2}"/>
              </a:ext>
            </a:extLst>
          </p:cNvPr>
          <p:cNvSpPr/>
          <p:nvPr/>
        </p:nvSpPr>
        <p:spPr>
          <a:xfrm>
            <a:off x="2571850" y="2962207"/>
            <a:ext cx="2250715" cy="2978720"/>
          </a:xfrm>
          <a:prstGeom prst="rect">
            <a:avLst/>
          </a:prstGeom>
          <a:solidFill>
            <a:srgbClr val="F70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srgbClr val="2C2C2C"/>
              </a:solidFill>
              <a:effectLst/>
              <a:uLnTx/>
              <a:uFillTx/>
              <a:latin typeface="Adobe Clean"/>
              <a:ea typeface="+mn-ea"/>
              <a:cs typeface="+mn-cs"/>
            </a:endParaRPr>
          </a:p>
        </p:txBody>
      </p:sp>
      <p:sp>
        <p:nvSpPr>
          <p:cNvPr id="9" name="Rectangle 8">
            <a:extLst>
              <a:ext uri="{FF2B5EF4-FFF2-40B4-BE49-F238E27FC236}">
                <a16:creationId xmlns:a16="http://schemas.microsoft.com/office/drawing/2014/main" id="{73AAFE6D-6FE2-44C0-85AE-F4200A878A6F}"/>
              </a:ext>
            </a:extLst>
          </p:cNvPr>
          <p:cNvSpPr/>
          <p:nvPr/>
        </p:nvSpPr>
        <p:spPr>
          <a:xfrm>
            <a:off x="273182" y="2962207"/>
            <a:ext cx="2250715" cy="29787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C2C2C"/>
              </a:solidFill>
              <a:latin typeface="Adobe Clean SemiLight" panose="020B0403020404020204" pitchFamily="34" charset="0"/>
            </a:endParaRPr>
          </a:p>
        </p:txBody>
      </p:sp>
      <p:sp>
        <p:nvSpPr>
          <p:cNvPr id="10" name="Rectangle 9">
            <a:extLst>
              <a:ext uri="{FF2B5EF4-FFF2-40B4-BE49-F238E27FC236}">
                <a16:creationId xmlns:a16="http://schemas.microsoft.com/office/drawing/2014/main" id="{B1735B79-DD65-4814-B752-4856031C3ED2}"/>
              </a:ext>
            </a:extLst>
          </p:cNvPr>
          <p:cNvSpPr/>
          <p:nvPr/>
        </p:nvSpPr>
        <p:spPr>
          <a:xfrm>
            <a:off x="4898654" y="2962207"/>
            <a:ext cx="2250715" cy="29787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C2C2C"/>
              </a:solidFill>
              <a:latin typeface="Adobe Clean SemiLight" panose="020B0403020404020204" pitchFamily="34" charset="0"/>
            </a:endParaRPr>
          </a:p>
        </p:txBody>
      </p:sp>
      <p:sp>
        <p:nvSpPr>
          <p:cNvPr id="11" name="Rectangle 10">
            <a:extLst>
              <a:ext uri="{FF2B5EF4-FFF2-40B4-BE49-F238E27FC236}">
                <a16:creationId xmlns:a16="http://schemas.microsoft.com/office/drawing/2014/main" id="{F8C9583D-3274-4F7B-BF4B-2E374D898AC5}"/>
              </a:ext>
            </a:extLst>
          </p:cNvPr>
          <p:cNvSpPr/>
          <p:nvPr/>
        </p:nvSpPr>
        <p:spPr>
          <a:xfrm>
            <a:off x="7197323" y="2962207"/>
            <a:ext cx="2250715" cy="29787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C2C2C"/>
              </a:solidFill>
              <a:latin typeface="Adobe Clean SemiLight" panose="020B0403020404020204" pitchFamily="34" charset="0"/>
            </a:endParaRPr>
          </a:p>
        </p:txBody>
      </p:sp>
      <p:sp>
        <p:nvSpPr>
          <p:cNvPr id="12" name="Rectangle 11">
            <a:extLst>
              <a:ext uri="{FF2B5EF4-FFF2-40B4-BE49-F238E27FC236}">
                <a16:creationId xmlns:a16="http://schemas.microsoft.com/office/drawing/2014/main" id="{DC59342C-191A-4944-A25B-332C4163103E}"/>
              </a:ext>
            </a:extLst>
          </p:cNvPr>
          <p:cNvSpPr/>
          <p:nvPr/>
        </p:nvSpPr>
        <p:spPr>
          <a:xfrm>
            <a:off x="9514357" y="2962207"/>
            <a:ext cx="2250715" cy="29787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C2C2C"/>
              </a:solidFill>
              <a:latin typeface="Adobe Clean SemiLight" panose="020B0403020404020204" pitchFamily="34" charset="0"/>
            </a:endParaRPr>
          </a:p>
        </p:txBody>
      </p:sp>
      <p:grpSp>
        <p:nvGrpSpPr>
          <p:cNvPr id="13" name="Group 12">
            <a:extLst>
              <a:ext uri="{FF2B5EF4-FFF2-40B4-BE49-F238E27FC236}">
                <a16:creationId xmlns:a16="http://schemas.microsoft.com/office/drawing/2014/main" id="{43D99DD4-850C-4278-95D9-5D34A025656D}"/>
              </a:ext>
            </a:extLst>
          </p:cNvPr>
          <p:cNvGrpSpPr/>
          <p:nvPr userDrawn="1"/>
        </p:nvGrpSpPr>
        <p:grpSpPr>
          <a:xfrm>
            <a:off x="1033470" y="964984"/>
            <a:ext cx="730138" cy="730138"/>
            <a:chOff x="10049252" y="1400526"/>
            <a:chExt cx="1477582" cy="1477582"/>
          </a:xfrm>
        </p:grpSpPr>
        <p:grpSp>
          <p:nvGrpSpPr>
            <p:cNvPr id="14" name="Group 13">
              <a:extLst>
                <a:ext uri="{FF2B5EF4-FFF2-40B4-BE49-F238E27FC236}">
                  <a16:creationId xmlns:a16="http://schemas.microsoft.com/office/drawing/2014/main" id="{B398B51E-22E1-4969-BDCC-DFF91B48CFAA}"/>
                </a:ext>
              </a:extLst>
            </p:cNvPr>
            <p:cNvGrpSpPr/>
            <p:nvPr/>
          </p:nvGrpSpPr>
          <p:grpSpPr>
            <a:xfrm>
              <a:off x="10049252" y="1400526"/>
              <a:ext cx="1477582" cy="1477582"/>
              <a:chOff x="5378677" y="2730500"/>
              <a:chExt cx="2095500" cy="2095500"/>
            </a:xfrm>
          </p:grpSpPr>
          <p:sp>
            <p:nvSpPr>
              <p:cNvPr id="17" name="Oval 16">
                <a:extLst>
                  <a:ext uri="{FF2B5EF4-FFF2-40B4-BE49-F238E27FC236}">
                    <a16:creationId xmlns:a16="http://schemas.microsoft.com/office/drawing/2014/main" id="{5AC244B3-D740-483B-B567-370DDA070C1F}"/>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18" name="Oval 17">
                <a:extLst>
                  <a:ext uri="{FF2B5EF4-FFF2-40B4-BE49-F238E27FC236}">
                    <a16:creationId xmlns:a16="http://schemas.microsoft.com/office/drawing/2014/main" id="{2DC4BF82-8E75-438A-8E23-13457587D6F1}"/>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15" name="Oval 14">
              <a:extLst>
                <a:ext uri="{FF2B5EF4-FFF2-40B4-BE49-F238E27FC236}">
                  <a16:creationId xmlns:a16="http://schemas.microsoft.com/office/drawing/2014/main" id="{8B597781-281C-4586-9FDC-1C9857F50CE5}"/>
                </a:ext>
              </a:extLst>
            </p:cNvPr>
            <p:cNvSpPr/>
            <p:nvPr/>
          </p:nvSpPr>
          <p:spPr>
            <a:xfrm>
              <a:off x="10144971" y="1506396"/>
              <a:ext cx="1265841" cy="1265841"/>
            </a:xfrm>
            <a:prstGeom prst="ellipse">
              <a:avLst/>
            </a:prstGeom>
            <a:solidFill>
              <a:srgbClr val="6B737B"/>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nvGrpSpPr>
          <p:cNvPr id="19" name="Group 18">
            <a:extLst>
              <a:ext uri="{FF2B5EF4-FFF2-40B4-BE49-F238E27FC236}">
                <a16:creationId xmlns:a16="http://schemas.microsoft.com/office/drawing/2014/main" id="{190A4BDE-5EB4-4F15-B4BB-D11AB964AC0C}"/>
              </a:ext>
            </a:extLst>
          </p:cNvPr>
          <p:cNvGrpSpPr/>
          <p:nvPr userDrawn="1"/>
        </p:nvGrpSpPr>
        <p:grpSpPr>
          <a:xfrm>
            <a:off x="3332138" y="964984"/>
            <a:ext cx="730138" cy="730138"/>
            <a:chOff x="10049252" y="1400526"/>
            <a:chExt cx="1477582" cy="1477582"/>
          </a:xfrm>
        </p:grpSpPr>
        <p:grpSp>
          <p:nvGrpSpPr>
            <p:cNvPr id="20" name="Group 19">
              <a:extLst>
                <a:ext uri="{FF2B5EF4-FFF2-40B4-BE49-F238E27FC236}">
                  <a16:creationId xmlns:a16="http://schemas.microsoft.com/office/drawing/2014/main" id="{A144D051-346B-4409-94BF-585EE2AE39E7}"/>
                </a:ext>
              </a:extLst>
            </p:cNvPr>
            <p:cNvGrpSpPr/>
            <p:nvPr/>
          </p:nvGrpSpPr>
          <p:grpSpPr>
            <a:xfrm>
              <a:off x="10049252" y="1400526"/>
              <a:ext cx="1477582" cy="1477582"/>
              <a:chOff x="5378677" y="2730500"/>
              <a:chExt cx="2095500" cy="2095500"/>
            </a:xfrm>
          </p:grpSpPr>
          <p:sp>
            <p:nvSpPr>
              <p:cNvPr id="22" name="Oval 21">
                <a:extLst>
                  <a:ext uri="{FF2B5EF4-FFF2-40B4-BE49-F238E27FC236}">
                    <a16:creationId xmlns:a16="http://schemas.microsoft.com/office/drawing/2014/main" id="{F13DBBAB-5658-4D2D-85D6-BE1C0684C49C}"/>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23" name="Oval 22">
                <a:extLst>
                  <a:ext uri="{FF2B5EF4-FFF2-40B4-BE49-F238E27FC236}">
                    <a16:creationId xmlns:a16="http://schemas.microsoft.com/office/drawing/2014/main" id="{4CF4DCE0-24DD-4840-9FDA-7F650A485ECD}"/>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21" name="Oval 20">
              <a:extLst>
                <a:ext uri="{FF2B5EF4-FFF2-40B4-BE49-F238E27FC236}">
                  <a16:creationId xmlns:a16="http://schemas.microsoft.com/office/drawing/2014/main" id="{6EA9FF5C-8B68-42B4-B27E-DD1EBAF72975}"/>
                </a:ext>
              </a:extLst>
            </p:cNvPr>
            <p:cNvSpPr/>
            <p:nvPr/>
          </p:nvSpPr>
          <p:spPr>
            <a:xfrm>
              <a:off x="10144971" y="1506396"/>
              <a:ext cx="1265841" cy="1265841"/>
            </a:xfrm>
            <a:prstGeom prst="ellipse">
              <a:avLst/>
            </a:prstGeom>
            <a:solidFill>
              <a:srgbClr val="262626"/>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nvGrpSpPr>
          <p:cNvPr id="24" name="Group 23">
            <a:extLst>
              <a:ext uri="{FF2B5EF4-FFF2-40B4-BE49-F238E27FC236}">
                <a16:creationId xmlns:a16="http://schemas.microsoft.com/office/drawing/2014/main" id="{93B3F686-B8FB-41FB-874A-28CB9EE8D389}"/>
              </a:ext>
            </a:extLst>
          </p:cNvPr>
          <p:cNvGrpSpPr/>
          <p:nvPr userDrawn="1"/>
        </p:nvGrpSpPr>
        <p:grpSpPr>
          <a:xfrm>
            <a:off x="5658942" y="964984"/>
            <a:ext cx="730138" cy="730138"/>
            <a:chOff x="10049252" y="1400526"/>
            <a:chExt cx="1477582" cy="1477582"/>
          </a:xfrm>
        </p:grpSpPr>
        <p:grpSp>
          <p:nvGrpSpPr>
            <p:cNvPr id="25" name="Group 24">
              <a:extLst>
                <a:ext uri="{FF2B5EF4-FFF2-40B4-BE49-F238E27FC236}">
                  <a16:creationId xmlns:a16="http://schemas.microsoft.com/office/drawing/2014/main" id="{5D99313B-7A20-42CB-899D-62649D8A0C1F}"/>
                </a:ext>
              </a:extLst>
            </p:cNvPr>
            <p:cNvGrpSpPr/>
            <p:nvPr/>
          </p:nvGrpSpPr>
          <p:grpSpPr>
            <a:xfrm>
              <a:off x="10049252" y="1400526"/>
              <a:ext cx="1477582" cy="1477582"/>
              <a:chOff x="5378677" y="2730500"/>
              <a:chExt cx="2095500" cy="2095500"/>
            </a:xfrm>
          </p:grpSpPr>
          <p:sp>
            <p:nvSpPr>
              <p:cNvPr id="27" name="Oval 26">
                <a:extLst>
                  <a:ext uri="{FF2B5EF4-FFF2-40B4-BE49-F238E27FC236}">
                    <a16:creationId xmlns:a16="http://schemas.microsoft.com/office/drawing/2014/main" id="{35DCDDE2-0846-4976-862F-DA3EA5945313}"/>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28" name="Oval 27">
                <a:extLst>
                  <a:ext uri="{FF2B5EF4-FFF2-40B4-BE49-F238E27FC236}">
                    <a16:creationId xmlns:a16="http://schemas.microsoft.com/office/drawing/2014/main" id="{CCCA6B7D-C2AD-48FE-90BA-CAC0EA6F3560}"/>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26" name="Oval 25">
              <a:extLst>
                <a:ext uri="{FF2B5EF4-FFF2-40B4-BE49-F238E27FC236}">
                  <a16:creationId xmlns:a16="http://schemas.microsoft.com/office/drawing/2014/main" id="{27672252-9E3B-4C4F-8AA6-B06F695A2557}"/>
                </a:ext>
              </a:extLst>
            </p:cNvPr>
            <p:cNvSpPr/>
            <p:nvPr/>
          </p:nvSpPr>
          <p:spPr>
            <a:xfrm>
              <a:off x="10144971" y="1506396"/>
              <a:ext cx="1265841" cy="1265841"/>
            </a:xfrm>
            <a:prstGeom prst="ellipse">
              <a:avLst/>
            </a:prstGeom>
            <a:solidFill>
              <a:srgbClr val="6B737B"/>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nvGrpSpPr>
          <p:cNvPr id="29" name="Group 28">
            <a:extLst>
              <a:ext uri="{FF2B5EF4-FFF2-40B4-BE49-F238E27FC236}">
                <a16:creationId xmlns:a16="http://schemas.microsoft.com/office/drawing/2014/main" id="{ADEA34ED-5C02-485D-BFB8-33D93B24D335}"/>
              </a:ext>
            </a:extLst>
          </p:cNvPr>
          <p:cNvGrpSpPr/>
          <p:nvPr userDrawn="1"/>
        </p:nvGrpSpPr>
        <p:grpSpPr>
          <a:xfrm>
            <a:off x="7957611" y="964984"/>
            <a:ext cx="730138" cy="730138"/>
            <a:chOff x="10049252" y="1400526"/>
            <a:chExt cx="1477582" cy="1477582"/>
          </a:xfrm>
        </p:grpSpPr>
        <p:grpSp>
          <p:nvGrpSpPr>
            <p:cNvPr id="30" name="Group 29">
              <a:extLst>
                <a:ext uri="{FF2B5EF4-FFF2-40B4-BE49-F238E27FC236}">
                  <a16:creationId xmlns:a16="http://schemas.microsoft.com/office/drawing/2014/main" id="{5C88982E-C359-45F9-9B11-902AB140D15C}"/>
                </a:ext>
              </a:extLst>
            </p:cNvPr>
            <p:cNvGrpSpPr/>
            <p:nvPr/>
          </p:nvGrpSpPr>
          <p:grpSpPr>
            <a:xfrm>
              <a:off x="10049252" y="1400526"/>
              <a:ext cx="1477582" cy="1477582"/>
              <a:chOff x="5378677" y="2730500"/>
              <a:chExt cx="2095500" cy="2095500"/>
            </a:xfrm>
          </p:grpSpPr>
          <p:sp>
            <p:nvSpPr>
              <p:cNvPr id="32" name="Oval 31">
                <a:extLst>
                  <a:ext uri="{FF2B5EF4-FFF2-40B4-BE49-F238E27FC236}">
                    <a16:creationId xmlns:a16="http://schemas.microsoft.com/office/drawing/2014/main" id="{B60C8059-4110-44C1-A114-7C69424182DE}"/>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33" name="Oval 32">
                <a:extLst>
                  <a:ext uri="{FF2B5EF4-FFF2-40B4-BE49-F238E27FC236}">
                    <a16:creationId xmlns:a16="http://schemas.microsoft.com/office/drawing/2014/main" id="{7EE1F0EC-1184-45A7-AB70-8D98B9ADED9D}"/>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31" name="Oval 30">
              <a:extLst>
                <a:ext uri="{FF2B5EF4-FFF2-40B4-BE49-F238E27FC236}">
                  <a16:creationId xmlns:a16="http://schemas.microsoft.com/office/drawing/2014/main" id="{B42FB01E-778E-4CE1-948E-23D0F28DECDE}"/>
                </a:ext>
              </a:extLst>
            </p:cNvPr>
            <p:cNvSpPr/>
            <p:nvPr/>
          </p:nvSpPr>
          <p:spPr>
            <a:xfrm>
              <a:off x="10144971" y="1506396"/>
              <a:ext cx="1265841" cy="1265841"/>
            </a:xfrm>
            <a:prstGeom prst="ellipse">
              <a:avLst/>
            </a:prstGeom>
            <a:solidFill>
              <a:srgbClr val="252525"/>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nvGrpSpPr>
          <p:cNvPr id="34" name="Group 33">
            <a:extLst>
              <a:ext uri="{FF2B5EF4-FFF2-40B4-BE49-F238E27FC236}">
                <a16:creationId xmlns:a16="http://schemas.microsoft.com/office/drawing/2014/main" id="{808E7DD2-69DF-435E-8623-3492B1C73C4F}"/>
              </a:ext>
            </a:extLst>
          </p:cNvPr>
          <p:cNvGrpSpPr/>
          <p:nvPr userDrawn="1"/>
        </p:nvGrpSpPr>
        <p:grpSpPr>
          <a:xfrm>
            <a:off x="10274645" y="964984"/>
            <a:ext cx="730138" cy="730138"/>
            <a:chOff x="10049252" y="1400526"/>
            <a:chExt cx="1477582" cy="1477582"/>
          </a:xfrm>
        </p:grpSpPr>
        <p:grpSp>
          <p:nvGrpSpPr>
            <p:cNvPr id="35" name="Group 34">
              <a:extLst>
                <a:ext uri="{FF2B5EF4-FFF2-40B4-BE49-F238E27FC236}">
                  <a16:creationId xmlns:a16="http://schemas.microsoft.com/office/drawing/2014/main" id="{A7DB0C0D-D08F-4761-8771-96AE307DB4F2}"/>
                </a:ext>
              </a:extLst>
            </p:cNvPr>
            <p:cNvGrpSpPr/>
            <p:nvPr/>
          </p:nvGrpSpPr>
          <p:grpSpPr>
            <a:xfrm>
              <a:off x="10049252" y="1400526"/>
              <a:ext cx="1477582" cy="1477582"/>
              <a:chOff x="5378677" y="2730500"/>
              <a:chExt cx="2095500" cy="2095500"/>
            </a:xfrm>
          </p:grpSpPr>
          <p:sp>
            <p:nvSpPr>
              <p:cNvPr id="37" name="Oval 36">
                <a:extLst>
                  <a:ext uri="{FF2B5EF4-FFF2-40B4-BE49-F238E27FC236}">
                    <a16:creationId xmlns:a16="http://schemas.microsoft.com/office/drawing/2014/main" id="{F9259E31-5D67-4771-8714-3460E1E5D40C}"/>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38" name="Oval 37">
                <a:extLst>
                  <a:ext uri="{FF2B5EF4-FFF2-40B4-BE49-F238E27FC236}">
                    <a16:creationId xmlns:a16="http://schemas.microsoft.com/office/drawing/2014/main" id="{346480F7-1FF7-4893-91F9-31FA7D327F63}"/>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36" name="Oval 35">
              <a:extLst>
                <a:ext uri="{FF2B5EF4-FFF2-40B4-BE49-F238E27FC236}">
                  <a16:creationId xmlns:a16="http://schemas.microsoft.com/office/drawing/2014/main" id="{5A23225A-28C8-4992-A3AA-7591CEBF8BB0}"/>
                </a:ext>
              </a:extLst>
            </p:cNvPr>
            <p:cNvSpPr/>
            <p:nvPr/>
          </p:nvSpPr>
          <p:spPr>
            <a:xfrm>
              <a:off x="10144971" y="1506396"/>
              <a:ext cx="1265841" cy="1265841"/>
            </a:xfrm>
            <a:prstGeom prst="ellipse">
              <a:avLst/>
            </a:prstGeom>
            <a:solidFill>
              <a:srgbClr val="6B737B"/>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sp>
        <p:nvSpPr>
          <p:cNvPr id="2" name="Title 1">
            <a:extLst>
              <a:ext uri="{FF2B5EF4-FFF2-40B4-BE49-F238E27FC236}">
                <a16:creationId xmlns:a16="http://schemas.microsoft.com/office/drawing/2014/main" id="{D1D86A6C-8376-1E41-BD5C-E20A76288A7C}"/>
              </a:ext>
            </a:extLst>
          </p:cNvPr>
          <p:cNvSpPr>
            <a:spLocks noGrp="1"/>
          </p:cNvSpPr>
          <p:nvPr userDrawn="1">
            <p:ph type="title"/>
          </p:nvPr>
        </p:nvSpPr>
        <p:spPr>
          <a:xfrm>
            <a:off x="310896" y="312661"/>
            <a:ext cx="11494008" cy="646189"/>
          </a:xfr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userDrawn="1">
            <p:ph type="dt" sz="half" idx="10"/>
          </p:nvPr>
        </p:nvSpPr>
        <p:spPr>
          <a:xfrm>
            <a:off x="11559241" y="6921699"/>
            <a:ext cx="632759" cy="267660"/>
          </a:xfrm>
        </p:spPr>
        <p:txBody>
          <a:bodyPr/>
          <a:lstStyle/>
          <a:p>
            <a:fld id="{8CB0EC54-4295-4C49-9904-62E624678780}"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userDrawn="1">
            <p:ph type="ftr" sz="quarter" idx="11"/>
          </p:nvPr>
        </p:nvSpPr>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userDrawn="1">
            <p:ph type="sldNum" sz="quarter" idx="12"/>
          </p:nvPr>
        </p:nvSpPr>
        <p:spPr/>
        <p:txBody>
          <a:bodyPr/>
          <a:lstStyle/>
          <a:p>
            <a:fld id="{2D54ABF7-EC33-204F-A680-BCCE3CA2411A}" type="slidenum">
              <a:rPr lang="en-US" smtClean="0"/>
              <a:pPr/>
              <a:t>‹#›</a:t>
            </a:fld>
            <a:endParaRPr lang="en-US"/>
          </a:p>
        </p:txBody>
      </p:sp>
      <p:sp>
        <p:nvSpPr>
          <p:cNvPr id="16" name="Content Placeholder 15">
            <a:extLst>
              <a:ext uri="{FF2B5EF4-FFF2-40B4-BE49-F238E27FC236}">
                <a16:creationId xmlns:a16="http://schemas.microsoft.com/office/drawing/2014/main" id="{4EE18BCB-5B0C-CC43-82F4-E212011C84B9}"/>
              </a:ext>
            </a:extLst>
          </p:cNvPr>
          <p:cNvSpPr>
            <a:spLocks noGrp="1"/>
          </p:cNvSpPr>
          <p:nvPr userDrawn="1">
            <p:ph sz="quarter" idx="13"/>
          </p:nvPr>
        </p:nvSpPr>
        <p:spPr>
          <a:xfrm>
            <a:off x="330665" y="1698374"/>
            <a:ext cx="2135748" cy="732055"/>
          </a:xfrm>
        </p:spPr>
        <p:txBody>
          <a:bodyPr lIns="45720" rIns="45720" anchor="t">
            <a:noAutofit/>
          </a:bodyPr>
          <a:lstStyle>
            <a:lvl1pPr marL="233363" indent="-233363" algn="ctr">
              <a:lnSpc>
                <a:spcPct val="100000"/>
              </a:lnSpc>
              <a:buFont typeface="Arial" panose="020B0604020202020204" pitchFamily="34" charset="0"/>
              <a:buNone/>
              <a:defRPr sz="1600">
                <a:latin typeface="Adobe Clean ExtraBold" panose="020B0903020404020204" pitchFamily="34" charset="0"/>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p:txBody>
      </p:sp>
      <p:sp>
        <p:nvSpPr>
          <p:cNvPr id="39" name="Content Placeholder 15">
            <a:extLst>
              <a:ext uri="{FF2B5EF4-FFF2-40B4-BE49-F238E27FC236}">
                <a16:creationId xmlns:a16="http://schemas.microsoft.com/office/drawing/2014/main" id="{49B5E139-1A99-4542-8F5D-4FB791113C96}"/>
              </a:ext>
            </a:extLst>
          </p:cNvPr>
          <p:cNvSpPr>
            <a:spLocks noGrp="1"/>
          </p:cNvSpPr>
          <p:nvPr>
            <p:ph sz="quarter" idx="14" hasCustomPrompt="1"/>
          </p:nvPr>
        </p:nvSpPr>
        <p:spPr>
          <a:xfrm>
            <a:off x="330665" y="3086749"/>
            <a:ext cx="2135748" cy="2072877"/>
          </a:xfrm>
        </p:spPr>
        <p:txBody>
          <a:bodyPr lIns="45720" rIns="45720" anchor="t">
            <a:noAutofit/>
          </a:bodyPr>
          <a:lstStyle>
            <a:lvl1pPr marL="233363" indent="-233363" algn="l">
              <a:lnSpc>
                <a:spcPct val="100000"/>
              </a:lnSpc>
              <a:buFont typeface="Arial" panose="020B0604020202020204" pitchFamily="34" charset="0"/>
              <a:buChar char="•"/>
              <a:defRPr lang="en-US" sz="1400" kern="1200" dirty="0">
                <a:solidFill>
                  <a:srgbClr val="2C2C2C"/>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marL="285750" indent="-285750" defTabSz="1088291">
              <a:buFont typeface="Arial" panose="020B0604020202020204" pitchFamily="34" charset="0"/>
              <a:buChar char="•"/>
              <a:defRPr/>
            </a:pPr>
            <a:r>
              <a:rPr lang="en-US" b="0" i="0">
                <a:solidFill>
                  <a:srgbClr val="000000"/>
                </a:solidFill>
                <a:effectLst/>
                <a:latin typeface="Open Sans"/>
              </a:rPr>
              <a:t>simply dummy text of the printing and typesetting industry</a:t>
            </a:r>
            <a:endParaRPr lang="en-US" sz="1400">
              <a:solidFill>
                <a:srgbClr val="2C2C2C"/>
              </a:solidFill>
              <a:latin typeface="Adobe Clean SemiLight" panose="020B0403020404020204" pitchFamily="34" charset="0"/>
            </a:endParaRPr>
          </a:p>
          <a:p>
            <a:pPr marL="285750" indent="-285750" defTabSz="1088291">
              <a:buFont typeface="Arial" panose="020B0604020202020204" pitchFamily="34" charset="0"/>
              <a:buChar char="•"/>
              <a:defRPr/>
            </a:pPr>
            <a:r>
              <a:rPr lang="en-US" sz="1400">
                <a:solidFill>
                  <a:srgbClr val="2C2C2C"/>
                </a:solidFill>
                <a:latin typeface="Adobe Clean SemiLight" panose="020B0403020404020204" pitchFamily="34" charset="0"/>
              </a:rPr>
              <a:t>Share Adobe’s point-of-view on industry &amp; top value drivers</a:t>
            </a:r>
          </a:p>
        </p:txBody>
      </p:sp>
      <p:sp>
        <p:nvSpPr>
          <p:cNvPr id="43" name="Content Placeholder 15">
            <a:extLst>
              <a:ext uri="{FF2B5EF4-FFF2-40B4-BE49-F238E27FC236}">
                <a16:creationId xmlns:a16="http://schemas.microsoft.com/office/drawing/2014/main" id="{A32EFA81-B953-428F-8659-A66BF96B7BCC}"/>
              </a:ext>
            </a:extLst>
          </p:cNvPr>
          <p:cNvSpPr>
            <a:spLocks noGrp="1"/>
          </p:cNvSpPr>
          <p:nvPr>
            <p:ph sz="quarter" idx="15"/>
          </p:nvPr>
        </p:nvSpPr>
        <p:spPr>
          <a:xfrm>
            <a:off x="2629333" y="1698374"/>
            <a:ext cx="2135748" cy="732055"/>
          </a:xfrm>
        </p:spPr>
        <p:txBody>
          <a:bodyPr lIns="45720" rIns="45720" anchor="t">
            <a:noAutofit/>
          </a:bodyPr>
          <a:lstStyle>
            <a:lvl1pPr marL="233363" indent="-233363" algn="ctr">
              <a:lnSpc>
                <a:spcPct val="100000"/>
              </a:lnSpc>
              <a:buFont typeface="Arial" panose="020B0604020202020204" pitchFamily="34" charset="0"/>
              <a:buNone/>
              <a:defRPr sz="1600">
                <a:latin typeface="Adobe Clean ExtraBold" panose="020B0903020404020204" pitchFamily="34" charset="0"/>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p:txBody>
      </p:sp>
      <p:sp>
        <p:nvSpPr>
          <p:cNvPr id="44" name="Content Placeholder 15">
            <a:extLst>
              <a:ext uri="{FF2B5EF4-FFF2-40B4-BE49-F238E27FC236}">
                <a16:creationId xmlns:a16="http://schemas.microsoft.com/office/drawing/2014/main" id="{ACA5CAE2-4AD5-4B94-B41D-3571AFA5D2FD}"/>
              </a:ext>
            </a:extLst>
          </p:cNvPr>
          <p:cNvSpPr>
            <a:spLocks noGrp="1"/>
          </p:cNvSpPr>
          <p:nvPr>
            <p:ph sz="quarter" idx="16" hasCustomPrompt="1"/>
          </p:nvPr>
        </p:nvSpPr>
        <p:spPr>
          <a:xfrm>
            <a:off x="2629333" y="3086749"/>
            <a:ext cx="2135748" cy="2072877"/>
          </a:xfrm>
        </p:spPr>
        <p:txBody>
          <a:bodyPr lIns="45720" rIns="45720" anchor="t">
            <a:noAutofit/>
          </a:bodyPr>
          <a:lstStyle>
            <a:lvl1pPr marL="233363" indent="-233363" algn="l">
              <a:lnSpc>
                <a:spcPct val="100000"/>
              </a:lnSpc>
              <a:buFont typeface="Arial" panose="020B0604020202020204" pitchFamily="34" charset="0"/>
              <a:buChar char="•"/>
              <a:defRPr lang="en-US" sz="1400" kern="1200" dirty="0">
                <a:solidFill>
                  <a:schemeClr val="bg1"/>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marL="285750" indent="-285750" defTabSz="1088291">
              <a:buFont typeface="Arial" panose="020B0604020202020204" pitchFamily="34" charset="0"/>
              <a:buChar char="•"/>
              <a:defRPr/>
            </a:pPr>
            <a:r>
              <a:rPr lang="en-US" b="0" i="0">
                <a:solidFill>
                  <a:srgbClr val="000000"/>
                </a:solidFill>
                <a:effectLst/>
                <a:latin typeface="Open Sans"/>
              </a:rPr>
              <a:t>simply dummy text of the printing and typesetting industry</a:t>
            </a:r>
            <a:endParaRPr lang="en-US" sz="1400">
              <a:solidFill>
                <a:srgbClr val="2C2C2C"/>
              </a:solidFill>
              <a:latin typeface="Adobe Clean SemiLight" panose="020B0403020404020204" pitchFamily="34" charset="0"/>
            </a:endParaRPr>
          </a:p>
          <a:p>
            <a:pPr marL="285750" indent="-285750" defTabSz="1088291">
              <a:buFont typeface="Arial" panose="020B0604020202020204" pitchFamily="34" charset="0"/>
              <a:buChar char="•"/>
              <a:defRPr/>
            </a:pPr>
            <a:r>
              <a:rPr lang="en-US" sz="1400">
                <a:solidFill>
                  <a:srgbClr val="2C2C2C"/>
                </a:solidFill>
                <a:latin typeface="Adobe Clean SemiLight" panose="020B0403020404020204" pitchFamily="34" charset="0"/>
              </a:rPr>
              <a:t>Share Adobe’s point-of-view on industry &amp; top value drivers</a:t>
            </a:r>
          </a:p>
        </p:txBody>
      </p:sp>
      <p:sp>
        <p:nvSpPr>
          <p:cNvPr id="45" name="Content Placeholder 15">
            <a:extLst>
              <a:ext uri="{FF2B5EF4-FFF2-40B4-BE49-F238E27FC236}">
                <a16:creationId xmlns:a16="http://schemas.microsoft.com/office/drawing/2014/main" id="{DA5A36DA-4999-4ECD-98C8-F5318F2C9ABA}"/>
              </a:ext>
            </a:extLst>
          </p:cNvPr>
          <p:cNvSpPr>
            <a:spLocks noGrp="1"/>
          </p:cNvSpPr>
          <p:nvPr>
            <p:ph sz="quarter" idx="17"/>
          </p:nvPr>
        </p:nvSpPr>
        <p:spPr>
          <a:xfrm>
            <a:off x="4956137" y="1698374"/>
            <a:ext cx="2135748" cy="732055"/>
          </a:xfrm>
        </p:spPr>
        <p:txBody>
          <a:bodyPr lIns="45720" rIns="45720" anchor="t">
            <a:noAutofit/>
          </a:bodyPr>
          <a:lstStyle>
            <a:lvl1pPr marL="233363" indent="-233363" algn="ctr">
              <a:lnSpc>
                <a:spcPct val="100000"/>
              </a:lnSpc>
              <a:buFont typeface="Arial" panose="020B0604020202020204" pitchFamily="34" charset="0"/>
              <a:buNone/>
              <a:defRPr sz="1600">
                <a:latin typeface="Adobe Clean ExtraBold" panose="020B0903020404020204" pitchFamily="34" charset="0"/>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p:txBody>
      </p:sp>
      <p:sp>
        <p:nvSpPr>
          <p:cNvPr id="46" name="Content Placeholder 15">
            <a:extLst>
              <a:ext uri="{FF2B5EF4-FFF2-40B4-BE49-F238E27FC236}">
                <a16:creationId xmlns:a16="http://schemas.microsoft.com/office/drawing/2014/main" id="{956DD32E-2C3E-4D7E-AF20-EA9292103F56}"/>
              </a:ext>
            </a:extLst>
          </p:cNvPr>
          <p:cNvSpPr>
            <a:spLocks noGrp="1"/>
          </p:cNvSpPr>
          <p:nvPr>
            <p:ph sz="quarter" idx="18" hasCustomPrompt="1"/>
          </p:nvPr>
        </p:nvSpPr>
        <p:spPr>
          <a:xfrm>
            <a:off x="4956137" y="3086749"/>
            <a:ext cx="2135748" cy="2072877"/>
          </a:xfrm>
        </p:spPr>
        <p:txBody>
          <a:bodyPr lIns="45720" rIns="45720" anchor="t">
            <a:noAutofit/>
          </a:bodyPr>
          <a:lstStyle>
            <a:lvl1pPr marL="233363" indent="-233363" algn="l">
              <a:lnSpc>
                <a:spcPct val="100000"/>
              </a:lnSpc>
              <a:buFont typeface="Arial" panose="020B0604020202020204" pitchFamily="34" charset="0"/>
              <a:buChar char="•"/>
              <a:defRPr lang="en-US" sz="1400" kern="1200" dirty="0">
                <a:solidFill>
                  <a:srgbClr val="2C2C2C"/>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marL="285750" indent="-285750" defTabSz="1088291">
              <a:buFont typeface="Arial" panose="020B0604020202020204" pitchFamily="34" charset="0"/>
              <a:buChar char="•"/>
              <a:defRPr/>
            </a:pPr>
            <a:r>
              <a:rPr lang="en-US" b="0" i="0">
                <a:solidFill>
                  <a:srgbClr val="000000"/>
                </a:solidFill>
                <a:effectLst/>
                <a:latin typeface="Open Sans"/>
              </a:rPr>
              <a:t>simply dummy text of the printing and typesetting industry</a:t>
            </a:r>
            <a:endParaRPr lang="en-US" sz="1400">
              <a:solidFill>
                <a:srgbClr val="2C2C2C"/>
              </a:solidFill>
              <a:latin typeface="Adobe Clean SemiLight" panose="020B0403020404020204" pitchFamily="34" charset="0"/>
            </a:endParaRPr>
          </a:p>
          <a:p>
            <a:pPr marL="285750" indent="-285750" defTabSz="1088291">
              <a:buFont typeface="Arial" panose="020B0604020202020204" pitchFamily="34" charset="0"/>
              <a:buChar char="•"/>
              <a:defRPr/>
            </a:pPr>
            <a:r>
              <a:rPr lang="en-US" sz="1400">
                <a:solidFill>
                  <a:srgbClr val="2C2C2C"/>
                </a:solidFill>
                <a:latin typeface="Adobe Clean SemiLight" panose="020B0403020404020204" pitchFamily="34" charset="0"/>
              </a:rPr>
              <a:t>Share Adobe’s point-of-view on industry &amp; top value drivers</a:t>
            </a:r>
          </a:p>
        </p:txBody>
      </p:sp>
      <p:sp>
        <p:nvSpPr>
          <p:cNvPr id="47" name="Content Placeholder 15">
            <a:extLst>
              <a:ext uri="{FF2B5EF4-FFF2-40B4-BE49-F238E27FC236}">
                <a16:creationId xmlns:a16="http://schemas.microsoft.com/office/drawing/2014/main" id="{A73E83B5-63D2-43C1-BEF2-070CC34FDF81}"/>
              </a:ext>
            </a:extLst>
          </p:cNvPr>
          <p:cNvSpPr>
            <a:spLocks noGrp="1"/>
          </p:cNvSpPr>
          <p:nvPr>
            <p:ph sz="quarter" idx="19"/>
          </p:nvPr>
        </p:nvSpPr>
        <p:spPr>
          <a:xfrm>
            <a:off x="7254806" y="1698374"/>
            <a:ext cx="2135748" cy="732055"/>
          </a:xfrm>
        </p:spPr>
        <p:txBody>
          <a:bodyPr lIns="45720" rIns="45720" anchor="t">
            <a:noAutofit/>
          </a:bodyPr>
          <a:lstStyle>
            <a:lvl1pPr marL="233363" indent="-233363" algn="ctr">
              <a:lnSpc>
                <a:spcPct val="100000"/>
              </a:lnSpc>
              <a:buFont typeface="Arial" panose="020B0604020202020204" pitchFamily="34" charset="0"/>
              <a:buNone/>
              <a:defRPr sz="1600">
                <a:latin typeface="Adobe Clean ExtraBold" panose="020B0903020404020204" pitchFamily="34" charset="0"/>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p:txBody>
      </p:sp>
      <p:sp>
        <p:nvSpPr>
          <p:cNvPr id="48" name="Content Placeholder 15">
            <a:extLst>
              <a:ext uri="{FF2B5EF4-FFF2-40B4-BE49-F238E27FC236}">
                <a16:creationId xmlns:a16="http://schemas.microsoft.com/office/drawing/2014/main" id="{52FC5263-7169-4E87-8E8E-195BC9A9A015}"/>
              </a:ext>
            </a:extLst>
          </p:cNvPr>
          <p:cNvSpPr>
            <a:spLocks noGrp="1"/>
          </p:cNvSpPr>
          <p:nvPr>
            <p:ph sz="quarter" idx="20" hasCustomPrompt="1"/>
          </p:nvPr>
        </p:nvSpPr>
        <p:spPr>
          <a:xfrm>
            <a:off x="7254806" y="3086749"/>
            <a:ext cx="2135748" cy="2072877"/>
          </a:xfrm>
        </p:spPr>
        <p:txBody>
          <a:bodyPr lIns="45720" rIns="45720" anchor="t">
            <a:noAutofit/>
          </a:bodyPr>
          <a:lstStyle>
            <a:lvl1pPr marL="233363" indent="-233363" algn="l">
              <a:lnSpc>
                <a:spcPct val="100000"/>
              </a:lnSpc>
              <a:buFont typeface="Arial" panose="020B0604020202020204" pitchFamily="34" charset="0"/>
              <a:buChar char="•"/>
              <a:defRPr lang="en-US" sz="1400" kern="1200" dirty="0">
                <a:solidFill>
                  <a:srgbClr val="2C2C2C"/>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marL="285750" indent="-285750" defTabSz="1088291">
              <a:buFont typeface="Arial" panose="020B0604020202020204" pitchFamily="34" charset="0"/>
              <a:buChar char="•"/>
              <a:defRPr/>
            </a:pPr>
            <a:r>
              <a:rPr lang="en-US" b="0" i="0">
                <a:solidFill>
                  <a:srgbClr val="000000"/>
                </a:solidFill>
                <a:effectLst/>
                <a:latin typeface="Open Sans"/>
              </a:rPr>
              <a:t>simply dummy text of the printing and typesetting industry</a:t>
            </a:r>
            <a:endParaRPr lang="en-US" sz="1400">
              <a:solidFill>
                <a:srgbClr val="2C2C2C"/>
              </a:solidFill>
              <a:latin typeface="Adobe Clean SemiLight" panose="020B0403020404020204" pitchFamily="34" charset="0"/>
            </a:endParaRPr>
          </a:p>
          <a:p>
            <a:pPr marL="285750" indent="-285750" defTabSz="1088291">
              <a:buFont typeface="Arial" panose="020B0604020202020204" pitchFamily="34" charset="0"/>
              <a:buChar char="•"/>
              <a:defRPr/>
            </a:pPr>
            <a:r>
              <a:rPr lang="en-US" sz="1400">
                <a:solidFill>
                  <a:srgbClr val="2C2C2C"/>
                </a:solidFill>
                <a:latin typeface="Adobe Clean SemiLight" panose="020B0403020404020204" pitchFamily="34" charset="0"/>
              </a:rPr>
              <a:t>Share Adobe’s point-of-view on industry &amp; top value drivers</a:t>
            </a:r>
          </a:p>
        </p:txBody>
      </p:sp>
      <p:sp>
        <p:nvSpPr>
          <p:cNvPr id="49" name="Content Placeholder 15">
            <a:extLst>
              <a:ext uri="{FF2B5EF4-FFF2-40B4-BE49-F238E27FC236}">
                <a16:creationId xmlns:a16="http://schemas.microsoft.com/office/drawing/2014/main" id="{E1DCE504-E9DA-4DB5-B691-21792420D4FE}"/>
              </a:ext>
            </a:extLst>
          </p:cNvPr>
          <p:cNvSpPr>
            <a:spLocks noGrp="1"/>
          </p:cNvSpPr>
          <p:nvPr>
            <p:ph sz="quarter" idx="21"/>
          </p:nvPr>
        </p:nvSpPr>
        <p:spPr>
          <a:xfrm>
            <a:off x="9571840" y="1698374"/>
            <a:ext cx="2135748" cy="732055"/>
          </a:xfrm>
        </p:spPr>
        <p:txBody>
          <a:bodyPr lIns="45720" rIns="45720" anchor="t">
            <a:noAutofit/>
          </a:bodyPr>
          <a:lstStyle>
            <a:lvl1pPr marL="233363" indent="-233363" algn="ctr">
              <a:lnSpc>
                <a:spcPct val="100000"/>
              </a:lnSpc>
              <a:buFont typeface="Arial" panose="020B0604020202020204" pitchFamily="34" charset="0"/>
              <a:buNone/>
              <a:defRPr sz="1600">
                <a:latin typeface="Adobe Clean ExtraBold" panose="020B0903020404020204" pitchFamily="34" charset="0"/>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p:txBody>
      </p:sp>
      <p:sp>
        <p:nvSpPr>
          <p:cNvPr id="50" name="Content Placeholder 15">
            <a:extLst>
              <a:ext uri="{FF2B5EF4-FFF2-40B4-BE49-F238E27FC236}">
                <a16:creationId xmlns:a16="http://schemas.microsoft.com/office/drawing/2014/main" id="{1D04AE9D-198B-46F7-8EC2-8E159DFA6793}"/>
              </a:ext>
            </a:extLst>
          </p:cNvPr>
          <p:cNvSpPr>
            <a:spLocks noGrp="1"/>
          </p:cNvSpPr>
          <p:nvPr>
            <p:ph sz="quarter" idx="22" hasCustomPrompt="1"/>
          </p:nvPr>
        </p:nvSpPr>
        <p:spPr>
          <a:xfrm>
            <a:off x="9571840" y="3086749"/>
            <a:ext cx="2135748" cy="2072877"/>
          </a:xfrm>
        </p:spPr>
        <p:txBody>
          <a:bodyPr lIns="45720" rIns="45720" anchor="t">
            <a:noAutofit/>
          </a:bodyPr>
          <a:lstStyle>
            <a:lvl1pPr marL="233363" indent="-233363" algn="l">
              <a:lnSpc>
                <a:spcPct val="100000"/>
              </a:lnSpc>
              <a:buFont typeface="Arial" panose="020B0604020202020204" pitchFamily="34" charset="0"/>
              <a:buChar char="•"/>
              <a:defRPr lang="en-US" sz="1400" kern="1200" dirty="0">
                <a:solidFill>
                  <a:srgbClr val="2C2C2C"/>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marL="285750" indent="-285750" defTabSz="1088291">
              <a:buFont typeface="Arial" panose="020B0604020202020204" pitchFamily="34" charset="0"/>
              <a:buChar char="•"/>
              <a:defRPr/>
            </a:pPr>
            <a:r>
              <a:rPr lang="en-US" b="0" i="0">
                <a:solidFill>
                  <a:srgbClr val="000000"/>
                </a:solidFill>
                <a:effectLst/>
                <a:latin typeface="Open Sans"/>
              </a:rPr>
              <a:t>simply dummy text of the printing and typesetting industry</a:t>
            </a:r>
            <a:endParaRPr lang="en-US" sz="1400">
              <a:solidFill>
                <a:srgbClr val="2C2C2C"/>
              </a:solidFill>
              <a:latin typeface="Adobe Clean SemiLight" panose="020B0403020404020204" pitchFamily="34" charset="0"/>
            </a:endParaRPr>
          </a:p>
          <a:p>
            <a:pPr marL="285750" indent="-285750" defTabSz="1088291">
              <a:buFont typeface="Arial" panose="020B0604020202020204" pitchFamily="34" charset="0"/>
              <a:buChar char="•"/>
              <a:defRPr/>
            </a:pPr>
            <a:r>
              <a:rPr lang="en-US" sz="1400">
                <a:solidFill>
                  <a:srgbClr val="2C2C2C"/>
                </a:solidFill>
                <a:latin typeface="Adobe Clean SemiLight" panose="020B0403020404020204" pitchFamily="34" charset="0"/>
              </a:rPr>
              <a:t>Share Adobe’s point-of-view on industry &amp; top value drivers</a:t>
            </a:r>
          </a:p>
        </p:txBody>
      </p:sp>
      <p:cxnSp>
        <p:nvCxnSpPr>
          <p:cNvPr id="52" name="Straight Connector 51">
            <a:extLst>
              <a:ext uri="{FF2B5EF4-FFF2-40B4-BE49-F238E27FC236}">
                <a16:creationId xmlns:a16="http://schemas.microsoft.com/office/drawing/2014/main" id="{862781F3-E0CA-4421-985D-30EC4C96374E}"/>
              </a:ext>
            </a:extLst>
          </p:cNvPr>
          <p:cNvCxnSpPr/>
          <p:nvPr userDrawn="1"/>
        </p:nvCxnSpPr>
        <p:spPr>
          <a:xfrm>
            <a:off x="282259" y="2962207"/>
            <a:ext cx="2250715"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EA60721-F3AC-4603-B634-D2448A0E695F}"/>
              </a:ext>
            </a:extLst>
          </p:cNvPr>
          <p:cNvCxnSpPr/>
          <p:nvPr userDrawn="1"/>
        </p:nvCxnSpPr>
        <p:spPr>
          <a:xfrm>
            <a:off x="4886532" y="2962207"/>
            <a:ext cx="2250715"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C0F3088-B721-499D-B091-6FD3167BFF6A}"/>
              </a:ext>
            </a:extLst>
          </p:cNvPr>
          <p:cNvCxnSpPr/>
          <p:nvPr userDrawn="1"/>
        </p:nvCxnSpPr>
        <p:spPr>
          <a:xfrm>
            <a:off x="7188669" y="2962207"/>
            <a:ext cx="2250715"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09B00D4-4C95-4DC6-BBF9-9B888D3B4222}"/>
              </a:ext>
            </a:extLst>
          </p:cNvPr>
          <p:cNvCxnSpPr/>
          <p:nvPr userDrawn="1"/>
        </p:nvCxnSpPr>
        <p:spPr>
          <a:xfrm>
            <a:off x="9486701" y="2962207"/>
            <a:ext cx="2250715" cy="0"/>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347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6" y="312661"/>
            <a:ext cx="11494008" cy="646189"/>
          </a:xfr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p:spPr>
        <p:txBody>
          <a:bodyPr/>
          <a:lstStyle/>
          <a:p>
            <a:fld id="{8CB0EC54-4295-4C49-9904-62E624678780}"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a:p>
        </p:txBody>
      </p:sp>
      <p:sp>
        <p:nvSpPr>
          <p:cNvPr id="16" name="Content Placeholder 15">
            <a:extLst>
              <a:ext uri="{FF2B5EF4-FFF2-40B4-BE49-F238E27FC236}">
                <a16:creationId xmlns:a16="http://schemas.microsoft.com/office/drawing/2014/main" id="{4EE18BCB-5B0C-CC43-82F4-E212011C84B9}"/>
              </a:ext>
            </a:extLst>
          </p:cNvPr>
          <p:cNvSpPr>
            <a:spLocks noGrp="1"/>
          </p:cNvSpPr>
          <p:nvPr>
            <p:ph sz="quarter" idx="13"/>
          </p:nvPr>
        </p:nvSpPr>
        <p:spPr>
          <a:xfrm>
            <a:off x="291060" y="1394086"/>
            <a:ext cx="11521440" cy="4636008"/>
          </a:xfrm>
        </p:spPr>
        <p:txBody>
          <a:bodyPr lIns="45720" rIns="45720" anchor="t">
            <a:noAutofit/>
          </a:bodyPr>
          <a:lstStyle>
            <a:lvl1pPr marL="233363" indent="-233363">
              <a:lnSpc>
                <a:spcPct val="100000"/>
              </a:lnSpc>
              <a:buFont typeface="Arial" panose="020B0604020202020204" pitchFamily="34" charset="0"/>
              <a:buChar char="•"/>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2167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7809AE1-922E-4F49-93C3-835E999AF3DB}"/>
              </a:ext>
            </a:extLst>
          </p:cNvPr>
          <p:cNvSpPr/>
          <p:nvPr/>
        </p:nvSpPr>
        <p:spPr>
          <a:xfrm>
            <a:off x="3234853" y="923021"/>
            <a:ext cx="2800034" cy="7528251"/>
          </a:xfrm>
          <a:prstGeom prst="roundRect">
            <a:avLst>
              <a:gd name="adj" fmla="val 50000"/>
            </a:avLst>
          </a:prstGeom>
          <a:solidFill>
            <a:srgbClr val="F4F6F8"/>
          </a:solidFill>
          <a:ln w="25400" cap="flat" cmpd="sng" algn="ctr">
            <a:noFill/>
            <a:prstDash val="solid"/>
          </a:ln>
          <a:effectLst>
            <a:outerShdw blurRad="50800" dist="38100" dir="2700000" algn="tl"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9" name="Rectangle: Rounded Corners 8">
            <a:extLst>
              <a:ext uri="{FF2B5EF4-FFF2-40B4-BE49-F238E27FC236}">
                <a16:creationId xmlns:a16="http://schemas.microsoft.com/office/drawing/2014/main" id="{13A33EDA-147C-4879-A7D1-97212AAE62EA}"/>
              </a:ext>
            </a:extLst>
          </p:cNvPr>
          <p:cNvSpPr/>
          <p:nvPr/>
        </p:nvSpPr>
        <p:spPr>
          <a:xfrm>
            <a:off x="6164162" y="923021"/>
            <a:ext cx="2800034" cy="7528251"/>
          </a:xfrm>
          <a:prstGeom prst="roundRect">
            <a:avLst>
              <a:gd name="adj" fmla="val 50000"/>
            </a:avLst>
          </a:prstGeom>
          <a:solidFill>
            <a:srgbClr val="F4F6F8"/>
          </a:solidFill>
          <a:ln w="25400" cap="flat" cmpd="sng" algn="ctr">
            <a:noFill/>
            <a:prstDash val="solid"/>
          </a:ln>
          <a:effectLst>
            <a:outerShdw blurRad="50800" dist="38100" dir="2700000" algn="tl"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10" name="Rectangle: Rounded Corners 9">
            <a:extLst>
              <a:ext uri="{FF2B5EF4-FFF2-40B4-BE49-F238E27FC236}">
                <a16:creationId xmlns:a16="http://schemas.microsoft.com/office/drawing/2014/main" id="{C8E9B782-2906-4FAF-8413-6064B480CADF}"/>
              </a:ext>
            </a:extLst>
          </p:cNvPr>
          <p:cNvSpPr/>
          <p:nvPr/>
        </p:nvSpPr>
        <p:spPr>
          <a:xfrm>
            <a:off x="305544" y="923021"/>
            <a:ext cx="2800034" cy="7528251"/>
          </a:xfrm>
          <a:prstGeom prst="roundRect">
            <a:avLst>
              <a:gd name="adj" fmla="val 50000"/>
            </a:avLst>
          </a:prstGeom>
          <a:solidFill>
            <a:srgbClr val="F4F6F8"/>
          </a:solidFill>
          <a:ln w="25400" cap="flat" cmpd="sng" algn="ctr">
            <a:noFill/>
            <a:prstDash val="solid"/>
          </a:ln>
          <a:effectLst>
            <a:outerShdw blurRad="50800" dist="38100" dir="2700000" algn="tl"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11" name="Rectangle: Rounded Corners 10">
            <a:extLst>
              <a:ext uri="{FF2B5EF4-FFF2-40B4-BE49-F238E27FC236}">
                <a16:creationId xmlns:a16="http://schemas.microsoft.com/office/drawing/2014/main" id="{606FF49F-E0E7-48B3-ADEB-3806ECA70E4A}"/>
              </a:ext>
            </a:extLst>
          </p:cNvPr>
          <p:cNvSpPr/>
          <p:nvPr/>
        </p:nvSpPr>
        <p:spPr>
          <a:xfrm>
            <a:off x="9093470" y="923021"/>
            <a:ext cx="2800034" cy="7528251"/>
          </a:xfrm>
          <a:prstGeom prst="roundRect">
            <a:avLst>
              <a:gd name="adj" fmla="val 50000"/>
            </a:avLst>
          </a:prstGeom>
          <a:solidFill>
            <a:srgbClr val="F4F6F8"/>
          </a:solidFill>
          <a:ln w="25400" cap="flat" cmpd="sng" algn="ctr">
            <a:noFill/>
            <a:prstDash val="solid"/>
          </a:ln>
          <a:effectLst>
            <a:outerShdw blurRad="50800" dist="38100" dir="2700000" algn="tl"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2" name="Title 1">
            <a:extLst>
              <a:ext uri="{FF2B5EF4-FFF2-40B4-BE49-F238E27FC236}">
                <a16:creationId xmlns:a16="http://schemas.microsoft.com/office/drawing/2014/main" id="{D1D86A6C-8376-1E41-BD5C-E20A76288A7C}"/>
              </a:ext>
            </a:extLst>
          </p:cNvPr>
          <p:cNvSpPr>
            <a:spLocks noGrp="1"/>
          </p:cNvSpPr>
          <p:nvPr userDrawn="1">
            <p:ph type="title"/>
          </p:nvPr>
        </p:nvSpPr>
        <p:spPr>
          <a:xfrm>
            <a:off x="310896" y="312661"/>
            <a:ext cx="11494008" cy="646189"/>
          </a:xfr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userDrawn="1">
            <p:ph type="dt" sz="half" idx="10"/>
          </p:nvPr>
        </p:nvSpPr>
        <p:spPr>
          <a:xfrm>
            <a:off x="11642371" y="6921699"/>
            <a:ext cx="632759" cy="267660"/>
          </a:xfrm>
        </p:spPr>
        <p:txBody>
          <a:bodyPr/>
          <a:lstStyle/>
          <a:p>
            <a:fld id="{8CB0EC54-4295-4C49-9904-62E624678780}"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userDrawn="1">
            <p:ph type="ftr" sz="quarter" idx="11"/>
          </p:nvPr>
        </p:nvSpPr>
        <p:spPr>
          <a:xfrm>
            <a:off x="1427629" y="6560363"/>
            <a:ext cx="4348378" cy="267660"/>
          </a:xfrm>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userDrawn="1">
            <p:ph type="sldNum" sz="quarter" idx="12"/>
          </p:nvPr>
        </p:nvSpPr>
        <p:spPr>
          <a:xfrm>
            <a:off x="5978537" y="6560363"/>
            <a:ext cx="401186" cy="267660"/>
          </a:xfrm>
        </p:spPr>
        <p:txBody>
          <a:bodyPr/>
          <a:lstStyle/>
          <a:p>
            <a:fld id="{2D54ABF7-EC33-204F-A680-BCCE3CA2411A}" type="slidenum">
              <a:rPr lang="en-US" smtClean="0"/>
              <a:pPr/>
              <a:t>‹#›</a:t>
            </a:fld>
            <a:endParaRPr lang="en-US"/>
          </a:p>
        </p:txBody>
      </p:sp>
      <p:sp>
        <p:nvSpPr>
          <p:cNvPr id="12" name="Content Placeholder 15">
            <a:extLst>
              <a:ext uri="{FF2B5EF4-FFF2-40B4-BE49-F238E27FC236}">
                <a16:creationId xmlns:a16="http://schemas.microsoft.com/office/drawing/2014/main" id="{4D014B13-7152-4500-8C1B-EA1F1FF2288F}"/>
              </a:ext>
            </a:extLst>
          </p:cNvPr>
          <p:cNvSpPr>
            <a:spLocks noGrp="1"/>
          </p:cNvSpPr>
          <p:nvPr userDrawn="1">
            <p:ph sz="quarter" idx="14" hasCustomPrompt="1"/>
          </p:nvPr>
        </p:nvSpPr>
        <p:spPr>
          <a:xfrm>
            <a:off x="407674" y="2902851"/>
            <a:ext cx="2621231" cy="3670756"/>
          </a:xfrm>
        </p:spPr>
        <p:txBody>
          <a:bodyPr lIns="45720" rIns="45720" anchor="t">
            <a:noAutofit/>
          </a:bodyPr>
          <a:lstStyle>
            <a:lvl1pPr marL="233363" indent="-233363" algn="l">
              <a:lnSpc>
                <a:spcPct val="100000"/>
              </a:lnSpc>
              <a:buClr>
                <a:srgbClr val="F70F00"/>
              </a:buClr>
              <a:buFont typeface="+mj-lt"/>
              <a:buAutoNum type="arabicPeriod"/>
              <a:defRPr lang="en-US" sz="1400" kern="1200" dirty="0">
                <a:solidFill>
                  <a:srgbClr val="2C2C2C"/>
                </a:solidFill>
                <a:latin typeface="+mn-lt"/>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Lorem Ipsum</a:t>
            </a:r>
          </a:p>
        </p:txBody>
      </p:sp>
      <p:sp>
        <p:nvSpPr>
          <p:cNvPr id="17" name="Content Placeholder 15">
            <a:extLst>
              <a:ext uri="{FF2B5EF4-FFF2-40B4-BE49-F238E27FC236}">
                <a16:creationId xmlns:a16="http://schemas.microsoft.com/office/drawing/2014/main" id="{2C7A71B2-3EA5-4ED4-A24F-A5C56FADC8DB}"/>
              </a:ext>
            </a:extLst>
          </p:cNvPr>
          <p:cNvSpPr>
            <a:spLocks noGrp="1"/>
          </p:cNvSpPr>
          <p:nvPr userDrawn="1">
            <p:ph sz="quarter" idx="15" hasCustomPrompt="1"/>
          </p:nvPr>
        </p:nvSpPr>
        <p:spPr>
          <a:xfrm>
            <a:off x="886765" y="1109002"/>
            <a:ext cx="1663047" cy="1325927"/>
          </a:xfrm>
        </p:spPr>
        <p:txBody>
          <a:bodyPr lIns="45720" rIns="45720" anchor="t">
            <a:noAutofit/>
          </a:bodyPr>
          <a:lstStyle>
            <a:lvl1pPr marL="233363" indent="-233363" algn="ctr">
              <a:lnSpc>
                <a:spcPct val="100000"/>
              </a:lnSpc>
              <a:buFont typeface="Arial" panose="020B0604020202020204" pitchFamily="34" charset="0"/>
              <a:buNone/>
              <a:defRPr lang="en-US" sz="1400" kern="1200" dirty="0">
                <a:solidFill>
                  <a:schemeClr val="bg1">
                    <a:lumMod val="65000"/>
                  </a:schemeClr>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Logo</a:t>
            </a:r>
          </a:p>
        </p:txBody>
      </p:sp>
      <p:sp>
        <p:nvSpPr>
          <p:cNvPr id="19" name="Content Placeholder 15">
            <a:extLst>
              <a:ext uri="{FF2B5EF4-FFF2-40B4-BE49-F238E27FC236}">
                <a16:creationId xmlns:a16="http://schemas.microsoft.com/office/drawing/2014/main" id="{D4232C7F-7C56-4D97-8C7D-08F3CF4E2E88}"/>
              </a:ext>
            </a:extLst>
          </p:cNvPr>
          <p:cNvSpPr>
            <a:spLocks noGrp="1"/>
          </p:cNvSpPr>
          <p:nvPr userDrawn="1">
            <p:ph sz="quarter" idx="17" hasCustomPrompt="1"/>
          </p:nvPr>
        </p:nvSpPr>
        <p:spPr>
          <a:xfrm>
            <a:off x="3330461" y="2902851"/>
            <a:ext cx="2621231" cy="3670756"/>
          </a:xfrm>
        </p:spPr>
        <p:txBody>
          <a:bodyPr lIns="45720" rIns="45720" anchor="t">
            <a:noAutofit/>
          </a:bodyPr>
          <a:lstStyle>
            <a:lvl1pPr marL="233363" indent="-233363" algn="l">
              <a:lnSpc>
                <a:spcPct val="100000"/>
              </a:lnSpc>
              <a:buClr>
                <a:srgbClr val="F70F00"/>
              </a:buClr>
              <a:buFont typeface="+mj-lt"/>
              <a:buAutoNum type="arabicPeriod"/>
              <a:defRPr lang="en-US" sz="1400" kern="1200" dirty="0">
                <a:solidFill>
                  <a:srgbClr val="2C2C2C"/>
                </a:solidFill>
                <a:latin typeface="+mn-lt"/>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Lorem Ipsum</a:t>
            </a:r>
          </a:p>
        </p:txBody>
      </p:sp>
      <p:sp>
        <p:nvSpPr>
          <p:cNvPr id="20" name="Content Placeholder 15">
            <a:extLst>
              <a:ext uri="{FF2B5EF4-FFF2-40B4-BE49-F238E27FC236}">
                <a16:creationId xmlns:a16="http://schemas.microsoft.com/office/drawing/2014/main" id="{35509652-6001-4B53-987F-423CB9669656}"/>
              </a:ext>
            </a:extLst>
          </p:cNvPr>
          <p:cNvSpPr>
            <a:spLocks noGrp="1"/>
          </p:cNvSpPr>
          <p:nvPr userDrawn="1">
            <p:ph sz="quarter" idx="18" hasCustomPrompt="1"/>
          </p:nvPr>
        </p:nvSpPr>
        <p:spPr>
          <a:xfrm>
            <a:off x="3809552" y="1109002"/>
            <a:ext cx="1663047" cy="1325927"/>
          </a:xfrm>
        </p:spPr>
        <p:txBody>
          <a:bodyPr lIns="45720" rIns="45720" anchor="t">
            <a:noAutofit/>
          </a:bodyPr>
          <a:lstStyle>
            <a:lvl1pPr marL="233363" indent="-233363" algn="ctr">
              <a:lnSpc>
                <a:spcPct val="100000"/>
              </a:lnSpc>
              <a:buFont typeface="Arial" panose="020B0604020202020204" pitchFamily="34" charset="0"/>
              <a:buNone/>
              <a:defRPr lang="en-US" sz="1400" kern="1200" dirty="0">
                <a:solidFill>
                  <a:schemeClr val="bg1">
                    <a:lumMod val="65000"/>
                  </a:schemeClr>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Logo</a:t>
            </a:r>
          </a:p>
        </p:txBody>
      </p:sp>
      <p:sp>
        <p:nvSpPr>
          <p:cNvPr id="22" name="Content Placeholder 15">
            <a:extLst>
              <a:ext uri="{FF2B5EF4-FFF2-40B4-BE49-F238E27FC236}">
                <a16:creationId xmlns:a16="http://schemas.microsoft.com/office/drawing/2014/main" id="{93BF2BD3-CE03-4F4E-B6F6-77BD2B86B243}"/>
              </a:ext>
            </a:extLst>
          </p:cNvPr>
          <p:cNvSpPr>
            <a:spLocks noGrp="1"/>
          </p:cNvSpPr>
          <p:nvPr userDrawn="1">
            <p:ph sz="quarter" idx="20" hasCustomPrompt="1"/>
          </p:nvPr>
        </p:nvSpPr>
        <p:spPr>
          <a:xfrm>
            <a:off x="6253248" y="2902851"/>
            <a:ext cx="2621231" cy="3670756"/>
          </a:xfrm>
        </p:spPr>
        <p:txBody>
          <a:bodyPr lIns="45720" rIns="45720" anchor="t">
            <a:noAutofit/>
          </a:bodyPr>
          <a:lstStyle>
            <a:lvl1pPr marL="233363" indent="-233363" algn="l">
              <a:lnSpc>
                <a:spcPct val="100000"/>
              </a:lnSpc>
              <a:buClr>
                <a:srgbClr val="F70F00"/>
              </a:buClr>
              <a:buFont typeface="+mj-lt"/>
              <a:buAutoNum type="arabicPeriod"/>
              <a:defRPr lang="en-US" sz="1400" kern="1200" dirty="0">
                <a:solidFill>
                  <a:srgbClr val="2C2C2C"/>
                </a:solidFill>
                <a:latin typeface="+mn-lt"/>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Lorem Ipsum</a:t>
            </a:r>
          </a:p>
        </p:txBody>
      </p:sp>
      <p:sp>
        <p:nvSpPr>
          <p:cNvPr id="23" name="Content Placeholder 15">
            <a:extLst>
              <a:ext uri="{FF2B5EF4-FFF2-40B4-BE49-F238E27FC236}">
                <a16:creationId xmlns:a16="http://schemas.microsoft.com/office/drawing/2014/main" id="{2DF65BA4-9CF2-4C35-B54E-79EC09F67402}"/>
              </a:ext>
            </a:extLst>
          </p:cNvPr>
          <p:cNvSpPr>
            <a:spLocks noGrp="1"/>
          </p:cNvSpPr>
          <p:nvPr userDrawn="1">
            <p:ph sz="quarter" idx="21" hasCustomPrompt="1"/>
          </p:nvPr>
        </p:nvSpPr>
        <p:spPr>
          <a:xfrm>
            <a:off x="6732339" y="1109002"/>
            <a:ext cx="1663047" cy="1325927"/>
          </a:xfrm>
        </p:spPr>
        <p:txBody>
          <a:bodyPr lIns="45720" rIns="45720" anchor="t">
            <a:noAutofit/>
          </a:bodyPr>
          <a:lstStyle>
            <a:lvl1pPr marL="233363" indent="-233363" algn="ctr">
              <a:lnSpc>
                <a:spcPct val="100000"/>
              </a:lnSpc>
              <a:buFont typeface="Arial" panose="020B0604020202020204" pitchFamily="34" charset="0"/>
              <a:buNone/>
              <a:defRPr lang="en-US" sz="1400" kern="1200" dirty="0">
                <a:solidFill>
                  <a:schemeClr val="bg1">
                    <a:lumMod val="65000"/>
                  </a:schemeClr>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Logo</a:t>
            </a:r>
          </a:p>
        </p:txBody>
      </p:sp>
      <p:sp>
        <p:nvSpPr>
          <p:cNvPr id="25" name="Content Placeholder 15">
            <a:extLst>
              <a:ext uri="{FF2B5EF4-FFF2-40B4-BE49-F238E27FC236}">
                <a16:creationId xmlns:a16="http://schemas.microsoft.com/office/drawing/2014/main" id="{AF721989-6346-4D94-BB42-01FAA4035C4B}"/>
              </a:ext>
            </a:extLst>
          </p:cNvPr>
          <p:cNvSpPr>
            <a:spLocks noGrp="1"/>
          </p:cNvSpPr>
          <p:nvPr userDrawn="1">
            <p:ph sz="quarter" idx="23" hasCustomPrompt="1"/>
          </p:nvPr>
        </p:nvSpPr>
        <p:spPr>
          <a:xfrm>
            <a:off x="9176036" y="2902851"/>
            <a:ext cx="2621231" cy="3670756"/>
          </a:xfrm>
        </p:spPr>
        <p:txBody>
          <a:bodyPr lIns="45720" rIns="45720" anchor="t">
            <a:noAutofit/>
          </a:bodyPr>
          <a:lstStyle>
            <a:lvl1pPr marL="233363" indent="-233363" algn="l">
              <a:lnSpc>
                <a:spcPct val="100000"/>
              </a:lnSpc>
              <a:buClr>
                <a:srgbClr val="F70F00"/>
              </a:buClr>
              <a:buFont typeface="+mj-lt"/>
              <a:buAutoNum type="arabicPeriod"/>
              <a:defRPr lang="en-US" sz="1400" kern="1200" dirty="0">
                <a:solidFill>
                  <a:srgbClr val="2C2C2C"/>
                </a:solidFill>
                <a:latin typeface="+mn-lt"/>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Lorem Ipsum</a:t>
            </a:r>
          </a:p>
        </p:txBody>
      </p:sp>
      <p:sp>
        <p:nvSpPr>
          <p:cNvPr id="26" name="Content Placeholder 15">
            <a:extLst>
              <a:ext uri="{FF2B5EF4-FFF2-40B4-BE49-F238E27FC236}">
                <a16:creationId xmlns:a16="http://schemas.microsoft.com/office/drawing/2014/main" id="{EF6E779E-9D43-4961-AB82-DF1DCE84DC93}"/>
              </a:ext>
            </a:extLst>
          </p:cNvPr>
          <p:cNvSpPr>
            <a:spLocks noGrp="1"/>
          </p:cNvSpPr>
          <p:nvPr userDrawn="1">
            <p:ph sz="quarter" idx="24" hasCustomPrompt="1"/>
          </p:nvPr>
        </p:nvSpPr>
        <p:spPr>
          <a:xfrm>
            <a:off x="9655127" y="1109002"/>
            <a:ext cx="1663047" cy="1325927"/>
          </a:xfrm>
        </p:spPr>
        <p:txBody>
          <a:bodyPr lIns="45720" rIns="45720" anchor="t">
            <a:noAutofit/>
          </a:bodyPr>
          <a:lstStyle>
            <a:lvl1pPr marL="233363" indent="-233363" algn="ctr">
              <a:lnSpc>
                <a:spcPct val="100000"/>
              </a:lnSpc>
              <a:buFont typeface="Arial" panose="020B0604020202020204" pitchFamily="34" charset="0"/>
              <a:buNone/>
              <a:defRPr lang="en-US" sz="1400" kern="1200" dirty="0">
                <a:solidFill>
                  <a:schemeClr val="bg1">
                    <a:lumMod val="65000"/>
                  </a:schemeClr>
                </a:solidFill>
                <a:latin typeface="Adobe Clean SemiLight" panose="020B0403020404020204" pitchFamily="34" charset="0"/>
                <a:ea typeface="+mn-ea"/>
                <a:cs typeface="+mn-cs"/>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Logo</a:t>
            </a:r>
          </a:p>
        </p:txBody>
      </p:sp>
      <p:grpSp>
        <p:nvGrpSpPr>
          <p:cNvPr id="27" name="Group 26">
            <a:extLst>
              <a:ext uri="{FF2B5EF4-FFF2-40B4-BE49-F238E27FC236}">
                <a16:creationId xmlns:a16="http://schemas.microsoft.com/office/drawing/2014/main" id="{F560AF93-4FD4-4AD6-AA75-2E41756DAFC3}"/>
              </a:ext>
            </a:extLst>
          </p:cNvPr>
          <p:cNvGrpSpPr/>
          <p:nvPr userDrawn="1"/>
        </p:nvGrpSpPr>
        <p:grpSpPr>
          <a:xfrm>
            <a:off x="0" y="6448112"/>
            <a:ext cx="12188822" cy="417757"/>
            <a:chOff x="0" y="6448112"/>
            <a:chExt cx="12188822" cy="417757"/>
          </a:xfrm>
        </p:grpSpPr>
        <p:sp>
          <p:nvSpPr>
            <p:cNvPr id="28" name="Rectangle 27">
              <a:extLst>
                <a:ext uri="{FF2B5EF4-FFF2-40B4-BE49-F238E27FC236}">
                  <a16:creationId xmlns:a16="http://schemas.microsoft.com/office/drawing/2014/main" id="{EB424283-58CE-400E-ACDA-DA6175BA9510}"/>
                </a:ext>
              </a:extLst>
            </p:cNvPr>
            <p:cNvSpPr/>
            <p:nvPr/>
          </p:nvSpPr>
          <p:spPr>
            <a:xfrm>
              <a:off x="0" y="6448112"/>
              <a:ext cx="12188822" cy="417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dobe Clean SemiLight"/>
                <a:ea typeface="+mn-ea"/>
                <a:cs typeface="+mn-cs"/>
              </a:endParaRPr>
            </a:p>
          </p:txBody>
        </p:sp>
        <p:pic>
          <p:nvPicPr>
            <p:cNvPr id="29" name="Picture 28">
              <a:extLst>
                <a:ext uri="{FF2B5EF4-FFF2-40B4-BE49-F238E27FC236}">
                  <a16:creationId xmlns:a16="http://schemas.microsoft.com/office/drawing/2014/main" id="{133AAD42-5B31-4908-94DC-2DC1DA08BF5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8923" y="6578695"/>
              <a:ext cx="566078" cy="147131"/>
            </a:xfrm>
            <a:prstGeom prst="rect">
              <a:avLst/>
            </a:prstGeom>
          </p:spPr>
        </p:pic>
        <p:sp>
          <p:nvSpPr>
            <p:cNvPr id="30" name="Date Placeholder 3">
              <a:extLst>
                <a:ext uri="{FF2B5EF4-FFF2-40B4-BE49-F238E27FC236}">
                  <a16:creationId xmlns:a16="http://schemas.microsoft.com/office/drawing/2014/main" id="{0139FC44-6181-411C-B907-ED377D8465B1}"/>
                </a:ext>
              </a:extLst>
            </p:cNvPr>
            <p:cNvSpPr txBox="1">
              <a:spLocks/>
            </p:cNvSpPr>
            <p:nvPr/>
          </p:nvSpPr>
          <p:spPr>
            <a:xfrm>
              <a:off x="9302847" y="6560363"/>
              <a:ext cx="2599605" cy="274324"/>
            </a:xfrm>
            <a:prstGeom prst="rect">
              <a:avLst/>
            </a:prstGeom>
          </p:spPr>
          <p:txBody>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6E6E6E"/>
                  </a:solidFill>
                  <a:effectLst/>
                  <a:uLnTx/>
                  <a:uFillTx/>
                  <a:latin typeface="Adobe Clean Light" panose="020B03030204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©2021 Adobe. All Rights Reserved. Adobe Confidential.</a:t>
              </a:r>
            </a:p>
          </p:txBody>
        </p:sp>
      </p:grpSp>
    </p:spTree>
    <p:extLst>
      <p:ext uri="{BB962C8B-B14F-4D97-AF65-F5344CB8AC3E}">
        <p14:creationId xmlns:p14="http://schemas.microsoft.com/office/powerpoint/2010/main" val="31116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Dark]">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ECCFEF-2E34-41AB-8DA0-38A34C0B1514}"/>
              </a:ext>
            </a:extLst>
          </p:cNvPr>
          <p:cNvSpPr/>
          <p:nvPr userDrawn="1"/>
        </p:nvSpPr>
        <p:spPr>
          <a:xfrm>
            <a:off x="0" y="0"/>
            <a:ext cx="12192000" cy="6858000"/>
          </a:xfrm>
          <a:prstGeom prst="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BDB0B12-ED72-E742-A04D-80FB3DE67B12}"/>
              </a:ext>
            </a:extLst>
          </p:cNvPr>
          <p:cNvSpPr/>
          <p:nvPr userDrawn="1"/>
        </p:nvSpPr>
        <p:spPr>
          <a:xfrm>
            <a:off x="0" y="6446520"/>
            <a:ext cx="12192000" cy="4114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000D5AA-51AA-4615-B224-7F76F87AE24E}"/>
              </a:ext>
            </a:extLst>
          </p:cNvPr>
          <p:cNvPicPr>
            <a:picLocks noChangeAspect="1"/>
          </p:cNvPicPr>
          <p:nvPr userDrawn="1"/>
        </p:nvPicPr>
        <p:blipFill>
          <a:blip r:embed="rId2"/>
          <a:stretch>
            <a:fillRect/>
          </a:stretch>
        </p:blipFill>
        <p:spPr>
          <a:xfrm>
            <a:off x="379613" y="6578695"/>
            <a:ext cx="566079" cy="147131"/>
          </a:xfrm>
          <a:prstGeom prst="rect">
            <a:avLst/>
          </a:prstGeom>
        </p:spPr>
      </p:pic>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291060" y="312661"/>
            <a:ext cx="11498704" cy="646710"/>
          </a:xfrm>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p:txBody>
          <a:bodyPr/>
          <a:lstStyle/>
          <a:p>
            <a:fld id="{5AA30E68-8AA3-4F04-9D54-83CA8C1FA3D2}"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a:p>
        </p:txBody>
      </p:sp>
      <p:sp>
        <p:nvSpPr>
          <p:cNvPr id="16" name="Content Placeholder 15">
            <a:extLst>
              <a:ext uri="{FF2B5EF4-FFF2-40B4-BE49-F238E27FC236}">
                <a16:creationId xmlns:a16="http://schemas.microsoft.com/office/drawing/2014/main" id="{4EE18BCB-5B0C-CC43-82F4-E212011C84B9}"/>
              </a:ext>
            </a:extLst>
          </p:cNvPr>
          <p:cNvSpPr>
            <a:spLocks noGrp="1"/>
          </p:cNvSpPr>
          <p:nvPr>
            <p:ph sz="quarter" idx="13"/>
          </p:nvPr>
        </p:nvSpPr>
        <p:spPr>
          <a:xfrm>
            <a:off x="291060" y="1394086"/>
            <a:ext cx="11498704" cy="4646950"/>
          </a:xfrm>
        </p:spPr>
        <p:txBody>
          <a:bodyPr anchor="t"/>
          <a:lstStyle>
            <a:lvl1pPr marL="233363" indent="-233363">
              <a:lnSpc>
                <a:spcPct val="100000"/>
              </a:lnSpc>
              <a:buFont typeface="Arial" panose="020B0604020202020204" pitchFamily="34" charset="0"/>
              <a:buChar char="•"/>
              <a:defRPr>
                <a:solidFill>
                  <a:schemeClr val="bg1"/>
                </a:solidFill>
              </a:defRPr>
            </a:lvl1pPr>
            <a:lvl2pPr marL="690563" indent="-233363">
              <a:lnSpc>
                <a:spcPct val="100000"/>
              </a:lnSpc>
              <a:buFont typeface="Arial" panose="020B0604020202020204" pitchFamily="34" charset="0"/>
              <a:buChar char="•"/>
              <a:defRPr>
                <a:solidFill>
                  <a:schemeClr val="bg1"/>
                </a:solidFill>
              </a:defRPr>
            </a:lvl2pPr>
            <a:lvl3pPr marL="1147763" indent="-233363">
              <a:lnSpc>
                <a:spcPct val="100000"/>
              </a:lnSpc>
              <a:buFont typeface="Arial" panose="020B0604020202020204" pitchFamily="34" charset="0"/>
              <a:buChar char="•"/>
              <a:defRPr>
                <a:solidFill>
                  <a:schemeClr val="bg1"/>
                </a:solidFill>
              </a:defRPr>
            </a:lvl3pPr>
            <a:lvl4pPr marL="1604963" indent="-233363">
              <a:lnSpc>
                <a:spcPct val="100000"/>
              </a:lnSpc>
              <a:buFont typeface="Arial" panose="020B0604020202020204" pitchFamily="34" charset="0"/>
              <a:buChar char="•"/>
              <a:defRPr>
                <a:solidFill>
                  <a:schemeClr val="bg1"/>
                </a:solidFill>
              </a:defRPr>
            </a:lvl4pPr>
            <a:lvl5pPr marL="2062163" indent="-233363">
              <a:lnSpc>
                <a:spcPct val="100000"/>
              </a:lnSpc>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3">
            <a:extLst>
              <a:ext uri="{FF2B5EF4-FFF2-40B4-BE49-F238E27FC236}">
                <a16:creationId xmlns:a16="http://schemas.microsoft.com/office/drawing/2014/main" id="{898F48D3-EC8B-4901-861B-167FE5EBECED}"/>
              </a:ext>
            </a:extLst>
          </p:cNvPr>
          <p:cNvSpPr txBox="1">
            <a:spLocks/>
          </p:cNvSpPr>
          <p:nvPr userDrawn="1"/>
        </p:nvSpPr>
        <p:spPr>
          <a:xfrm>
            <a:off x="9302847" y="6560363"/>
            <a:ext cx="2599605" cy="274324"/>
          </a:xfrm>
          <a:prstGeom prst="rect">
            <a:avLst/>
          </a:prstGeom>
        </p:spPr>
        <p:txBody>
          <a:bodyPr/>
          <a:lstStyle>
            <a:defPPr>
              <a:defRPr lang="en-US"/>
            </a:defPPr>
            <a:lvl1pPr marL="0" algn="l" defTabSz="914400" rtl="0" eaLnBrk="1" latinLnBrk="0" hangingPunct="1">
              <a:defRPr sz="1400" kern="1200" baseline="0">
                <a:solidFill>
                  <a:srgbClr val="CFCFCE"/>
                </a:solidFill>
                <a:latin typeface="Adobe Clean ExtraBold" panose="020B05030204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aseline="0">
                <a:solidFill>
                  <a:srgbClr val="6E6E6E"/>
                </a:solidFill>
                <a:latin typeface="Adobe Clean" panose="020B0503020404020204" pitchFamily="34" charset="0"/>
              </a:rPr>
              <a:t>©2021 Adobe. All Rights Reserved. Adobe Confidential.</a:t>
            </a:r>
          </a:p>
        </p:txBody>
      </p:sp>
    </p:spTree>
    <p:extLst>
      <p:ext uri="{BB962C8B-B14F-4D97-AF65-F5344CB8AC3E}">
        <p14:creationId xmlns:p14="http://schemas.microsoft.com/office/powerpoint/2010/main" val="2831297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rgbClr val="FA0F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7D1A37-D98F-8844-AF99-5DCC9E674734}"/>
              </a:ext>
            </a:extLst>
          </p:cNvPr>
          <p:cNvPicPr>
            <a:picLocks noChangeAspect="1"/>
          </p:cNvPicPr>
          <p:nvPr userDrawn="1"/>
        </p:nvPicPr>
        <p:blipFill>
          <a:blip r:embed="rId2"/>
          <a:stretch>
            <a:fillRect/>
          </a:stretch>
        </p:blipFill>
        <p:spPr>
          <a:xfrm>
            <a:off x="5605832" y="2759987"/>
            <a:ext cx="980335" cy="1338025"/>
          </a:xfrm>
          <a:prstGeom prst="rect">
            <a:avLst/>
          </a:prstGeom>
        </p:spPr>
      </p:pic>
    </p:spTree>
    <p:extLst>
      <p:ext uri="{BB962C8B-B14F-4D97-AF65-F5344CB8AC3E}">
        <p14:creationId xmlns:p14="http://schemas.microsoft.com/office/powerpoint/2010/main" val="3071853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cSld name="White - No 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lang="en-US" smtClean="0">
                <a:solidFill>
                  <a:schemeClr val="tx1">
                    <a:lumMod val="75000"/>
                    <a:lumOff val="25000"/>
                  </a:schemeClr>
                </a:solidFill>
              </a:defRPr>
            </a:lvl1pPr>
          </a:lstStyle>
          <a:p>
            <a:fld id="{B3B8D6CA-D4AF-4FDC-9641-A8569C957DEB}" type="datetime1">
              <a:rPr lang="en-US" smtClean="0"/>
              <a:pPr/>
              <a:t>3/5/2026</a:t>
            </a:fld>
            <a:endParaRPr lang="en-US"/>
          </a:p>
        </p:txBody>
      </p:sp>
      <p:sp>
        <p:nvSpPr>
          <p:cNvPr id="5" name="Footer Placeholder 4"/>
          <p:cNvSpPr>
            <a:spLocks noGrp="1"/>
          </p:cNvSpPr>
          <p:nvPr>
            <p:ph type="ftr" sz="quarter" idx="11"/>
          </p:nvPr>
        </p:nvSpPr>
        <p:spPr/>
        <p:txBody>
          <a:bodyPr/>
          <a:lstStyle>
            <a:lvl1pPr>
              <a:defRPr lang="en-US">
                <a:solidFill>
                  <a:schemeClr val="tx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lang="en-US" smtClean="0">
                <a:solidFill>
                  <a:schemeClr val="tx1">
                    <a:lumMod val="75000"/>
                    <a:lumOff val="25000"/>
                  </a:schemeClr>
                </a:solidFill>
              </a:defRPr>
            </a:lvl1pPr>
          </a:lstStyle>
          <a:p>
            <a:pPr algn="ctr"/>
            <a:fld id="{90156F56-D5AE-4C6F-B826-C69D1BC521BB}" type="slidenum">
              <a:rPr lang="en-US" smtClean="0"/>
              <a:pPr algn="ctr"/>
              <a:t>‹#›</a:t>
            </a:fld>
            <a:endParaRPr lang="en-US"/>
          </a:p>
        </p:txBody>
      </p:sp>
      <p:sp>
        <p:nvSpPr>
          <p:cNvPr id="9" name="Rectangle 21"/>
          <p:cNvSpPr>
            <a:spLocks noChangeArrowheads="1"/>
          </p:cNvSpPr>
          <p:nvPr userDrawn="1"/>
        </p:nvSpPr>
        <p:spPr bwMode="auto">
          <a:xfrm>
            <a:off x="304800" y="6487239"/>
            <a:ext cx="5183029" cy="107722"/>
          </a:xfrm>
          <a:prstGeom prst="rect">
            <a:avLst/>
          </a:prstGeom>
          <a:noFill/>
          <a:ln w="9525">
            <a:noFill/>
            <a:miter lim="800000"/>
            <a:headEnd/>
            <a:tailEnd/>
          </a:ln>
        </p:spPr>
        <p:txBody>
          <a:bodyPr wrap="square" lIns="0" tIns="0" rIns="0" bIns="0" anchor="b">
            <a:spAutoFit/>
          </a:bodyPr>
          <a:lstStyle/>
          <a:p>
            <a:r>
              <a:rPr lang="en-US" sz="700">
                <a:solidFill>
                  <a:schemeClr val="tx1">
                    <a:lumMod val="75000"/>
                    <a:lumOff val="25000"/>
                  </a:schemeClr>
                </a:solidFill>
                <a:latin typeface="Adobe Clean" pitchFamily="-111" charset="0"/>
              </a:rPr>
              <a:t>© 2021 Adobe.  All Rights Reserved.  Adobe Confidential.</a:t>
            </a:r>
          </a:p>
        </p:txBody>
      </p:sp>
      <p:pic>
        <p:nvPicPr>
          <p:cNvPr id="11" name="Picture 10">
            <a:extLst>
              <a:ext uri="{FF2B5EF4-FFF2-40B4-BE49-F238E27FC236}">
                <a16:creationId xmlns:a16="http://schemas.microsoft.com/office/drawing/2014/main" id="{06C5E9D1-B533-45CD-8659-01F1B2E0F78A}"/>
              </a:ext>
            </a:extLst>
          </p:cNvPr>
          <p:cNvPicPr>
            <a:picLocks noChangeAspect="1"/>
          </p:cNvPicPr>
          <p:nvPr userDrawn="1"/>
        </p:nvPicPr>
        <p:blipFill>
          <a:blip r:embed="rId2">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1699744" y="6528876"/>
            <a:ext cx="187457" cy="258055"/>
          </a:xfrm>
          <a:prstGeom prst="rect">
            <a:avLst/>
          </a:prstGeom>
        </p:spPr>
      </p:pic>
    </p:spTree>
    <p:extLst>
      <p:ext uri="{BB962C8B-B14F-4D97-AF65-F5344CB8AC3E}">
        <p14:creationId xmlns:p14="http://schemas.microsoft.com/office/powerpoint/2010/main" val="1541916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White - No Graphic">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EF45629-01B6-4929-887E-0D14FE49C7C9}"/>
              </a:ext>
            </a:extLst>
          </p:cNvPr>
          <p:cNvGrpSpPr/>
          <p:nvPr userDrawn="1"/>
        </p:nvGrpSpPr>
        <p:grpSpPr>
          <a:xfrm>
            <a:off x="319006" y="1159721"/>
            <a:ext cx="11554046" cy="4973149"/>
            <a:chOff x="319006" y="1159721"/>
            <a:chExt cx="11554046" cy="4973149"/>
          </a:xfrm>
        </p:grpSpPr>
        <p:grpSp>
          <p:nvGrpSpPr>
            <p:cNvPr id="12" name="Group 11">
              <a:extLst>
                <a:ext uri="{FF2B5EF4-FFF2-40B4-BE49-F238E27FC236}">
                  <a16:creationId xmlns:a16="http://schemas.microsoft.com/office/drawing/2014/main" id="{556093E7-4653-444A-A48D-DC22485C4E91}"/>
                </a:ext>
              </a:extLst>
            </p:cNvPr>
            <p:cNvGrpSpPr/>
            <p:nvPr/>
          </p:nvGrpSpPr>
          <p:grpSpPr>
            <a:xfrm>
              <a:off x="2651069" y="1159721"/>
              <a:ext cx="2243686" cy="4949801"/>
              <a:chOff x="2651069" y="1159721"/>
              <a:chExt cx="2243686" cy="4949801"/>
            </a:xfrm>
          </p:grpSpPr>
          <p:sp>
            <p:nvSpPr>
              <p:cNvPr id="46" name="Rectangle 45">
                <a:extLst>
                  <a:ext uri="{FF2B5EF4-FFF2-40B4-BE49-F238E27FC236}">
                    <a16:creationId xmlns:a16="http://schemas.microsoft.com/office/drawing/2014/main" id="{32CFBAB1-A6F1-43C0-A983-32923AD0C417}"/>
                  </a:ext>
                </a:extLst>
              </p:cNvPr>
              <p:cNvSpPr/>
              <p:nvPr/>
            </p:nvSpPr>
            <p:spPr>
              <a:xfrm>
                <a:off x="2663678" y="1670058"/>
                <a:ext cx="2231077" cy="3150972"/>
              </a:xfrm>
              <a:prstGeom prst="rect">
                <a:avLst/>
              </a:prstGeom>
              <a:solidFill>
                <a:srgbClr val="F2F2F2"/>
              </a:solidFill>
              <a:ln w="381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a:ln>
                    <a:noFill/>
                  </a:ln>
                  <a:solidFill>
                    <a:srgbClr val="000000">
                      <a:lumMod val="85000"/>
                      <a:lumOff val="15000"/>
                    </a:srgbClr>
                  </a:solidFill>
                  <a:effectLst/>
                  <a:uLnTx/>
                  <a:uFillTx/>
                  <a:latin typeface="Adobe Clean Black" panose="020B0A03020404020204" pitchFamily="34" charset="0"/>
                  <a:ea typeface="+mn-ea"/>
                  <a:cs typeface="+mn-cs"/>
                </a:endParaRPr>
              </a:p>
            </p:txBody>
          </p:sp>
          <p:sp>
            <p:nvSpPr>
              <p:cNvPr id="47" name="Rectangle 46">
                <a:extLst>
                  <a:ext uri="{FF2B5EF4-FFF2-40B4-BE49-F238E27FC236}">
                    <a16:creationId xmlns:a16="http://schemas.microsoft.com/office/drawing/2014/main" id="{622192D7-6AB4-48EE-AD92-E2247647B453}"/>
                  </a:ext>
                </a:extLst>
              </p:cNvPr>
              <p:cNvSpPr/>
              <p:nvPr/>
            </p:nvSpPr>
            <p:spPr>
              <a:xfrm>
                <a:off x="2651069" y="4266463"/>
                <a:ext cx="2231136" cy="1843059"/>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a:ea typeface="+mn-ea"/>
                  <a:cs typeface="+mn-cs"/>
                </a:endParaRPr>
              </a:p>
            </p:txBody>
          </p:sp>
          <p:grpSp>
            <p:nvGrpSpPr>
              <p:cNvPr id="48" name="Group 47">
                <a:extLst>
                  <a:ext uri="{FF2B5EF4-FFF2-40B4-BE49-F238E27FC236}">
                    <a16:creationId xmlns:a16="http://schemas.microsoft.com/office/drawing/2014/main" id="{0F735FB9-4C2A-44D5-ACA6-BFCD23C1DF40}"/>
                  </a:ext>
                </a:extLst>
              </p:cNvPr>
              <p:cNvGrpSpPr/>
              <p:nvPr/>
            </p:nvGrpSpPr>
            <p:grpSpPr>
              <a:xfrm>
                <a:off x="3248811" y="1159721"/>
                <a:ext cx="1083936" cy="1083936"/>
                <a:chOff x="10049252" y="1400526"/>
                <a:chExt cx="1477582" cy="1477582"/>
              </a:xfrm>
            </p:grpSpPr>
            <p:grpSp>
              <p:nvGrpSpPr>
                <p:cNvPr id="49" name="Group 48">
                  <a:extLst>
                    <a:ext uri="{FF2B5EF4-FFF2-40B4-BE49-F238E27FC236}">
                      <a16:creationId xmlns:a16="http://schemas.microsoft.com/office/drawing/2014/main" id="{F8BED329-58C0-4ED1-BF1B-42D5DE7830CA}"/>
                    </a:ext>
                  </a:extLst>
                </p:cNvPr>
                <p:cNvGrpSpPr/>
                <p:nvPr/>
              </p:nvGrpSpPr>
              <p:grpSpPr>
                <a:xfrm>
                  <a:off x="10049252" y="1400526"/>
                  <a:ext cx="1477582" cy="1477582"/>
                  <a:chOff x="5378677" y="2730500"/>
                  <a:chExt cx="2095500" cy="2095500"/>
                </a:xfrm>
              </p:grpSpPr>
              <p:sp>
                <p:nvSpPr>
                  <p:cNvPr id="51" name="Oval 50">
                    <a:extLst>
                      <a:ext uri="{FF2B5EF4-FFF2-40B4-BE49-F238E27FC236}">
                        <a16:creationId xmlns:a16="http://schemas.microsoft.com/office/drawing/2014/main" id="{39FF42FF-5E11-4035-8F83-1230F085A2D1}"/>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52" name="Oval 51">
                    <a:extLst>
                      <a:ext uri="{FF2B5EF4-FFF2-40B4-BE49-F238E27FC236}">
                        <a16:creationId xmlns:a16="http://schemas.microsoft.com/office/drawing/2014/main" id="{0E73252A-F143-4851-844B-8019F0813AAA}"/>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50" name="Oval 49">
                  <a:extLst>
                    <a:ext uri="{FF2B5EF4-FFF2-40B4-BE49-F238E27FC236}">
                      <a16:creationId xmlns:a16="http://schemas.microsoft.com/office/drawing/2014/main" id="{08BA2B23-A5A4-465B-A0CA-2DA7A178A01C}"/>
                    </a:ext>
                  </a:extLst>
                </p:cNvPr>
                <p:cNvSpPr/>
                <p:nvPr/>
              </p:nvSpPr>
              <p:spPr>
                <a:xfrm>
                  <a:off x="10144971" y="1506396"/>
                  <a:ext cx="1265841" cy="1265841"/>
                </a:xfrm>
                <a:prstGeom prst="ellipse">
                  <a:avLst/>
                </a:prstGeom>
                <a:solidFill>
                  <a:srgbClr val="F70F00"/>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grpSp>
          <p:nvGrpSpPr>
            <p:cNvPr id="13" name="Group 12">
              <a:extLst>
                <a:ext uri="{FF2B5EF4-FFF2-40B4-BE49-F238E27FC236}">
                  <a16:creationId xmlns:a16="http://schemas.microsoft.com/office/drawing/2014/main" id="{980E8899-8BC7-4316-B373-E20395F14503}"/>
                </a:ext>
              </a:extLst>
            </p:cNvPr>
            <p:cNvGrpSpPr/>
            <p:nvPr/>
          </p:nvGrpSpPr>
          <p:grpSpPr>
            <a:xfrm>
              <a:off x="5002889" y="1159721"/>
              <a:ext cx="2239457" cy="4970763"/>
              <a:chOff x="5002889" y="1159721"/>
              <a:chExt cx="2239457" cy="4970763"/>
            </a:xfrm>
          </p:grpSpPr>
          <p:sp>
            <p:nvSpPr>
              <p:cNvPr id="39" name="Rectangle 38">
                <a:extLst>
                  <a:ext uri="{FF2B5EF4-FFF2-40B4-BE49-F238E27FC236}">
                    <a16:creationId xmlns:a16="http://schemas.microsoft.com/office/drawing/2014/main" id="{C7A1D9CE-AAE2-414B-A74D-F5BE8887548E}"/>
                  </a:ext>
                </a:extLst>
              </p:cNvPr>
              <p:cNvSpPr/>
              <p:nvPr/>
            </p:nvSpPr>
            <p:spPr>
              <a:xfrm>
                <a:off x="5011269" y="1670201"/>
                <a:ext cx="2231077" cy="2677059"/>
              </a:xfrm>
              <a:prstGeom prst="rect">
                <a:avLst/>
              </a:prstGeom>
              <a:solidFill>
                <a:srgbClr val="F2F2F2"/>
              </a:solidFill>
              <a:ln w="381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a:ln>
                    <a:noFill/>
                  </a:ln>
                  <a:solidFill>
                    <a:srgbClr val="000000">
                      <a:lumMod val="85000"/>
                      <a:lumOff val="15000"/>
                    </a:srgbClr>
                  </a:solidFill>
                  <a:effectLst/>
                  <a:uLnTx/>
                  <a:uFillTx/>
                  <a:latin typeface="Adobe Clean Black" panose="020B0A03020404020204" pitchFamily="34" charset="0"/>
                  <a:ea typeface="+mn-ea"/>
                  <a:cs typeface="+mn-cs"/>
                </a:endParaRPr>
              </a:p>
            </p:txBody>
          </p:sp>
          <p:sp>
            <p:nvSpPr>
              <p:cNvPr id="40" name="Rectangle 39">
                <a:extLst>
                  <a:ext uri="{FF2B5EF4-FFF2-40B4-BE49-F238E27FC236}">
                    <a16:creationId xmlns:a16="http://schemas.microsoft.com/office/drawing/2014/main" id="{9069DF24-6A71-4DCB-8A83-C2DD9FED7960}"/>
                  </a:ext>
                </a:extLst>
              </p:cNvPr>
              <p:cNvSpPr/>
              <p:nvPr/>
            </p:nvSpPr>
            <p:spPr>
              <a:xfrm>
                <a:off x="5002889" y="4287425"/>
                <a:ext cx="2231136" cy="1843059"/>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a:ea typeface="+mn-ea"/>
                  <a:cs typeface="+mn-cs"/>
                </a:endParaRPr>
              </a:p>
            </p:txBody>
          </p:sp>
          <p:grpSp>
            <p:nvGrpSpPr>
              <p:cNvPr id="41" name="Group 40">
                <a:extLst>
                  <a:ext uri="{FF2B5EF4-FFF2-40B4-BE49-F238E27FC236}">
                    <a16:creationId xmlns:a16="http://schemas.microsoft.com/office/drawing/2014/main" id="{71E2A16B-5455-4AD1-A2B5-9D877C9AC531}"/>
                  </a:ext>
                </a:extLst>
              </p:cNvPr>
              <p:cNvGrpSpPr/>
              <p:nvPr/>
            </p:nvGrpSpPr>
            <p:grpSpPr>
              <a:xfrm>
                <a:off x="5572463" y="1159721"/>
                <a:ext cx="1083936" cy="1083936"/>
                <a:chOff x="10049252" y="1400526"/>
                <a:chExt cx="1477582" cy="1477582"/>
              </a:xfrm>
            </p:grpSpPr>
            <p:grpSp>
              <p:nvGrpSpPr>
                <p:cNvPr id="42" name="Group 41">
                  <a:extLst>
                    <a:ext uri="{FF2B5EF4-FFF2-40B4-BE49-F238E27FC236}">
                      <a16:creationId xmlns:a16="http://schemas.microsoft.com/office/drawing/2014/main" id="{FEE314CD-ECAE-4083-AA3E-CA990CBD8566}"/>
                    </a:ext>
                  </a:extLst>
                </p:cNvPr>
                <p:cNvGrpSpPr/>
                <p:nvPr/>
              </p:nvGrpSpPr>
              <p:grpSpPr>
                <a:xfrm>
                  <a:off x="10049252" y="1400526"/>
                  <a:ext cx="1477582" cy="1477582"/>
                  <a:chOff x="5378677" y="2730500"/>
                  <a:chExt cx="2095500" cy="2095500"/>
                </a:xfrm>
              </p:grpSpPr>
              <p:sp>
                <p:nvSpPr>
                  <p:cNvPr id="44" name="Oval 43">
                    <a:extLst>
                      <a:ext uri="{FF2B5EF4-FFF2-40B4-BE49-F238E27FC236}">
                        <a16:creationId xmlns:a16="http://schemas.microsoft.com/office/drawing/2014/main" id="{D64E3E72-1697-4266-85DC-2955A99E0E5C}"/>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45" name="Oval 44">
                    <a:extLst>
                      <a:ext uri="{FF2B5EF4-FFF2-40B4-BE49-F238E27FC236}">
                        <a16:creationId xmlns:a16="http://schemas.microsoft.com/office/drawing/2014/main" id="{B24A6C33-FB38-4120-A53F-F9AEBC78CAE1}"/>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43" name="Oval 42">
                  <a:extLst>
                    <a:ext uri="{FF2B5EF4-FFF2-40B4-BE49-F238E27FC236}">
                      <a16:creationId xmlns:a16="http://schemas.microsoft.com/office/drawing/2014/main" id="{BBA782F5-564E-467F-9F10-401D6F75C982}"/>
                    </a:ext>
                  </a:extLst>
                </p:cNvPr>
                <p:cNvSpPr/>
                <p:nvPr/>
              </p:nvSpPr>
              <p:spPr>
                <a:xfrm>
                  <a:off x="10144971" y="1506396"/>
                  <a:ext cx="1265841" cy="1265841"/>
                </a:xfrm>
                <a:prstGeom prst="ellipse">
                  <a:avLst/>
                </a:prstGeom>
                <a:solidFill>
                  <a:srgbClr val="F70F00"/>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grpSp>
          <p:nvGrpSpPr>
            <p:cNvPr id="14" name="Group 13">
              <a:extLst>
                <a:ext uri="{FF2B5EF4-FFF2-40B4-BE49-F238E27FC236}">
                  <a16:creationId xmlns:a16="http://schemas.microsoft.com/office/drawing/2014/main" id="{98C48BC8-DC24-4BB5-9A5F-74BD0C16ECC6}"/>
                </a:ext>
              </a:extLst>
            </p:cNvPr>
            <p:cNvGrpSpPr/>
            <p:nvPr/>
          </p:nvGrpSpPr>
          <p:grpSpPr>
            <a:xfrm>
              <a:off x="7322403" y="1159721"/>
              <a:ext cx="2231136" cy="4973149"/>
              <a:chOff x="7322403" y="1159721"/>
              <a:chExt cx="2231136" cy="4973149"/>
            </a:xfrm>
          </p:grpSpPr>
          <p:sp>
            <p:nvSpPr>
              <p:cNvPr id="32" name="Rectangle 31">
                <a:extLst>
                  <a:ext uri="{FF2B5EF4-FFF2-40B4-BE49-F238E27FC236}">
                    <a16:creationId xmlns:a16="http://schemas.microsoft.com/office/drawing/2014/main" id="{8BB3CA2F-6284-4DDF-9122-06F345EC8579}"/>
                  </a:ext>
                </a:extLst>
              </p:cNvPr>
              <p:cNvSpPr/>
              <p:nvPr/>
            </p:nvSpPr>
            <p:spPr>
              <a:xfrm>
                <a:off x="7322462" y="1670058"/>
                <a:ext cx="2231077" cy="3150972"/>
              </a:xfrm>
              <a:prstGeom prst="rect">
                <a:avLst/>
              </a:prstGeom>
              <a:solidFill>
                <a:srgbClr val="F2F2F2"/>
              </a:solidFill>
              <a:ln w="381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a:ln>
                    <a:noFill/>
                  </a:ln>
                  <a:solidFill>
                    <a:srgbClr val="000000">
                      <a:lumMod val="85000"/>
                      <a:lumOff val="15000"/>
                    </a:srgbClr>
                  </a:solidFill>
                  <a:effectLst/>
                  <a:uLnTx/>
                  <a:uFillTx/>
                  <a:latin typeface="Adobe Clean Black" panose="020B0A03020404020204" pitchFamily="34" charset="0"/>
                  <a:ea typeface="+mn-ea"/>
                  <a:cs typeface="+mn-cs"/>
                </a:endParaRPr>
              </a:p>
            </p:txBody>
          </p:sp>
          <p:sp>
            <p:nvSpPr>
              <p:cNvPr id="33" name="Rectangle 32">
                <a:extLst>
                  <a:ext uri="{FF2B5EF4-FFF2-40B4-BE49-F238E27FC236}">
                    <a16:creationId xmlns:a16="http://schemas.microsoft.com/office/drawing/2014/main" id="{AAC10E16-7B02-4FFD-875D-D765A2CFCB4B}"/>
                  </a:ext>
                </a:extLst>
              </p:cNvPr>
              <p:cNvSpPr/>
              <p:nvPr/>
            </p:nvSpPr>
            <p:spPr>
              <a:xfrm>
                <a:off x="7322403" y="4289811"/>
                <a:ext cx="2231136" cy="1843059"/>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a:ea typeface="+mn-ea"/>
                  <a:cs typeface="+mn-cs"/>
                </a:endParaRPr>
              </a:p>
            </p:txBody>
          </p:sp>
          <p:grpSp>
            <p:nvGrpSpPr>
              <p:cNvPr id="34" name="Group 33">
                <a:extLst>
                  <a:ext uri="{FF2B5EF4-FFF2-40B4-BE49-F238E27FC236}">
                    <a16:creationId xmlns:a16="http://schemas.microsoft.com/office/drawing/2014/main" id="{D3A7DAAD-F899-4845-A849-03566C4BF9D4}"/>
                  </a:ext>
                </a:extLst>
              </p:cNvPr>
              <p:cNvGrpSpPr/>
              <p:nvPr/>
            </p:nvGrpSpPr>
            <p:grpSpPr>
              <a:xfrm>
                <a:off x="7906872" y="1159721"/>
                <a:ext cx="1083936" cy="1083936"/>
                <a:chOff x="10049252" y="1400526"/>
                <a:chExt cx="1477582" cy="1477582"/>
              </a:xfrm>
            </p:grpSpPr>
            <p:grpSp>
              <p:nvGrpSpPr>
                <p:cNvPr id="35" name="Group 34">
                  <a:extLst>
                    <a:ext uri="{FF2B5EF4-FFF2-40B4-BE49-F238E27FC236}">
                      <a16:creationId xmlns:a16="http://schemas.microsoft.com/office/drawing/2014/main" id="{3070CF6E-7C25-4460-A203-97984A501635}"/>
                    </a:ext>
                  </a:extLst>
                </p:cNvPr>
                <p:cNvGrpSpPr/>
                <p:nvPr/>
              </p:nvGrpSpPr>
              <p:grpSpPr>
                <a:xfrm>
                  <a:off x="10049252" y="1400526"/>
                  <a:ext cx="1477582" cy="1477582"/>
                  <a:chOff x="5378677" y="2730500"/>
                  <a:chExt cx="2095500" cy="2095500"/>
                </a:xfrm>
              </p:grpSpPr>
              <p:sp>
                <p:nvSpPr>
                  <p:cNvPr id="37" name="Oval 36">
                    <a:extLst>
                      <a:ext uri="{FF2B5EF4-FFF2-40B4-BE49-F238E27FC236}">
                        <a16:creationId xmlns:a16="http://schemas.microsoft.com/office/drawing/2014/main" id="{ED00B269-E836-40D0-AE05-FF9FE4108A31}"/>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38" name="Oval 37">
                    <a:extLst>
                      <a:ext uri="{FF2B5EF4-FFF2-40B4-BE49-F238E27FC236}">
                        <a16:creationId xmlns:a16="http://schemas.microsoft.com/office/drawing/2014/main" id="{7EB7E658-D9D9-4E72-AB71-E2202B9E325A}"/>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36" name="Oval 35">
                  <a:extLst>
                    <a:ext uri="{FF2B5EF4-FFF2-40B4-BE49-F238E27FC236}">
                      <a16:creationId xmlns:a16="http://schemas.microsoft.com/office/drawing/2014/main" id="{C6B1271C-64F8-42A1-BA5D-B38B8EFE723A}"/>
                    </a:ext>
                  </a:extLst>
                </p:cNvPr>
                <p:cNvSpPr/>
                <p:nvPr/>
              </p:nvSpPr>
              <p:spPr>
                <a:xfrm>
                  <a:off x="10144971" y="1506396"/>
                  <a:ext cx="1265841" cy="1265841"/>
                </a:xfrm>
                <a:prstGeom prst="ellipse">
                  <a:avLst/>
                </a:prstGeom>
                <a:solidFill>
                  <a:srgbClr val="F70F00"/>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grpSp>
          <p:nvGrpSpPr>
            <p:cNvPr id="15" name="Group 14">
              <a:extLst>
                <a:ext uri="{FF2B5EF4-FFF2-40B4-BE49-F238E27FC236}">
                  <a16:creationId xmlns:a16="http://schemas.microsoft.com/office/drawing/2014/main" id="{AE2B9B4C-A3BA-4431-A14B-BD118D323C8D}"/>
                </a:ext>
              </a:extLst>
            </p:cNvPr>
            <p:cNvGrpSpPr/>
            <p:nvPr/>
          </p:nvGrpSpPr>
          <p:grpSpPr>
            <a:xfrm>
              <a:off x="9641916" y="1159721"/>
              <a:ext cx="2231136" cy="4969898"/>
              <a:chOff x="9641916" y="1159721"/>
              <a:chExt cx="2231136" cy="4969898"/>
            </a:xfrm>
          </p:grpSpPr>
          <p:sp>
            <p:nvSpPr>
              <p:cNvPr id="25" name="Rectangle 24">
                <a:extLst>
                  <a:ext uri="{FF2B5EF4-FFF2-40B4-BE49-F238E27FC236}">
                    <a16:creationId xmlns:a16="http://schemas.microsoft.com/office/drawing/2014/main" id="{D8A89B51-3922-4B9E-9DFF-D4C13C2B38D7}"/>
                  </a:ext>
                </a:extLst>
              </p:cNvPr>
              <p:cNvSpPr/>
              <p:nvPr/>
            </p:nvSpPr>
            <p:spPr>
              <a:xfrm>
                <a:off x="9641919" y="1670200"/>
                <a:ext cx="2231077" cy="2732331"/>
              </a:xfrm>
              <a:prstGeom prst="rect">
                <a:avLst/>
              </a:prstGeom>
              <a:solidFill>
                <a:srgbClr val="F2F2F2"/>
              </a:solidFill>
              <a:ln w="381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a:ln>
                    <a:noFill/>
                  </a:ln>
                  <a:solidFill>
                    <a:srgbClr val="000000">
                      <a:lumMod val="85000"/>
                      <a:lumOff val="15000"/>
                    </a:srgbClr>
                  </a:solidFill>
                  <a:effectLst/>
                  <a:uLnTx/>
                  <a:uFillTx/>
                  <a:latin typeface="Adobe Clean Black" panose="020B0A03020404020204" pitchFamily="34" charset="0"/>
                  <a:ea typeface="+mn-ea"/>
                  <a:cs typeface="+mn-cs"/>
                </a:endParaRPr>
              </a:p>
            </p:txBody>
          </p:sp>
          <p:sp>
            <p:nvSpPr>
              <p:cNvPr id="26" name="Rectangle 25">
                <a:extLst>
                  <a:ext uri="{FF2B5EF4-FFF2-40B4-BE49-F238E27FC236}">
                    <a16:creationId xmlns:a16="http://schemas.microsoft.com/office/drawing/2014/main" id="{F89BEF5C-ABC4-45C7-9C2F-CEB7E76D40FD}"/>
                  </a:ext>
                </a:extLst>
              </p:cNvPr>
              <p:cNvSpPr/>
              <p:nvPr/>
            </p:nvSpPr>
            <p:spPr>
              <a:xfrm>
                <a:off x="9641916" y="4286560"/>
                <a:ext cx="2231136" cy="1843059"/>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a:ea typeface="+mn-ea"/>
                  <a:cs typeface="+mn-cs"/>
                </a:endParaRPr>
              </a:p>
            </p:txBody>
          </p:sp>
          <p:grpSp>
            <p:nvGrpSpPr>
              <p:cNvPr id="27" name="Group 26">
                <a:extLst>
                  <a:ext uri="{FF2B5EF4-FFF2-40B4-BE49-F238E27FC236}">
                    <a16:creationId xmlns:a16="http://schemas.microsoft.com/office/drawing/2014/main" id="{026CC6D2-CBB1-4388-A654-682C7BB2CD62}"/>
                  </a:ext>
                </a:extLst>
              </p:cNvPr>
              <p:cNvGrpSpPr/>
              <p:nvPr/>
            </p:nvGrpSpPr>
            <p:grpSpPr>
              <a:xfrm>
                <a:off x="10209009" y="1159721"/>
                <a:ext cx="1083936" cy="1083936"/>
                <a:chOff x="10049252" y="1400526"/>
                <a:chExt cx="1477582" cy="1477582"/>
              </a:xfrm>
            </p:grpSpPr>
            <p:grpSp>
              <p:nvGrpSpPr>
                <p:cNvPr id="28" name="Group 27">
                  <a:extLst>
                    <a:ext uri="{FF2B5EF4-FFF2-40B4-BE49-F238E27FC236}">
                      <a16:creationId xmlns:a16="http://schemas.microsoft.com/office/drawing/2014/main" id="{55A12ED4-5F6D-4B89-9F72-8463D9C3C926}"/>
                    </a:ext>
                  </a:extLst>
                </p:cNvPr>
                <p:cNvGrpSpPr/>
                <p:nvPr/>
              </p:nvGrpSpPr>
              <p:grpSpPr>
                <a:xfrm>
                  <a:off x="10049252" y="1400526"/>
                  <a:ext cx="1477582" cy="1477582"/>
                  <a:chOff x="5378677" y="2730500"/>
                  <a:chExt cx="2095500" cy="2095500"/>
                </a:xfrm>
              </p:grpSpPr>
              <p:sp>
                <p:nvSpPr>
                  <p:cNvPr id="30" name="Oval 29">
                    <a:extLst>
                      <a:ext uri="{FF2B5EF4-FFF2-40B4-BE49-F238E27FC236}">
                        <a16:creationId xmlns:a16="http://schemas.microsoft.com/office/drawing/2014/main" id="{C2931997-0204-4023-8AA7-D85E2C720CA3}"/>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31" name="Oval 30">
                    <a:extLst>
                      <a:ext uri="{FF2B5EF4-FFF2-40B4-BE49-F238E27FC236}">
                        <a16:creationId xmlns:a16="http://schemas.microsoft.com/office/drawing/2014/main" id="{9265C587-27BA-4192-A886-1F4B265911ED}"/>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29" name="Oval 28">
                  <a:extLst>
                    <a:ext uri="{FF2B5EF4-FFF2-40B4-BE49-F238E27FC236}">
                      <a16:creationId xmlns:a16="http://schemas.microsoft.com/office/drawing/2014/main" id="{CCE7C62B-5C82-4F47-95AF-D7D5E6CB4FBF}"/>
                    </a:ext>
                  </a:extLst>
                </p:cNvPr>
                <p:cNvSpPr/>
                <p:nvPr/>
              </p:nvSpPr>
              <p:spPr>
                <a:xfrm>
                  <a:off x="10144971" y="1506396"/>
                  <a:ext cx="1265841" cy="1265841"/>
                </a:xfrm>
                <a:prstGeom prst="ellipse">
                  <a:avLst/>
                </a:prstGeom>
                <a:solidFill>
                  <a:srgbClr val="F70F00"/>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grpSp>
          <p:nvGrpSpPr>
            <p:cNvPr id="16" name="Group 15">
              <a:extLst>
                <a:ext uri="{FF2B5EF4-FFF2-40B4-BE49-F238E27FC236}">
                  <a16:creationId xmlns:a16="http://schemas.microsoft.com/office/drawing/2014/main" id="{406FD1B2-EA5D-4112-A8F0-0D47B4C7B4D9}"/>
                </a:ext>
              </a:extLst>
            </p:cNvPr>
            <p:cNvGrpSpPr/>
            <p:nvPr/>
          </p:nvGrpSpPr>
          <p:grpSpPr>
            <a:xfrm>
              <a:off x="319006" y="1159721"/>
              <a:ext cx="2243686" cy="4949802"/>
              <a:chOff x="319006" y="1159721"/>
              <a:chExt cx="2243686" cy="4949802"/>
            </a:xfrm>
          </p:grpSpPr>
          <p:grpSp>
            <p:nvGrpSpPr>
              <p:cNvPr id="17" name="Group 16">
                <a:extLst>
                  <a:ext uri="{FF2B5EF4-FFF2-40B4-BE49-F238E27FC236}">
                    <a16:creationId xmlns:a16="http://schemas.microsoft.com/office/drawing/2014/main" id="{80EBE859-E50A-418C-AEB4-C83389260326}"/>
                  </a:ext>
                </a:extLst>
              </p:cNvPr>
              <p:cNvGrpSpPr/>
              <p:nvPr/>
            </p:nvGrpSpPr>
            <p:grpSpPr>
              <a:xfrm>
                <a:off x="319006" y="1670201"/>
                <a:ext cx="2243686" cy="4439322"/>
                <a:chOff x="319006" y="1670201"/>
                <a:chExt cx="2243686" cy="4439322"/>
              </a:xfrm>
            </p:grpSpPr>
            <p:sp>
              <p:nvSpPr>
                <p:cNvPr id="23" name="Rectangle 22">
                  <a:extLst>
                    <a:ext uri="{FF2B5EF4-FFF2-40B4-BE49-F238E27FC236}">
                      <a16:creationId xmlns:a16="http://schemas.microsoft.com/office/drawing/2014/main" id="{D4BA60FB-B2C6-4C14-8C76-451671C0246C}"/>
                    </a:ext>
                  </a:extLst>
                </p:cNvPr>
                <p:cNvSpPr/>
                <p:nvPr/>
              </p:nvSpPr>
              <p:spPr>
                <a:xfrm>
                  <a:off x="331556" y="4266464"/>
                  <a:ext cx="2231136" cy="1843059"/>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a:ea typeface="+mn-ea"/>
                    <a:cs typeface="+mn-cs"/>
                  </a:endParaRPr>
                </a:p>
              </p:txBody>
            </p:sp>
            <p:sp>
              <p:nvSpPr>
                <p:cNvPr id="24" name="Rectangle 23">
                  <a:extLst>
                    <a:ext uri="{FF2B5EF4-FFF2-40B4-BE49-F238E27FC236}">
                      <a16:creationId xmlns:a16="http://schemas.microsoft.com/office/drawing/2014/main" id="{73ADCB8E-5F2D-48A8-A157-0191F26BA2E1}"/>
                    </a:ext>
                  </a:extLst>
                </p:cNvPr>
                <p:cNvSpPr/>
                <p:nvPr/>
              </p:nvSpPr>
              <p:spPr>
                <a:xfrm>
                  <a:off x="319006" y="1670201"/>
                  <a:ext cx="2231077" cy="2616359"/>
                </a:xfrm>
                <a:prstGeom prst="rect">
                  <a:avLst/>
                </a:prstGeom>
                <a:solidFill>
                  <a:srgbClr val="F2F2F2"/>
                </a:solidFill>
                <a:ln w="381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200" b="0" i="0" u="none" strike="noStrike" kern="0" cap="none" spc="0" normalizeH="0" baseline="0" noProof="0">
                    <a:ln>
                      <a:noFill/>
                    </a:ln>
                    <a:solidFill>
                      <a:srgbClr val="000000">
                        <a:lumMod val="85000"/>
                        <a:lumOff val="15000"/>
                      </a:srgbClr>
                    </a:solidFill>
                    <a:effectLst/>
                    <a:uLnTx/>
                    <a:uFillTx/>
                    <a:latin typeface="Adobe Clean Black" panose="020B0A03020404020204" pitchFamily="34" charset="0"/>
                    <a:ea typeface="+mn-ea"/>
                    <a:cs typeface="+mn-cs"/>
                  </a:endParaRPr>
                </a:p>
              </p:txBody>
            </p:sp>
          </p:grpSp>
          <p:grpSp>
            <p:nvGrpSpPr>
              <p:cNvPr id="18" name="Group 17">
                <a:extLst>
                  <a:ext uri="{FF2B5EF4-FFF2-40B4-BE49-F238E27FC236}">
                    <a16:creationId xmlns:a16="http://schemas.microsoft.com/office/drawing/2014/main" id="{D72B1E68-0C17-4608-BF05-297DDDD2778B}"/>
                  </a:ext>
                </a:extLst>
              </p:cNvPr>
              <p:cNvGrpSpPr/>
              <p:nvPr/>
            </p:nvGrpSpPr>
            <p:grpSpPr>
              <a:xfrm>
                <a:off x="892886" y="1159721"/>
                <a:ext cx="1083936" cy="1083936"/>
                <a:chOff x="10049252" y="1400526"/>
                <a:chExt cx="1477582" cy="1477582"/>
              </a:xfrm>
            </p:grpSpPr>
            <p:grpSp>
              <p:nvGrpSpPr>
                <p:cNvPr id="19" name="Group 18">
                  <a:extLst>
                    <a:ext uri="{FF2B5EF4-FFF2-40B4-BE49-F238E27FC236}">
                      <a16:creationId xmlns:a16="http://schemas.microsoft.com/office/drawing/2014/main" id="{693A309E-AAFE-4A62-AFF0-B5F63053B5D3}"/>
                    </a:ext>
                  </a:extLst>
                </p:cNvPr>
                <p:cNvGrpSpPr/>
                <p:nvPr/>
              </p:nvGrpSpPr>
              <p:grpSpPr>
                <a:xfrm>
                  <a:off x="10049252" y="1400526"/>
                  <a:ext cx="1477582" cy="1477582"/>
                  <a:chOff x="5378677" y="2730500"/>
                  <a:chExt cx="2095500" cy="2095500"/>
                </a:xfrm>
              </p:grpSpPr>
              <p:sp>
                <p:nvSpPr>
                  <p:cNvPr id="21" name="Oval 20">
                    <a:extLst>
                      <a:ext uri="{FF2B5EF4-FFF2-40B4-BE49-F238E27FC236}">
                        <a16:creationId xmlns:a16="http://schemas.microsoft.com/office/drawing/2014/main" id="{0F2840CB-74B4-4776-802C-4E5B92D528D5}"/>
                      </a:ext>
                    </a:extLst>
                  </p:cNvPr>
                  <p:cNvSpPr/>
                  <p:nvPr/>
                </p:nvSpPr>
                <p:spPr>
                  <a:xfrm>
                    <a:off x="5378677" y="2730500"/>
                    <a:ext cx="2095500" cy="2095500"/>
                  </a:xfrm>
                  <a:prstGeom prst="ellipse">
                    <a:avLst/>
                  </a:prstGeom>
                  <a:solidFill>
                    <a:srgbClr val="F4F6F8"/>
                  </a:solidFill>
                  <a:ln>
                    <a:noFill/>
                  </a:ln>
                  <a:effectLst>
                    <a:outerShdw blurRad="889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22" name="Oval 21">
                    <a:extLst>
                      <a:ext uri="{FF2B5EF4-FFF2-40B4-BE49-F238E27FC236}">
                        <a16:creationId xmlns:a16="http://schemas.microsoft.com/office/drawing/2014/main" id="{303B8191-4A7D-4B0E-995F-E93E0C6F5467}"/>
                      </a:ext>
                    </a:extLst>
                  </p:cNvPr>
                  <p:cNvSpPr/>
                  <p:nvPr/>
                </p:nvSpPr>
                <p:spPr>
                  <a:xfrm>
                    <a:off x="5378677" y="2730500"/>
                    <a:ext cx="2095500" cy="2095500"/>
                  </a:xfrm>
                  <a:prstGeom prst="ellipse">
                    <a:avLst/>
                  </a:prstGeom>
                  <a:gradFill flip="none" rotWithShape="1">
                    <a:gsLst>
                      <a:gs pos="0">
                        <a:srgbClr val="EEEEEE"/>
                      </a:gs>
                      <a:gs pos="56000">
                        <a:srgbClr val="F4F6F8">
                          <a:alpha val="0"/>
                        </a:srgbClr>
                      </a:gs>
                    </a:gsLst>
                    <a:lin ang="2700000" scaled="1"/>
                    <a:tileRect/>
                  </a:gradFill>
                  <a:ln>
                    <a:noFill/>
                  </a:ln>
                  <a:effectLst>
                    <a:innerShdw blurRad="63500" dist="50800" dir="13500000">
                      <a:schemeClr val="bg1">
                        <a:lumMod val="85000"/>
                        <a:alpha val="84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dobe Clean SemiLight" panose="020B0403020404020204" pitchFamily="34" charset="0"/>
                      <a:ea typeface="+mn-ea"/>
                      <a:cs typeface="+mn-cs"/>
                    </a:endParaRPr>
                  </a:p>
                </p:txBody>
              </p:sp>
            </p:grpSp>
            <p:sp>
              <p:nvSpPr>
                <p:cNvPr id="20" name="Oval 19">
                  <a:extLst>
                    <a:ext uri="{FF2B5EF4-FFF2-40B4-BE49-F238E27FC236}">
                      <a16:creationId xmlns:a16="http://schemas.microsoft.com/office/drawing/2014/main" id="{A7CADB03-616D-46A9-AA8B-78B708CF9799}"/>
                    </a:ext>
                  </a:extLst>
                </p:cNvPr>
                <p:cNvSpPr/>
                <p:nvPr/>
              </p:nvSpPr>
              <p:spPr>
                <a:xfrm>
                  <a:off x="10144971" y="1506396"/>
                  <a:ext cx="1265841" cy="1265841"/>
                </a:xfrm>
                <a:prstGeom prst="ellipse">
                  <a:avLst/>
                </a:prstGeom>
                <a:solidFill>
                  <a:srgbClr val="F70F00"/>
                </a:solidFill>
                <a:ln w="25400" cap="flat" cmpd="sng" algn="ctr">
                  <a:noFill/>
                  <a:prstDash val="solid"/>
                </a:ln>
                <a:effectLst>
                  <a:innerShdw blurRad="114300">
                    <a:prstClr val="black">
                      <a:alpha val="20000"/>
                    </a:prstClr>
                  </a:innerShdw>
                </a:effectLst>
              </p:spPr>
              <p:txBody>
                <a:bodyPr rtlCol="0" anchor="ctr"/>
                <a:lstStyle/>
                <a:p>
                  <a:pPr algn="ctr" defTabSz="593994"/>
                  <a:endParaRPr lang="en-GB" sz="1169" kern="0">
                    <a:solidFill>
                      <a:srgbClr val="FFFFFF"/>
                    </a:solidFill>
                    <a:latin typeface="Adobe Clean SemiLight" panose="020B0403020404020204" pitchFamily="34" charset="0"/>
                  </a:endParaRPr>
                </a:p>
              </p:txBody>
            </p:sp>
          </p:grpSp>
        </p:grpSp>
      </p:gr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a:xfrm>
            <a:off x="386664" y="2409242"/>
            <a:ext cx="2098648" cy="573683"/>
          </a:xfrm>
        </p:spPr>
        <p:txBody>
          <a:bodyPr/>
          <a:lstStyle>
            <a:lvl1pPr algn="ctr">
              <a:buNone/>
              <a:defRPr lang="en-US" sz="18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Lorem Ipsum</a:t>
            </a:r>
          </a:p>
        </p:txBody>
      </p:sp>
      <p:sp>
        <p:nvSpPr>
          <p:cNvPr id="4" name="Date Placeholder 3"/>
          <p:cNvSpPr>
            <a:spLocks noGrp="1"/>
          </p:cNvSpPr>
          <p:nvPr>
            <p:ph type="dt" sz="half" idx="10"/>
          </p:nvPr>
        </p:nvSpPr>
        <p:spPr/>
        <p:txBody>
          <a:bodyPr/>
          <a:lstStyle>
            <a:lvl1pPr>
              <a:defRPr lang="en-US" smtClean="0">
                <a:solidFill>
                  <a:schemeClr val="tx1">
                    <a:lumMod val="75000"/>
                    <a:lumOff val="25000"/>
                  </a:schemeClr>
                </a:solidFill>
              </a:defRPr>
            </a:lvl1pPr>
          </a:lstStyle>
          <a:p>
            <a:fld id="{B3B8D6CA-D4AF-4FDC-9641-A8569C957DEB}" type="datetime1">
              <a:rPr lang="en-US" smtClean="0"/>
              <a:pPr/>
              <a:t>3/5/2026</a:t>
            </a:fld>
            <a:endParaRPr lang="en-US"/>
          </a:p>
        </p:txBody>
      </p:sp>
      <p:sp>
        <p:nvSpPr>
          <p:cNvPr id="5" name="Footer Placeholder 4"/>
          <p:cNvSpPr>
            <a:spLocks noGrp="1"/>
          </p:cNvSpPr>
          <p:nvPr>
            <p:ph type="ftr" sz="quarter" idx="11"/>
          </p:nvPr>
        </p:nvSpPr>
        <p:spPr/>
        <p:txBody>
          <a:bodyPr/>
          <a:lstStyle>
            <a:lvl1pPr>
              <a:defRPr lang="en-US">
                <a:solidFill>
                  <a:schemeClr val="tx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lang="en-US" smtClean="0">
                <a:solidFill>
                  <a:schemeClr val="tx1">
                    <a:lumMod val="75000"/>
                    <a:lumOff val="25000"/>
                  </a:schemeClr>
                </a:solidFill>
              </a:defRPr>
            </a:lvl1pPr>
          </a:lstStyle>
          <a:p>
            <a:pPr algn="ctr"/>
            <a:fld id="{90156F56-D5AE-4C6F-B826-C69D1BC521BB}" type="slidenum">
              <a:rPr lang="en-US" smtClean="0"/>
              <a:pPr algn="ctr"/>
              <a:t>‹#›</a:t>
            </a:fld>
            <a:endParaRPr lang="en-US"/>
          </a:p>
        </p:txBody>
      </p:sp>
      <p:sp>
        <p:nvSpPr>
          <p:cNvPr id="9" name="Rectangle 21"/>
          <p:cNvSpPr>
            <a:spLocks noChangeArrowheads="1"/>
          </p:cNvSpPr>
          <p:nvPr userDrawn="1"/>
        </p:nvSpPr>
        <p:spPr bwMode="auto">
          <a:xfrm>
            <a:off x="304800" y="6487239"/>
            <a:ext cx="5183029" cy="107722"/>
          </a:xfrm>
          <a:prstGeom prst="rect">
            <a:avLst/>
          </a:prstGeom>
          <a:noFill/>
          <a:ln w="9525">
            <a:noFill/>
            <a:miter lim="800000"/>
            <a:headEnd/>
            <a:tailEnd/>
          </a:ln>
        </p:spPr>
        <p:txBody>
          <a:bodyPr wrap="square" lIns="0" tIns="0" rIns="0" bIns="0" anchor="b">
            <a:spAutoFit/>
          </a:bodyPr>
          <a:lstStyle/>
          <a:p>
            <a:r>
              <a:rPr lang="en-US" sz="700">
                <a:solidFill>
                  <a:schemeClr val="tx1">
                    <a:lumMod val="75000"/>
                    <a:lumOff val="25000"/>
                  </a:schemeClr>
                </a:solidFill>
                <a:latin typeface="Adobe Clean" pitchFamily="-111" charset="0"/>
              </a:rPr>
              <a:t>© 2019 Adobe.  All Rights Reserved.  Adobe Confidential.</a:t>
            </a:r>
          </a:p>
        </p:txBody>
      </p:sp>
      <p:pic>
        <p:nvPicPr>
          <p:cNvPr id="11" name="Picture 10">
            <a:extLst>
              <a:ext uri="{FF2B5EF4-FFF2-40B4-BE49-F238E27FC236}">
                <a16:creationId xmlns:a16="http://schemas.microsoft.com/office/drawing/2014/main" id="{06C5E9D1-B533-45CD-8659-01F1B2E0F78A}"/>
              </a:ext>
            </a:extLst>
          </p:cNvPr>
          <p:cNvPicPr>
            <a:picLocks noChangeAspect="1"/>
          </p:cNvPicPr>
          <p:nvPr userDrawn="1"/>
        </p:nvPicPr>
        <p:blipFill>
          <a:blip r:embed="rId2">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1699744" y="6528876"/>
            <a:ext cx="187457" cy="258055"/>
          </a:xfrm>
          <a:prstGeom prst="rect">
            <a:avLst/>
          </a:prstGeom>
        </p:spPr>
      </p:pic>
      <p:sp>
        <p:nvSpPr>
          <p:cNvPr id="53" name="Content Placeholder 2">
            <a:extLst>
              <a:ext uri="{FF2B5EF4-FFF2-40B4-BE49-F238E27FC236}">
                <a16:creationId xmlns:a16="http://schemas.microsoft.com/office/drawing/2014/main" id="{BEF77E61-BB75-4BC7-A50F-B2B955B55298}"/>
              </a:ext>
            </a:extLst>
          </p:cNvPr>
          <p:cNvSpPr>
            <a:spLocks noGrp="1"/>
          </p:cNvSpPr>
          <p:nvPr>
            <p:ph idx="13" hasCustomPrompt="1"/>
          </p:nvPr>
        </p:nvSpPr>
        <p:spPr>
          <a:xfrm>
            <a:off x="386664" y="3055723"/>
            <a:ext cx="2098648" cy="1210740"/>
          </a:xfrm>
        </p:spPr>
        <p:txBody>
          <a:bodyPr/>
          <a:lstStyle>
            <a:lvl1pPr algn="ctr">
              <a:buNone/>
              <a:defRPr lang="en-US" sz="1600" b="0" i="0" kern="0" noProof="0" dirty="0">
                <a:solidFill>
                  <a:srgbClr val="2C2C2C"/>
                </a:solidFill>
                <a:latin typeface="Adobe Clean SemiLight" panose="020B0403020404020204" pitchFamily="34" charset="0"/>
                <a:ea typeface="+mn-ea"/>
                <a:cs typeface="+mn-cs"/>
              </a:defRPr>
            </a:lvl1pPr>
            <a:lvl2pPr algn="ctr">
              <a:buNone/>
              <a:defRPr/>
            </a:lvl2pPr>
          </a:lstStyle>
          <a:p>
            <a:pPr marL="0" marR="0" lvl="0" indent="0" algn="ctr" defTabSz="913289"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2C2C2C"/>
                </a:solidFill>
                <a:effectLst/>
                <a:uLnTx/>
                <a:uFillTx/>
                <a:latin typeface="Adobe Clean SemiLight" panose="020B0403020404020204" pitchFamily="34" charset="0"/>
              </a:rPr>
              <a:t>Body Text</a:t>
            </a:r>
          </a:p>
        </p:txBody>
      </p:sp>
      <p:sp>
        <p:nvSpPr>
          <p:cNvPr id="55" name="Content Placeholder 2">
            <a:extLst>
              <a:ext uri="{FF2B5EF4-FFF2-40B4-BE49-F238E27FC236}">
                <a16:creationId xmlns:a16="http://schemas.microsoft.com/office/drawing/2014/main" id="{13F15334-BBB4-49C9-9B14-97057C5865A0}"/>
              </a:ext>
            </a:extLst>
          </p:cNvPr>
          <p:cNvSpPr>
            <a:spLocks noGrp="1"/>
          </p:cNvSpPr>
          <p:nvPr>
            <p:ph idx="15" hasCustomPrompt="1"/>
          </p:nvPr>
        </p:nvSpPr>
        <p:spPr>
          <a:xfrm>
            <a:off x="2722091" y="2409242"/>
            <a:ext cx="2098648" cy="573683"/>
          </a:xfrm>
        </p:spPr>
        <p:txBody>
          <a:bodyPr/>
          <a:lstStyle>
            <a:lvl1pPr algn="ctr">
              <a:buNone/>
              <a:defRPr lang="en-US" sz="1800" kern="0" noProof="0" dirty="0" smtClean="0">
                <a:solidFill>
                  <a:srgbClr val="2C2C2C"/>
                </a:solidFill>
                <a:latin typeface="Adobe Clean ExtraBold" panose="020B0903020404020204" pitchFamily="34" charset="0"/>
                <a:ea typeface="+mn-ea"/>
                <a:cs typeface="+mn-cs"/>
              </a:defRPr>
            </a:lvl1pPr>
            <a:lvl2pPr algn="ctr">
              <a:buNone/>
              <a:defRPr/>
            </a:lvl2pPr>
          </a:lstStyle>
          <a:p>
            <a:pPr algn="ctr" defTabSz="754880">
              <a:defRPr/>
            </a:pPr>
            <a:r>
              <a:rPr lang="en-US" kern="0">
                <a:solidFill>
                  <a:srgbClr val="2C2C2C"/>
                </a:solidFill>
                <a:latin typeface="Adobe Clean ExtraBold" panose="020B0903020404020204" pitchFamily="34" charset="0"/>
              </a:rPr>
              <a:t>Personalized experiences</a:t>
            </a:r>
            <a:endParaRPr kumimoji="0" lang="en-US" sz="1600" b="0" i="0" u="none" strike="noStrike" kern="0" cap="none" spc="0" normalizeH="0" baseline="0" noProof="0">
              <a:ln>
                <a:noFill/>
              </a:ln>
              <a:solidFill>
                <a:srgbClr val="2C2C2C"/>
              </a:solidFill>
              <a:effectLst/>
              <a:uLnTx/>
              <a:uFillTx/>
              <a:latin typeface="Adobe Clean SemiLight" panose="020B0403020404020204" pitchFamily="34" charset="0"/>
            </a:endParaRPr>
          </a:p>
        </p:txBody>
      </p:sp>
      <p:sp>
        <p:nvSpPr>
          <p:cNvPr id="56" name="Content Placeholder 2">
            <a:extLst>
              <a:ext uri="{FF2B5EF4-FFF2-40B4-BE49-F238E27FC236}">
                <a16:creationId xmlns:a16="http://schemas.microsoft.com/office/drawing/2014/main" id="{E4D7ECC7-3C2A-4994-B63B-421DCC5EFB37}"/>
              </a:ext>
            </a:extLst>
          </p:cNvPr>
          <p:cNvSpPr>
            <a:spLocks noGrp="1"/>
          </p:cNvSpPr>
          <p:nvPr>
            <p:ph idx="16" hasCustomPrompt="1"/>
          </p:nvPr>
        </p:nvSpPr>
        <p:spPr>
          <a:xfrm>
            <a:off x="2722091" y="3055723"/>
            <a:ext cx="2098648" cy="1210740"/>
          </a:xfrm>
        </p:spPr>
        <p:txBody>
          <a:bodyPr/>
          <a:lstStyle>
            <a:lvl1pPr algn="ctr">
              <a:buNone/>
              <a:defRPr kumimoji="0" lang="en-US" sz="1600" b="0" i="0" u="none" strike="noStrike" kern="0" cap="none" spc="0" normalizeH="0" baseline="0" noProof="0" dirty="0">
                <a:ln>
                  <a:noFill/>
                </a:ln>
                <a:solidFill>
                  <a:srgbClr val="2C2C2C"/>
                </a:solidFill>
                <a:effectLst/>
                <a:uLnTx/>
                <a:uFillTx/>
                <a:latin typeface="Adobe Clean SemiLight" panose="020B0403020404020204" pitchFamily="34" charset="0"/>
                <a:ea typeface="+mn-ea"/>
                <a:cs typeface="+mn-cs"/>
              </a:defRPr>
            </a:lvl1pPr>
            <a:lvl2pPr algn="ctr">
              <a:buNone/>
              <a:defRPr/>
            </a:lvl2pPr>
          </a:lstStyle>
          <a:p>
            <a:pPr marL="0" marR="0" lvl="0" indent="0" algn="ctr" defTabSz="913289"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2C2C2C"/>
                </a:solidFill>
                <a:effectLst/>
                <a:uLnTx/>
                <a:uFillTx/>
                <a:latin typeface="Adobe Clean SemiLight" panose="020B0403020404020204" pitchFamily="34" charset="0"/>
              </a:rPr>
              <a:t>Body Text</a:t>
            </a:r>
          </a:p>
        </p:txBody>
      </p:sp>
      <p:sp>
        <p:nvSpPr>
          <p:cNvPr id="58" name="Content Placeholder 2">
            <a:extLst>
              <a:ext uri="{FF2B5EF4-FFF2-40B4-BE49-F238E27FC236}">
                <a16:creationId xmlns:a16="http://schemas.microsoft.com/office/drawing/2014/main" id="{06F19AD6-3ED9-4584-8901-1E805C59F90B}"/>
              </a:ext>
            </a:extLst>
          </p:cNvPr>
          <p:cNvSpPr>
            <a:spLocks noGrp="1"/>
          </p:cNvSpPr>
          <p:nvPr>
            <p:ph idx="18" hasCustomPrompt="1"/>
          </p:nvPr>
        </p:nvSpPr>
        <p:spPr>
          <a:xfrm>
            <a:off x="5073592" y="2409242"/>
            <a:ext cx="2098648" cy="573683"/>
          </a:xfrm>
        </p:spPr>
        <p:txBody>
          <a:bodyPr/>
          <a:lstStyle>
            <a:lvl1pPr algn="ctr">
              <a:buNone/>
              <a:defRPr lang="en-US" sz="18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Lorem Ipsum</a:t>
            </a:r>
          </a:p>
        </p:txBody>
      </p:sp>
      <p:sp>
        <p:nvSpPr>
          <p:cNvPr id="59" name="Content Placeholder 2">
            <a:extLst>
              <a:ext uri="{FF2B5EF4-FFF2-40B4-BE49-F238E27FC236}">
                <a16:creationId xmlns:a16="http://schemas.microsoft.com/office/drawing/2014/main" id="{E826E4BF-CF21-43B0-A0F0-ACEFC4C9ADF6}"/>
              </a:ext>
            </a:extLst>
          </p:cNvPr>
          <p:cNvSpPr>
            <a:spLocks noGrp="1"/>
          </p:cNvSpPr>
          <p:nvPr>
            <p:ph idx="19" hasCustomPrompt="1"/>
          </p:nvPr>
        </p:nvSpPr>
        <p:spPr>
          <a:xfrm>
            <a:off x="5073592" y="3055723"/>
            <a:ext cx="2098648" cy="1210740"/>
          </a:xfrm>
        </p:spPr>
        <p:txBody>
          <a:bodyPr/>
          <a:lstStyle>
            <a:lvl1pPr algn="ctr">
              <a:buNone/>
              <a:defRPr kumimoji="0" lang="en-US" sz="1600" b="0" i="0" u="none" strike="noStrike" kern="0" cap="none" spc="0" normalizeH="0" baseline="0" noProof="0" dirty="0">
                <a:ln>
                  <a:noFill/>
                </a:ln>
                <a:solidFill>
                  <a:srgbClr val="2C2C2C"/>
                </a:solidFill>
                <a:effectLst/>
                <a:uLnTx/>
                <a:uFillTx/>
                <a:latin typeface="Adobe Clean SemiLight" panose="020B0403020404020204" pitchFamily="34" charset="0"/>
                <a:ea typeface="+mn-ea"/>
                <a:cs typeface="+mn-cs"/>
              </a:defRPr>
            </a:lvl1pPr>
            <a:lvl2pPr algn="ctr">
              <a:buNone/>
              <a:defRPr/>
            </a:lvl2pPr>
          </a:lstStyle>
          <a:p>
            <a:pPr marL="0" marR="0" lvl="0" indent="0" algn="ctr" defTabSz="913289"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2C2C2C"/>
                </a:solidFill>
                <a:effectLst/>
                <a:uLnTx/>
                <a:uFillTx/>
                <a:latin typeface="Adobe Clean SemiLight" panose="020B0403020404020204" pitchFamily="34" charset="0"/>
              </a:rPr>
              <a:t>Body Text</a:t>
            </a:r>
          </a:p>
        </p:txBody>
      </p:sp>
      <p:sp>
        <p:nvSpPr>
          <p:cNvPr id="61" name="Content Placeholder 2">
            <a:extLst>
              <a:ext uri="{FF2B5EF4-FFF2-40B4-BE49-F238E27FC236}">
                <a16:creationId xmlns:a16="http://schemas.microsoft.com/office/drawing/2014/main" id="{D50C1B95-3B3D-470A-874E-1996EC1132CC}"/>
              </a:ext>
            </a:extLst>
          </p:cNvPr>
          <p:cNvSpPr>
            <a:spLocks noGrp="1"/>
          </p:cNvSpPr>
          <p:nvPr>
            <p:ph idx="21" hasCustomPrompt="1"/>
          </p:nvPr>
        </p:nvSpPr>
        <p:spPr>
          <a:xfrm>
            <a:off x="7396662" y="2409242"/>
            <a:ext cx="2098648" cy="573683"/>
          </a:xfrm>
        </p:spPr>
        <p:txBody>
          <a:bodyPr/>
          <a:lstStyle>
            <a:lvl1pPr algn="ctr">
              <a:buNone/>
              <a:defRPr lang="en-US" sz="18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Lorem Ipsum</a:t>
            </a:r>
          </a:p>
        </p:txBody>
      </p:sp>
      <p:sp>
        <p:nvSpPr>
          <p:cNvPr id="62" name="Content Placeholder 2">
            <a:extLst>
              <a:ext uri="{FF2B5EF4-FFF2-40B4-BE49-F238E27FC236}">
                <a16:creationId xmlns:a16="http://schemas.microsoft.com/office/drawing/2014/main" id="{05F3ACBB-0AC5-40C6-8D06-95826ED40DEE}"/>
              </a:ext>
            </a:extLst>
          </p:cNvPr>
          <p:cNvSpPr>
            <a:spLocks noGrp="1"/>
          </p:cNvSpPr>
          <p:nvPr>
            <p:ph idx="22" hasCustomPrompt="1"/>
          </p:nvPr>
        </p:nvSpPr>
        <p:spPr>
          <a:xfrm>
            <a:off x="7396662" y="3055723"/>
            <a:ext cx="2098648" cy="1210740"/>
          </a:xfrm>
        </p:spPr>
        <p:txBody>
          <a:bodyPr/>
          <a:lstStyle>
            <a:lvl1pPr algn="ctr">
              <a:buNone/>
              <a:defRPr kumimoji="0" lang="en-US" sz="1600" b="0" i="0" u="none" strike="noStrike" kern="0" cap="none" spc="0" normalizeH="0" baseline="0" noProof="0" dirty="0">
                <a:ln>
                  <a:noFill/>
                </a:ln>
                <a:solidFill>
                  <a:srgbClr val="2C2C2C"/>
                </a:solidFill>
                <a:effectLst/>
                <a:uLnTx/>
                <a:uFillTx/>
                <a:latin typeface="Adobe Clean SemiLight" panose="020B0403020404020204" pitchFamily="34" charset="0"/>
                <a:ea typeface="+mn-ea"/>
                <a:cs typeface="+mn-cs"/>
              </a:defRPr>
            </a:lvl1pPr>
            <a:lvl2pPr algn="ctr">
              <a:buNone/>
              <a:defRPr/>
            </a:lvl2pPr>
          </a:lstStyle>
          <a:p>
            <a:pPr marL="0" marR="0" lvl="0" indent="0" algn="ctr" defTabSz="913289"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2C2C2C"/>
                </a:solidFill>
                <a:effectLst/>
                <a:uLnTx/>
                <a:uFillTx/>
                <a:latin typeface="Adobe Clean SemiLight" panose="020B0403020404020204" pitchFamily="34" charset="0"/>
              </a:rPr>
              <a:t>Body Text</a:t>
            </a:r>
          </a:p>
        </p:txBody>
      </p:sp>
      <p:sp>
        <p:nvSpPr>
          <p:cNvPr id="64" name="Content Placeholder 2">
            <a:extLst>
              <a:ext uri="{FF2B5EF4-FFF2-40B4-BE49-F238E27FC236}">
                <a16:creationId xmlns:a16="http://schemas.microsoft.com/office/drawing/2014/main" id="{9618AAE8-E238-4F0A-8BD9-7E1901BEF13A}"/>
              </a:ext>
            </a:extLst>
          </p:cNvPr>
          <p:cNvSpPr>
            <a:spLocks noGrp="1"/>
          </p:cNvSpPr>
          <p:nvPr>
            <p:ph idx="24" hasCustomPrompt="1"/>
          </p:nvPr>
        </p:nvSpPr>
        <p:spPr>
          <a:xfrm>
            <a:off x="9707376" y="2409242"/>
            <a:ext cx="2098648" cy="573683"/>
          </a:xfrm>
        </p:spPr>
        <p:txBody>
          <a:bodyPr/>
          <a:lstStyle>
            <a:lvl1pPr algn="ctr">
              <a:buNone/>
              <a:defRPr lang="en-US" sz="18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Lorem Ipsum</a:t>
            </a:r>
          </a:p>
        </p:txBody>
      </p:sp>
      <p:sp>
        <p:nvSpPr>
          <p:cNvPr id="65" name="Content Placeholder 2">
            <a:extLst>
              <a:ext uri="{FF2B5EF4-FFF2-40B4-BE49-F238E27FC236}">
                <a16:creationId xmlns:a16="http://schemas.microsoft.com/office/drawing/2014/main" id="{CAA3F539-6AF6-46E4-BEDE-A5D4F652B4BF}"/>
              </a:ext>
            </a:extLst>
          </p:cNvPr>
          <p:cNvSpPr>
            <a:spLocks noGrp="1"/>
          </p:cNvSpPr>
          <p:nvPr>
            <p:ph idx="25" hasCustomPrompt="1"/>
          </p:nvPr>
        </p:nvSpPr>
        <p:spPr>
          <a:xfrm>
            <a:off x="9707376" y="3055723"/>
            <a:ext cx="2098648" cy="1210740"/>
          </a:xfrm>
        </p:spPr>
        <p:txBody>
          <a:bodyPr/>
          <a:lstStyle>
            <a:lvl1pPr algn="ctr">
              <a:buNone/>
              <a:defRPr kumimoji="0" lang="en-US" sz="1600" b="0" i="0" u="none" strike="noStrike" kern="0" cap="none" spc="0" normalizeH="0" baseline="0" noProof="0" dirty="0">
                <a:ln>
                  <a:noFill/>
                </a:ln>
                <a:solidFill>
                  <a:srgbClr val="2C2C2C"/>
                </a:solidFill>
                <a:effectLst/>
                <a:uLnTx/>
                <a:uFillTx/>
                <a:latin typeface="Adobe Clean SemiLight" panose="020B0403020404020204" pitchFamily="34" charset="0"/>
                <a:ea typeface="+mn-ea"/>
                <a:cs typeface="+mn-cs"/>
              </a:defRPr>
            </a:lvl1pPr>
            <a:lvl2pPr algn="ctr">
              <a:buNone/>
              <a:defRPr/>
            </a:lvl2pPr>
          </a:lstStyle>
          <a:p>
            <a:pPr marL="0" marR="0" lvl="0" indent="0" algn="ctr" defTabSz="913289"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2C2C2C"/>
                </a:solidFill>
                <a:effectLst/>
                <a:uLnTx/>
                <a:uFillTx/>
                <a:latin typeface="Adobe Clean SemiLight" panose="020B0403020404020204" pitchFamily="34" charset="0"/>
              </a:rPr>
              <a:t>Body Text</a:t>
            </a:r>
          </a:p>
        </p:txBody>
      </p:sp>
      <p:sp>
        <p:nvSpPr>
          <p:cNvPr id="67" name="Content Placeholder 2">
            <a:extLst>
              <a:ext uri="{FF2B5EF4-FFF2-40B4-BE49-F238E27FC236}">
                <a16:creationId xmlns:a16="http://schemas.microsoft.com/office/drawing/2014/main" id="{FC3F3723-BE55-4C29-AFAA-676595971CC5}"/>
              </a:ext>
            </a:extLst>
          </p:cNvPr>
          <p:cNvSpPr>
            <a:spLocks noGrp="1"/>
          </p:cNvSpPr>
          <p:nvPr>
            <p:ph idx="26" hasCustomPrompt="1"/>
          </p:nvPr>
        </p:nvSpPr>
        <p:spPr>
          <a:xfrm>
            <a:off x="386664" y="4484785"/>
            <a:ext cx="2098648" cy="573683"/>
          </a:xfrm>
        </p:spPr>
        <p:txBody>
          <a:bodyPr/>
          <a:lstStyle>
            <a:lvl1pPr algn="ctr">
              <a:buNone/>
              <a:defRPr lang="en-US" sz="32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68" name="Content Placeholder 2">
            <a:extLst>
              <a:ext uri="{FF2B5EF4-FFF2-40B4-BE49-F238E27FC236}">
                <a16:creationId xmlns:a16="http://schemas.microsoft.com/office/drawing/2014/main" id="{1B647179-46F5-4514-BA98-13D9D1C59726}"/>
              </a:ext>
            </a:extLst>
          </p:cNvPr>
          <p:cNvSpPr>
            <a:spLocks noGrp="1"/>
          </p:cNvSpPr>
          <p:nvPr>
            <p:ph idx="27" hasCustomPrompt="1"/>
          </p:nvPr>
        </p:nvSpPr>
        <p:spPr>
          <a:xfrm>
            <a:off x="2722091" y="4484785"/>
            <a:ext cx="2098648" cy="573683"/>
          </a:xfrm>
        </p:spPr>
        <p:txBody>
          <a:bodyPr/>
          <a:lstStyle>
            <a:lvl1pPr algn="ctr">
              <a:buNone/>
              <a:defRPr lang="en-US" sz="3200" b="0" i="0" kern="0" noProof="0" dirty="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69" name="Content Placeholder 2">
            <a:extLst>
              <a:ext uri="{FF2B5EF4-FFF2-40B4-BE49-F238E27FC236}">
                <a16:creationId xmlns:a16="http://schemas.microsoft.com/office/drawing/2014/main" id="{ACDEDB7D-4C51-4488-A23A-5FE28E4A9EF6}"/>
              </a:ext>
            </a:extLst>
          </p:cNvPr>
          <p:cNvSpPr>
            <a:spLocks noGrp="1"/>
          </p:cNvSpPr>
          <p:nvPr>
            <p:ph idx="28" hasCustomPrompt="1"/>
          </p:nvPr>
        </p:nvSpPr>
        <p:spPr>
          <a:xfrm>
            <a:off x="5073592" y="4484785"/>
            <a:ext cx="2098648" cy="573683"/>
          </a:xfrm>
        </p:spPr>
        <p:txBody>
          <a:bodyPr/>
          <a:lstStyle>
            <a:lvl1pPr algn="ctr">
              <a:buNone/>
              <a:defRPr lang="en-US" sz="32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0" name="Content Placeholder 2">
            <a:extLst>
              <a:ext uri="{FF2B5EF4-FFF2-40B4-BE49-F238E27FC236}">
                <a16:creationId xmlns:a16="http://schemas.microsoft.com/office/drawing/2014/main" id="{1787C006-0527-4877-AA46-104F6EFA3B3F}"/>
              </a:ext>
            </a:extLst>
          </p:cNvPr>
          <p:cNvSpPr>
            <a:spLocks noGrp="1"/>
          </p:cNvSpPr>
          <p:nvPr>
            <p:ph idx="29" hasCustomPrompt="1"/>
          </p:nvPr>
        </p:nvSpPr>
        <p:spPr>
          <a:xfrm>
            <a:off x="7396662" y="4484785"/>
            <a:ext cx="2098648" cy="573683"/>
          </a:xfrm>
        </p:spPr>
        <p:txBody>
          <a:bodyPr/>
          <a:lstStyle>
            <a:lvl1pPr algn="ctr">
              <a:buNone/>
              <a:defRPr lang="en-US" sz="32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1" name="Content Placeholder 2">
            <a:extLst>
              <a:ext uri="{FF2B5EF4-FFF2-40B4-BE49-F238E27FC236}">
                <a16:creationId xmlns:a16="http://schemas.microsoft.com/office/drawing/2014/main" id="{83FB7D7C-47FE-4070-AEB5-B770ABF13413}"/>
              </a:ext>
            </a:extLst>
          </p:cNvPr>
          <p:cNvSpPr>
            <a:spLocks noGrp="1"/>
          </p:cNvSpPr>
          <p:nvPr>
            <p:ph idx="30" hasCustomPrompt="1"/>
          </p:nvPr>
        </p:nvSpPr>
        <p:spPr>
          <a:xfrm>
            <a:off x="9707376" y="4484785"/>
            <a:ext cx="2098648" cy="573683"/>
          </a:xfrm>
        </p:spPr>
        <p:txBody>
          <a:bodyPr/>
          <a:lstStyle>
            <a:lvl1pPr algn="ctr">
              <a:buNone/>
              <a:defRPr lang="en-US" sz="32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2" name="Content Placeholder 2">
            <a:extLst>
              <a:ext uri="{FF2B5EF4-FFF2-40B4-BE49-F238E27FC236}">
                <a16:creationId xmlns:a16="http://schemas.microsoft.com/office/drawing/2014/main" id="{0BB466DF-0C4F-4FCC-A350-FEA10390C4E6}"/>
              </a:ext>
            </a:extLst>
          </p:cNvPr>
          <p:cNvSpPr>
            <a:spLocks noGrp="1"/>
          </p:cNvSpPr>
          <p:nvPr>
            <p:ph idx="31" hasCustomPrompt="1"/>
          </p:nvPr>
        </p:nvSpPr>
        <p:spPr>
          <a:xfrm>
            <a:off x="386664" y="4949242"/>
            <a:ext cx="2098648" cy="573683"/>
          </a:xfrm>
        </p:spPr>
        <p:txBody>
          <a:bodyPr/>
          <a:lstStyle>
            <a:lvl1pPr algn="ctr">
              <a:buNone/>
              <a:defRPr lang="en-US" sz="14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3" name="Content Placeholder 2">
            <a:extLst>
              <a:ext uri="{FF2B5EF4-FFF2-40B4-BE49-F238E27FC236}">
                <a16:creationId xmlns:a16="http://schemas.microsoft.com/office/drawing/2014/main" id="{27CD7FFA-2255-46EE-8332-3BFF7A6D5110}"/>
              </a:ext>
            </a:extLst>
          </p:cNvPr>
          <p:cNvSpPr>
            <a:spLocks noGrp="1"/>
          </p:cNvSpPr>
          <p:nvPr>
            <p:ph idx="32" hasCustomPrompt="1"/>
          </p:nvPr>
        </p:nvSpPr>
        <p:spPr>
          <a:xfrm>
            <a:off x="2722091" y="4949242"/>
            <a:ext cx="2098648" cy="573683"/>
          </a:xfrm>
        </p:spPr>
        <p:txBody>
          <a:bodyPr/>
          <a:lstStyle>
            <a:lvl1pPr algn="ctr">
              <a:buNone/>
              <a:defRPr lang="en-US" sz="1400" b="0" i="0" kern="0" noProof="0" dirty="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4" name="Content Placeholder 2">
            <a:extLst>
              <a:ext uri="{FF2B5EF4-FFF2-40B4-BE49-F238E27FC236}">
                <a16:creationId xmlns:a16="http://schemas.microsoft.com/office/drawing/2014/main" id="{8E968EC0-E3E6-4D76-92B1-9729484DD562}"/>
              </a:ext>
            </a:extLst>
          </p:cNvPr>
          <p:cNvSpPr>
            <a:spLocks noGrp="1"/>
          </p:cNvSpPr>
          <p:nvPr>
            <p:ph idx="33" hasCustomPrompt="1"/>
          </p:nvPr>
        </p:nvSpPr>
        <p:spPr>
          <a:xfrm>
            <a:off x="5073592" y="4949242"/>
            <a:ext cx="2098648" cy="573683"/>
          </a:xfrm>
        </p:spPr>
        <p:txBody>
          <a:bodyPr/>
          <a:lstStyle>
            <a:lvl1pPr algn="ctr">
              <a:buNone/>
              <a:defRPr lang="en-US" sz="14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5" name="Content Placeholder 2">
            <a:extLst>
              <a:ext uri="{FF2B5EF4-FFF2-40B4-BE49-F238E27FC236}">
                <a16:creationId xmlns:a16="http://schemas.microsoft.com/office/drawing/2014/main" id="{E265BD91-E137-493D-89E0-4E4CFA48BF1F}"/>
              </a:ext>
            </a:extLst>
          </p:cNvPr>
          <p:cNvSpPr>
            <a:spLocks noGrp="1"/>
          </p:cNvSpPr>
          <p:nvPr>
            <p:ph idx="34" hasCustomPrompt="1"/>
          </p:nvPr>
        </p:nvSpPr>
        <p:spPr>
          <a:xfrm>
            <a:off x="7396662" y="4949242"/>
            <a:ext cx="2098648" cy="573683"/>
          </a:xfrm>
        </p:spPr>
        <p:txBody>
          <a:bodyPr/>
          <a:lstStyle>
            <a:lvl1pPr algn="ctr">
              <a:buNone/>
              <a:defRPr lang="en-US" sz="14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6" name="Content Placeholder 2">
            <a:extLst>
              <a:ext uri="{FF2B5EF4-FFF2-40B4-BE49-F238E27FC236}">
                <a16:creationId xmlns:a16="http://schemas.microsoft.com/office/drawing/2014/main" id="{BC4D0064-1079-4706-90BF-A9E2396AD564}"/>
              </a:ext>
            </a:extLst>
          </p:cNvPr>
          <p:cNvSpPr>
            <a:spLocks noGrp="1"/>
          </p:cNvSpPr>
          <p:nvPr>
            <p:ph idx="35" hasCustomPrompt="1"/>
          </p:nvPr>
        </p:nvSpPr>
        <p:spPr>
          <a:xfrm>
            <a:off x="9707376" y="4949242"/>
            <a:ext cx="2098648" cy="573683"/>
          </a:xfrm>
        </p:spPr>
        <p:txBody>
          <a:bodyPr/>
          <a:lstStyle>
            <a:lvl1pPr algn="ctr">
              <a:buNone/>
              <a:defRPr lang="en-US" sz="1400" kern="0" noProof="0" dirty="0" smtClean="0">
                <a:solidFill>
                  <a:srgbClr val="2C2C2C"/>
                </a:solidFill>
                <a:latin typeface="Adobe Clean ExtraBold" panose="020B0903020404020204" pitchFamily="34" charset="0"/>
                <a:ea typeface="+mn-ea"/>
                <a:cs typeface="+mn-cs"/>
              </a:defRPr>
            </a:lvl1pPr>
            <a:lvl2pPr algn="ctr">
              <a:buNone/>
              <a:defRPr/>
            </a:lvl2pPr>
          </a:lstStyle>
          <a:p>
            <a:r>
              <a:rPr lang="en-US"/>
              <a:t>Text</a:t>
            </a:r>
          </a:p>
        </p:txBody>
      </p:sp>
      <p:sp>
        <p:nvSpPr>
          <p:cNvPr id="77" name="Content Placeholder 2">
            <a:extLst>
              <a:ext uri="{FF2B5EF4-FFF2-40B4-BE49-F238E27FC236}">
                <a16:creationId xmlns:a16="http://schemas.microsoft.com/office/drawing/2014/main" id="{3D05D6C2-DBA7-4A2E-ADCE-6D4268CFEB8A}"/>
              </a:ext>
            </a:extLst>
          </p:cNvPr>
          <p:cNvSpPr>
            <a:spLocks noGrp="1"/>
          </p:cNvSpPr>
          <p:nvPr>
            <p:ph idx="36" hasCustomPrompt="1"/>
          </p:nvPr>
        </p:nvSpPr>
        <p:spPr>
          <a:xfrm>
            <a:off x="386664" y="5645928"/>
            <a:ext cx="2098648" cy="573683"/>
          </a:xfrm>
        </p:spPr>
        <p:txBody>
          <a:bodyPr/>
          <a:lstStyle>
            <a:lvl1pPr algn="ctr">
              <a:buNone/>
              <a:defRPr lang="en-US" sz="1400" kern="0" noProof="0" dirty="0" smtClean="0">
                <a:solidFill>
                  <a:srgbClr val="2C2C2C"/>
                </a:solidFill>
                <a:latin typeface="+mn-lt"/>
                <a:ea typeface="+mn-ea"/>
                <a:cs typeface="+mn-cs"/>
              </a:defRPr>
            </a:lvl1pPr>
            <a:lvl2pPr algn="ctr">
              <a:buNone/>
              <a:defRPr/>
            </a:lvl2pPr>
          </a:lstStyle>
          <a:p>
            <a:r>
              <a:rPr lang="en-US"/>
              <a:t>Image</a:t>
            </a:r>
          </a:p>
        </p:txBody>
      </p:sp>
      <p:sp>
        <p:nvSpPr>
          <p:cNvPr id="78" name="Content Placeholder 2">
            <a:extLst>
              <a:ext uri="{FF2B5EF4-FFF2-40B4-BE49-F238E27FC236}">
                <a16:creationId xmlns:a16="http://schemas.microsoft.com/office/drawing/2014/main" id="{48DE6E71-9A6A-4C17-8609-8A57B3D34228}"/>
              </a:ext>
            </a:extLst>
          </p:cNvPr>
          <p:cNvSpPr>
            <a:spLocks noGrp="1"/>
          </p:cNvSpPr>
          <p:nvPr>
            <p:ph idx="37" hasCustomPrompt="1"/>
          </p:nvPr>
        </p:nvSpPr>
        <p:spPr>
          <a:xfrm>
            <a:off x="2722091" y="5645928"/>
            <a:ext cx="2098648" cy="573683"/>
          </a:xfrm>
        </p:spPr>
        <p:txBody>
          <a:bodyPr/>
          <a:lstStyle>
            <a:lvl1pPr algn="ctr">
              <a:buNone/>
              <a:defRPr lang="en-US" sz="1400" b="0" i="0" kern="0" noProof="0" dirty="0">
                <a:solidFill>
                  <a:srgbClr val="2C2C2C"/>
                </a:solidFill>
                <a:latin typeface="+mn-lt"/>
                <a:ea typeface="+mn-ea"/>
                <a:cs typeface="+mn-cs"/>
              </a:defRPr>
            </a:lvl1pPr>
            <a:lvl2pPr algn="ctr">
              <a:buNone/>
              <a:defRPr/>
            </a:lvl2pPr>
          </a:lstStyle>
          <a:p>
            <a:r>
              <a:rPr lang="en-US"/>
              <a:t>Text</a:t>
            </a:r>
          </a:p>
        </p:txBody>
      </p:sp>
      <p:sp>
        <p:nvSpPr>
          <p:cNvPr id="79" name="Content Placeholder 2">
            <a:extLst>
              <a:ext uri="{FF2B5EF4-FFF2-40B4-BE49-F238E27FC236}">
                <a16:creationId xmlns:a16="http://schemas.microsoft.com/office/drawing/2014/main" id="{4B1F8ABA-2FBD-4C12-B0B2-CE19451D00F0}"/>
              </a:ext>
            </a:extLst>
          </p:cNvPr>
          <p:cNvSpPr>
            <a:spLocks noGrp="1"/>
          </p:cNvSpPr>
          <p:nvPr>
            <p:ph idx="38" hasCustomPrompt="1"/>
          </p:nvPr>
        </p:nvSpPr>
        <p:spPr>
          <a:xfrm>
            <a:off x="5073592" y="5645928"/>
            <a:ext cx="2098648" cy="573683"/>
          </a:xfrm>
        </p:spPr>
        <p:txBody>
          <a:bodyPr/>
          <a:lstStyle>
            <a:lvl1pPr algn="ctr">
              <a:buNone/>
              <a:defRPr lang="en-US" sz="1400" b="0" i="0" kern="0" noProof="0" dirty="0">
                <a:solidFill>
                  <a:srgbClr val="2C2C2C"/>
                </a:solidFill>
                <a:latin typeface="+mn-lt"/>
                <a:ea typeface="+mn-ea"/>
                <a:cs typeface="+mn-cs"/>
              </a:defRPr>
            </a:lvl1pPr>
            <a:lvl2pPr algn="ctr">
              <a:buNone/>
              <a:defRPr/>
            </a:lvl2pPr>
          </a:lstStyle>
          <a:p>
            <a:r>
              <a:rPr lang="en-US"/>
              <a:t>Image</a:t>
            </a:r>
          </a:p>
        </p:txBody>
      </p:sp>
      <p:sp>
        <p:nvSpPr>
          <p:cNvPr id="80" name="Content Placeholder 2">
            <a:extLst>
              <a:ext uri="{FF2B5EF4-FFF2-40B4-BE49-F238E27FC236}">
                <a16:creationId xmlns:a16="http://schemas.microsoft.com/office/drawing/2014/main" id="{546E0E6F-E06E-4FED-A993-5B94B4DCF2FB}"/>
              </a:ext>
            </a:extLst>
          </p:cNvPr>
          <p:cNvSpPr>
            <a:spLocks noGrp="1"/>
          </p:cNvSpPr>
          <p:nvPr>
            <p:ph idx="39" hasCustomPrompt="1"/>
          </p:nvPr>
        </p:nvSpPr>
        <p:spPr>
          <a:xfrm>
            <a:off x="7396662" y="5645928"/>
            <a:ext cx="2098648" cy="573683"/>
          </a:xfrm>
        </p:spPr>
        <p:txBody>
          <a:bodyPr/>
          <a:lstStyle>
            <a:lvl1pPr algn="ctr">
              <a:buNone/>
              <a:defRPr lang="en-US" sz="1400" b="0" i="0" kern="0" noProof="0" dirty="0">
                <a:solidFill>
                  <a:srgbClr val="2C2C2C"/>
                </a:solidFill>
                <a:latin typeface="+mn-lt"/>
                <a:ea typeface="+mn-ea"/>
                <a:cs typeface="+mn-cs"/>
              </a:defRPr>
            </a:lvl1pPr>
            <a:lvl2pPr algn="ctr">
              <a:buNone/>
              <a:defRPr/>
            </a:lvl2pPr>
          </a:lstStyle>
          <a:p>
            <a:r>
              <a:rPr lang="en-US"/>
              <a:t>Image</a:t>
            </a:r>
          </a:p>
        </p:txBody>
      </p:sp>
      <p:sp>
        <p:nvSpPr>
          <p:cNvPr id="81" name="Content Placeholder 2">
            <a:extLst>
              <a:ext uri="{FF2B5EF4-FFF2-40B4-BE49-F238E27FC236}">
                <a16:creationId xmlns:a16="http://schemas.microsoft.com/office/drawing/2014/main" id="{3E978185-441A-433F-ADC6-C766E0FAEED4}"/>
              </a:ext>
            </a:extLst>
          </p:cNvPr>
          <p:cNvSpPr>
            <a:spLocks noGrp="1"/>
          </p:cNvSpPr>
          <p:nvPr>
            <p:ph idx="40" hasCustomPrompt="1"/>
          </p:nvPr>
        </p:nvSpPr>
        <p:spPr>
          <a:xfrm>
            <a:off x="9707376" y="5645928"/>
            <a:ext cx="2098648" cy="573683"/>
          </a:xfrm>
        </p:spPr>
        <p:txBody>
          <a:bodyPr/>
          <a:lstStyle>
            <a:lvl1pPr algn="ctr">
              <a:buNone/>
              <a:defRPr lang="en-US" sz="1400" b="0" i="0" kern="0" noProof="0" dirty="0">
                <a:solidFill>
                  <a:srgbClr val="2C2C2C"/>
                </a:solidFill>
                <a:latin typeface="+mn-lt"/>
                <a:ea typeface="+mn-ea"/>
                <a:cs typeface="+mn-cs"/>
              </a:defRPr>
            </a:lvl1pPr>
            <a:lvl2pPr algn="ctr">
              <a:buNone/>
              <a:defRPr/>
            </a:lvl2pPr>
          </a:lstStyle>
          <a:p>
            <a:r>
              <a:rPr lang="en-US"/>
              <a:t>Image</a:t>
            </a:r>
          </a:p>
        </p:txBody>
      </p:sp>
    </p:spTree>
    <p:extLst>
      <p:ext uri="{BB962C8B-B14F-4D97-AF65-F5344CB8AC3E}">
        <p14:creationId xmlns:p14="http://schemas.microsoft.com/office/powerpoint/2010/main" val="547454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6" y="312661"/>
            <a:ext cx="11494008" cy="646189"/>
          </a:xfr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p:spPr>
        <p:txBody>
          <a:bodyPr/>
          <a:lstStyle/>
          <a:p>
            <a:fld id="{8CB0EC54-4295-4C49-9904-62E624678780}"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a:p>
        </p:txBody>
      </p:sp>
      <p:sp>
        <p:nvSpPr>
          <p:cNvPr id="8" name="Rectangle 7">
            <a:extLst>
              <a:ext uri="{FF2B5EF4-FFF2-40B4-BE49-F238E27FC236}">
                <a16:creationId xmlns:a16="http://schemas.microsoft.com/office/drawing/2014/main" id="{7B6EAF53-935F-40B5-A256-7393626CF023}"/>
              </a:ext>
            </a:extLst>
          </p:cNvPr>
          <p:cNvSpPr/>
          <p:nvPr userDrawn="1"/>
        </p:nvSpPr>
        <p:spPr>
          <a:xfrm>
            <a:off x="4465207" y="1704800"/>
            <a:ext cx="7495503" cy="411921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B1B1B"/>
              </a:solidFill>
            </a:endParaRPr>
          </a:p>
        </p:txBody>
      </p:sp>
      <p:sp>
        <p:nvSpPr>
          <p:cNvPr id="11" name="Content Placeholder 15">
            <a:extLst>
              <a:ext uri="{FF2B5EF4-FFF2-40B4-BE49-F238E27FC236}">
                <a16:creationId xmlns:a16="http://schemas.microsoft.com/office/drawing/2014/main" id="{501384EA-7C1F-44B8-9CEF-59DA776BBBB6}"/>
              </a:ext>
            </a:extLst>
          </p:cNvPr>
          <p:cNvSpPr>
            <a:spLocks noGrp="1"/>
          </p:cNvSpPr>
          <p:nvPr>
            <p:ph sz="quarter" idx="14"/>
          </p:nvPr>
        </p:nvSpPr>
        <p:spPr>
          <a:xfrm>
            <a:off x="315955" y="692857"/>
            <a:ext cx="11729420" cy="731405"/>
          </a:xfrm>
        </p:spPr>
        <p:txBody>
          <a:bodyPr lIns="45720" rIns="45720" anchor="t">
            <a:noAutofit/>
          </a:bodyPr>
          <a:lstStyle>
            <a:lvl1pPr marL="233363" indent="-233363" algn="l">
              <a:lnSpc>
                <a:spcPct val="100000"/>
              </a:lnSpc>
              <a:buFont typeface="Arial" panose="020B0604020202020204" pitchFamily="34" charset="0"/>
              <a:buNone/>
              <a:defRPr sz="1600"/>
            </a:lvl1pPr>
            <a:lvl2pPr marL="690563" indent="-233363" algn="l">
              <a:lnSpc>
                <a:spcPct val="100000"/>
              </a:lnSpc>
              <a:buFont typeface="Arial" panose="020B0604020202020204" pitchFamily="34" charset="0"/>
              <a:buNone/>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a:t>Click to edit Master text styles</a:t>
            </a:r>
          </a:p>
        </p:txBody>
      </p:sp>
    </p:spTree>
    <p:extLst>
      <p:ext uri="{BB962C8B-B14F-4D97-AF65-F5344CB8AC3E}">
        <p14:creationId xmlns:p14="http://schemas.microsoft.com/office/powerpoint/2010/main" val="3867587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white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1982-6D07-FB42-AB37-BDF9ADE7B5E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58510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13" name="Picture 12" descr="A picture containing drawing&#10;&#10;Description automatically generated">
            <a:extLst>
              <a:ext uri="{FF2B5EF4-FFF2-40B4-BE49-F238E27FC236}">
                <a16:creationId xmlns:a16="http://schemas.microsoft.com/office/drawing/2014/main" id="{AB79084A-2375-446C-803B-D98146722F1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AED2DE1-CD92-D54D-95C5-5BDEECA1D19C}"/>
              </a:ext>
            </a:extLst>
          </p:cNvPr>
          <p:cNvSpPr>
            <a:spLocks noGrp="1"/>
          </p:cNvSpPr>
          <p:nvPr>
            <p:ph type="title" hasCustomPrompt="1"/>
          </p:nvPr>
        </p:nvSpPr>
        <p:spPr>
          <a:xfrm>
            <a:off x="2203299" y="2796819"/>
            <a:ext cx="5919381" cy="1213050"/>
          </a:xfrm>
        </p:spPr>
        <p:txBody>
          <a:bodyPr>
            <a:noAutofit/>
          </a:bodyPr>
          <a:lstStyle>
            <a:lvl1pPr>
              <a:defRPr sz="3600">
                <a:solidFill>
                  <a:schemeClr val="bg1"/>
                </a:solidFill>
              </a:defRPr>
            </a:lvl1pPr>
          </a:lstStyle>
          <a:p>
            <a:r>
              <a:rPr lang="en-US"/>
              <a:t>Click to edit presentation title</a:t>
            </a:r>
          </a:p>
        </p:txBody>
      </p:sp>
      <p:sp>
        <p:nvSpPr>
          <p:cNvPr id="8" name="Content Placeholder 8">
            <a:extLst>
              <a:ext uri="{FF2B5EF4-FFF2-40B4-BE49-F238E27FC236}">
                <a16:creationId xmlns:a16="http://schemas.microsoft.com/office/drawing/2014/main" id="{ED4DD803-E558-9144-8986-8DB1EE1D03F9}"/>
              </a:ext>
            </a:extLst>
          </p:cNvPr>
          <p:cNvSpPr>
            <a:spLocks noGrp="1"/>
          </p:cNvSpPr>
          <p:nvPr>
            <p:ph sz="quarter" idx="11" hasCustomPrompt="1"/>
          </p:nvPr>
        </p:nvSpPr>
        <p:spPr>
          <a:xfrm>
            <a:off x="2203299" y="4123739"/>
            <a:ext cx="5909954" cy="1078057"/>
          </a:xfrm>
          <a:prstGeom prst="rect">
            <a:avLst/>
          </a:prstGeom>
        </p:spPr>
        <p:txBody>
          <a:bodyPr anchor="t"/>
          <a:lstStyle>
            <a:lvl1pPr marL="0" indent="0" algn="l" defTabSz="914400" rtl="0" eaLnBrk="1" latinLnBrk="0" hangingPunct="1">
              <a:lnSpc>
                <a:spcPct val="100000"/>
              </a:lnSpc>
              <a:spcBef>
                <a:spcPts val="0"/>
              </a:spcBef>
              <a:spcAft>
                <a:spcPts val="1000"/>
              </a:spcAft>
              <a:buFont typeface="Arial" panose="020B0604020202020204" pitchFamily="34" charset="0"/>
              <a:buNone/>
              <a:defRPr lang="en-US" sz="2000" b="1" i="0" kern="1200" baseline="0" dirty="0">
                <a:solidFill>
                  <a:schemeClr val="bg1"/>
                </a:solidFill>
                <a:latin typeface="Adobe Clean" panose="020B0503020404020204" pitchFamily="34" charset="0"/>
                <a:ea typeface="+mn-ea"/>
                <a:cs typeface="+mn-cs"/>
              </a:defRPr>
            </a:lvl1pPr>
          </a:lstStyle>
          <a:p>
            <a:pPr lvl="0"/>
            <a:r>
              <a:rPr lang="en-US"/>
              <a:t>Click to edit presentation subtitle</a:t>
            </a:r>
          </a:p>
        </p:txBody>
      </p:sp>
      <p:pic>
        <p:nvPicPr>
          <p:cNvPr id="9" name="Picture 8">
            <a:extLst>
              <a:ext uri="{FF2B5EF4-FFF2-40B4-BE49-F238E27FC236}">
                <a16:creationId xmlns:a16="http://schemas.microsoft.com/office/drawing/2014/main" id="{D8A77721-2719-4EF5-B587-B2A75D18036C}"/>
              </a:ext>
            </a:extLst>
          </p:cNvPr>
          <p:cNvPicPr>
            <a:picLocks noChangeAspect="1"/>
          </p:cNvPicPr>
          <p:nvPr userDrawn="1"/>
        </p:nvPicPr>
        <p:blipFill>
          <a:blip r:embed="rId3">
            <a:alphaModFix/>
          </a:blip>
          <a:stretch>
            <a:fillRect/>
          </a:stretch>
        </p:blipFill>
        <p:spPr>
          <a:xfrm>
            <a:off x="872599" y="2904989"/>
            <a:ext cx="703952" cy="961495"/>
          </a:xfrm>
          <a:prstGeom prst="rect">
            <a:avLst/>
          </a:prstGeom>
        </p:spPr>
      </p:pic>
    </p:spTree>
    <p:extLst>
      <p:ext uri="{BB962C8B-B14F-4D97-AF65-F5344CB8AC3E}">
        <p14:creationId xmlns:p14="http://schemas.microsoft.com/office/powerpoint/2010/main" val="1995344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7ACD0-E729-BA48-B6A8-D702F591FD0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13DE22B-5534-8F4B-8F45-7B4FFB990F6B}"/>
              </a:ext>
            </a:extLst>
          </p:cNvPr>
          <p:cNvSpPr>
            <a:spLocks noGrp="1"/>
          </p:cNvSpPr>
          <p:nvPr>
            <p:ph type="dt" sz="half" idx="10"/>
          </p:nvPr>
        </p:nvSpPr>
        <p:spPr/>
        <p:txBody>
          <a:bodyPr/>
          <a:lstStyle/>
          <a:p>
            <a:fld id="{7DE2B295-C92A-604C-B302-6C5F9293C8EC}" type="datetimeFigureOut">
              <a:rPr lang="en-US" smtClean="0"/>
              <a:t>3/5/2026</a:t>
            </a:fld>
            <a:endParaRPr lang="en-US"/>
          </a:p>
        </p:txBody>
      </p:sp>
      <p:sp>
        <p:nvSpPr>
          <p:cNvPr id="4" name="Footer Placeholder 3">
            <a:extLst>
              <a:ext uri="{FF2B5EF4-FFF2-40B4-BE49-F238E27FC236}">
                <a16:creationId xmlns:a16="http://schemas.microsoft.com/office/drawing/2014/main" id="{B4370DFF-A670-5F4F-BEC7-3B67A44F1C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E6AF25-F095-6748-B39A-2B620267F32D}"/>
              </a:ext>
            </a:extLst>
          </p:cNvPr>
          <p:cNvSpPr>
            <a:spLocks noGrp="1"/>
          </p:cNvSpPr>
          <p:nvPr>
            <p:ph type="sldNum" sz="quarter" idx="12"/>
          </p:nvPr>
        </p:nvSpPr>
        <p:spPr/>
        <p:txBody>
          <a:bodyPr/>
          <a:lstStyle/>
          <a:p>
            <a:fld id="{D3B07AF3-5F3D-1F4D-8B84-C8934CFFAA0D}" type="slidenum">
              <a:rPr lang="en-US" smtClean="0"/>
              <a:t>‹#›</a:t>
            </a:fld>
            <a:endParaRPr lang="en-US"/>
          </a:p>
        </p:txBody>
      </p:sp>
    </p:spTree>
    <p:extLst>
      <p:ext uri="{BB962C8B-B14F-4D97-AF65-F5344CB8AC3E}">
        <p14:creationId xmlns:p14="http://schemas.microsoft.com/office/powerpoint/2010/main" val="1332607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9" y="312667"/>
            <a:ext cx="11494008" cy="646189"/>
          </a:xfr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a:prstGeom prst="rect">
            <a:avLst/>
          </a:prstGeom>
        </p:spPr>
        <p:txBody>
          <a:bodyPr/>
          <a:lstStyle/>
          <a:p>
            <a:fld id="{8CB0EC54-4295-4C49-9904-62E624678780}"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a:xfrm>
            <a:off x="1344499" y="6560363"/>
            <a:ext cx="4348378" cy="267660"/>
          </a:xfrm>
          <a:prstGeom prst="rect">
            <a:avLst/>
          </a:prstGeom>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a:xfrm>
            <a:off x="5895408" y="6560363"/>
            <a:ext cx="401186" cy="267660"/>
          </a:xfrm>
          <a:prstGeom prst="rect">
            <a:avLst/>
          </a:prstGeom>
        </p:spPr>
        <p:txBody>
          <a:bodyPr/>
          <a:lstStyle/>
          <a:p>
            <a:fld id="{2D54ABF7-EC33-204F-A680-BCCE3CA2411A}" type="slidenum">
              <a:rPr lang="en-US" smtClean="0"/>
              <a:pPr/>
              <a:t>‹#›</a:t>
            </a:fld>
            <a:endParaRPr lang="en-US"/>
          </a:p>
        </p:txBody>
      </p:sp>
    </p:spTree>
    <p:extLst>
      <p:ext uri="{BB962C8B-B14F-4D97-AF65-F5344CB8AC3E}">
        <p14:creationId xmlns:p14="http://schemas.microsoft.com/office/powerpoint/2010/main" val="3729235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49"/>
        <p:cNvGrpSpPr/>
        <p:nvPr/>
      </p:nvGrpSpPr>
      <p:grpSpPr>
        <a:xfrm>
          <a:off x="0" y="0"/>
          <a:ext cx="0" cy="0"/>
          <a:chOff x="0" y="0"/>
          <a:chExt cx="0" cy="0"/>
        </a:xfrm>
      </p:grpSpPr>
      <p:sp>
        <p:nvSpPr>
          <p:cNvPr id="950" name="Google Shape;950;p150"/>
          <p:cNvSpPr txBox="1">
            <a:spLocks noGrp="1"/>
          </p:cNvSpPr>
          <p:nvPr>
            <p:ph type="title"/>
          </p:nvPr>
        </p:nvSpPr>
        <p:spPr>
          <a:xfrm>
            <a:off x="306051" y="312660"/>
            <a:ext cx="11494000" cy="647600"/>
          </a:xfrm>
          <a:prstGeom prst="rect">
            <a:avLst/>
          </a:prstGeom>
          <a:noFill/>
          <a:ln>
            <a:noFill/>
          </a:ln>
        </p:spPr>
        <p:txBody>
          <a:bodyPr spcFirstLastPara="1" wrap="square" lIns="45700" tIns="45700" rIns="45700" bIns="45700" anchor="t" anchorCtr="0">
            <a:noAutofit/>
          </a:bodyPr>
          <a:lstStyle>
            <a:lvl1pPr lvl="0" algn="l" rtl="0">
              <a:lnSpc>
                <a:spcPct val="90000"/>
              </a:lnSpc>
              <a:spcBef>
                <a:spcPts val="0"/>
              </a:spcBef>
              <a:spcAft>
                <a:spcPts val="0"/>
              </a:spcAft>
              <a:buClr>
                <a:schemeClr val="dk1"/>
              </a:buClr>
              <a:buSzPts val="2100"/>
              <a:buFont typeface="Quattrocento Sans"/>
              <a:buNone/>
              <a:defRPr b="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3566093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 Slide [Dark]">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ECCFEF-2E34-41AB-8DA0-38A34C0B1514}"/>
              </a:ext>
            </a:extLst>
          </p:cNvPr>
          <p:cNvSpPr/>
          <p:nvPr userDrawn="1"/>
        </p:nvSpPr>
        <p:spPr>
          <a:xfrm>
            <a:off x="3"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a:latin typeface="Adobe Clean SemiLight" panose="020B0403020404020204" pitchFamily="34" charset="0"/>
            </a:endParaRP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a:xfrm>
            <a:off x="5895408" y="6560363"/>
            <a:ext cx="401186" cy="267660"/>
          </a:xfrm>
          <a:prstGeom prst="rect">
            <a:avLst/>
          </a:prstGeom>
        </p:spPr>
        <p:txBody>
          <a:bodyPr/>
          <a:lstStyle/>
          <a:p>
            <a:fld id="{2D54ABF7-EC33-204F-A680-BCCE3CA2411A}" type="slidenum">
              <a:rPr lang="en-US" smtClean="0"/>
              <a:pPr/>
              <a:t>‹#›</a:t>
            </a:fld>
            <a:endParaRPr lang="en-US"/>
          </a:p>
        </p:txBody>
      </p:sp>
    </p:spTree>
    <p:extLst>
      <p:ext uri="{BB962C8B-B14F-4D97-AF65-F5344CB8AC3E}">
        <p14:creationId xmlns:p14="http://schemas.microsoft.com/office/powerpoint/2010/main" val="3946640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Content Slide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7" y="312663"/>
            <a:ext cx="11494008" cy="646189"/>
          </a:xfrm>
        </p:spPr>
        <p:txBody>
          <a:bodyPr lIns="45720" rIns="45720"/>
          <a:lstStyle/>
          <a:p>
            <a:r>
              <a:rPr lang="en-US"/>
              <a:t>Click to edit Master title style</a:t>
            </a:r>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a:p>
        </p:txBody>
      </p:sp>
    </p:spTree>
    <p:extLst>
      <p:ext uri="{BB962C8B-B14F-4D97-AF65-F5344CB8AC3E}">
        <p14:creationId xmlns:p14="http://schemas.microsoft.com/office/powerpoint/2010/main" val="3808906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3" name="Picture 12" descr="A picture containing drawing&#10;&#10;Description automatically generated">
            <a:extLst>
              <a:ext uri="{FF2B5EF4-FFF2-40B4-BE49-F238E27FC236}">
                <a16:creationId xmlns:a16="http://schemas.microsoft.com/office/drawing/2014/main" id="{AB79084A-2375-446C-803B-D98146722F1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AED2DE1-CD92-D54D-95C5-5BDEECA1D19C}"/>
              </a:ext>
            </a:extLst>
          </p:cNvPr>
          <p:cNvSpPr>
            <a:spLocks noGrp="1"/>
          </p:cNvSpPr>
          <p:nvPr>
            <p:ph type="title" hasCustomPrompt="1"/>
          </p:nvPr>
        </p:nvSpPr>
        <p:spPr>
          <a:xfrm>
            <a:off x="2203299" y="2796819"/>
            <a:ext cx="5919381" cy="1213050"/>
          </a:xfrm>
        </p:spPr>
        <p:txBody>
          <a:bodyPr>
            <a:noAutofit/>
          </a:bodyPr>
          <a:lstStyle>
            <a:lvl1pPr>
              <a:defRPr sz="3600">
                <a:solidFill>
                  <a:schemeClr val="bg1"/>
                </a:solidFill>
              </a:defRPr>
            </a:lvl1pPr>
          </a:lstStyle>
          <a:p>
            <a:r>
              <a:rPr lang="en-US" dirty="0"/>
              <a:t>Click to edit presentation title</a:t>
            </a:r>
          </a:p>
        </p:txBody>
      </p:sp>
      <p:sp>
        <p:nvSpPr>
          <p:cNvPr id="8" name="Content Placeholder 8">
            <a:extLst>
              <a:ext uri="{FF2B5EF4-FFF2-40B4-BE49-F238E27FC236}">
                <a16:creationId xmlns:a16="http://schemas.microsoft.com/office/drawing/2014/main" id="{ED4DD803-E558-9144-8986-8DB1EE1D03F9}"/>
              </a:ext>
            </a:extLst>
          </p:cNvPr>
          <p:cNvSpPr>
            <a:spLocks noGrp="1"/>
          </p:cNvSpPr>
          <p:nvPr>
            <p:ph sz="quarter" idx="11" hasCustomPrompt="1"/>
          </p:nvPr>
        </p:nvSpPr>
        <p:spPr>
          <a:xfrm>
            <a:off x="2203299" y="4123739"/>
            <a:ext cx="5909954" cy="1078057"/>
          </a:xfrm>
          <a:prstGeom prst="rect">
            <a:avLst/>
          </a:prstGeom>
        </p:spPr>
        <p:txBody>
          <a:bodyPr anchor="t"/>
          <a:lstStyle>
            <a:lvl1pPr marL="0" indent="0" algn="l" defTabSz="914400" rtl="0" eaLnBrk="1" latinLnBrk="0" hangingPunct="1">
              <a:lnSpc>
                <a:spcPct val="100000"/>
              </a:lnSpc>
              <a:spcBef>
                <a:spcPts val="0"/>
              </a:spcBef>
              <a:spcAft>
                <a:spcPts val="1000"/>
              </a:spcAft>
              <a:buFont typeface="Arial" panose="020B0604020202020204" pitchFamily="34" charset="0"/>
              <a:buNone/>
              <a:defRPr lang="en-US" sz="2000" b="1" i="0" kern="1200" baseline="0" dirty="0">
                <a:solidFill>
                  <a:schemeClr val="bg1"/>
                </a:solidFill>
                <a:latin typeface="Adobe Clean" panose="020B0503020404020204" pitchFamily="34" charset="0"/>
                <a:ea typeface="+mn-ea"/>
                <a:cs typeface="+mn-cs"/>
              </a:defRPr>
            </a:lvl1pPr>
          </a:lstStyle>
          <a:p>
            <a:pPr lvl="0"/>
            <a:r>
              <a:rPr lang="en-US" dirty="0"/>
              <a:t>Click to edit presentation subtitle</a:t>
            </a:r>
          </a:p>
        </p:txBody>
      </p:sp>
      <p:pic>
        <p:nvPicPr>
          <p:cNvPr id="9" name="Picture 8">
            <a:extLst>
              <a:ext uri="{FF2B5EF4-FFF2-40B4-BE49-F238E27FC236}">
                <a16:creationId xmlns:a16="http://schemas.microsoft.com/office/drawing/2014/main" id="{D8A77721-2719-4EF5-B587-B2A75D18036C}"/>
              </a:ext>
            </a:extLst>
          </p:cNvPr>
          <p:cNvPicPr>
            <a:picLocks noChangeAspect="1"/>
          </p:cNvPicPr>
          <p:nvPr userDrawn="1"/>
        </p:nvPicPr>
        <p:blipFill>
          <a:blip r:embed="rId3">
            <a:alphaModFix/>
          </a:blip>
          <a:stretch>
            <a:fillRect/>
          </a:stretch>
        </p:blipFill>
        <p:spPr>
          <a:xfrm>
            <a:off x="872599" y="2904989"/>
            <a:ext cx="703952" cy="961495"/>
          </a:xfrm>
          <a:prstGeom prst="rect">
            <a:avLst/>
          </a:prstGeom>
        </p:spPr>
      </p:pic>
    </p:spTree>
    <p:extLst>
      <p:ext uri="{BB962C8B-B14F-4D97-AF65-F5344CB8AC3E}">
        <p14:creationId xmlns:p14="http://schemas.microsoft.com/office/powerpoint/2010/main" val="878502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Section Divider [EC]">
    <p:bg>
      <p:bgPr>
        <a:solidFill>
          <a:srgbClr val="FA0F00"/>
        </a:solidFill>
        <a:effectLst/>
      </p:bgPr>
    </p:bg>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2185176" y="2866397"/>
            <a:ext cx="8857198" cy="1394267"/>
          </a:xfrm>
          <a:prstGeom prst="rect">
            <a:avLst/>
          </a:prstGeom>
        </p:spPr>
        <p:txBody>
          <a:bodyPr/>
          <a:lstStyle>
            <a:lvl1pPr marL="0" indent="0">
              <a:lnSpc>
                <a:spcPct val="75000"/>
              </a:lnSpc>
              <a:buNone/>
              <a:defRPr sz="3600" b="1" i="0" baseline="0">
                <a:solidFill>
                  <a:schemeClr val="bg1"/>
                </a:solidFill>
                <a:latin typeface="Adobe Clean ExtraBold" panose="020B0503020404020204" pitchFamily="34" charset="0"/>
              </a:defRPr>
            </a:lvl1pPr>
          </a:lstStyle>
          <a:p>
            <a:pPr lvl="0"/>
            <a:r>
              <a:rPr lang="en-US" dirty="0"/>
              <a:t>Click to edit section divider title</a:t>
            </a:r>
          </a:p>
        </p:txBody>
      </p:sp>
      <p:pic>
        <p:nvPicPr>
          <p:cNvPr id="5" name="Picture 4">
            <a:extLst>
              <a:ext uri="{FF2B5EF4-FFF2-40B4-BE49-F238E27FC236}">
                <a16:creationId xmlns:a16="http://schemas.microsoft.com/office/drawing/2014/main" id="{BDA725D1-C29F-49B5-BD56-434229004C80}"/>
              </a:ext>
            </a:extLst>
          </p:cNvPr>
          <p:cNvPicPr>
            <a:picLocks noChangeAspect="1"/>
          </p:cNvPicPr>
          <p:nvPr userDrawn="1"/>
        </p:nvPicPr>
        <p:blipFill>
          <a:blip r:embed="rId2"/>
          <a:stretch>
            <a:fillRect/>
          </a:stretch>
        </p:blipFill>
        <p:spPr>
          <a:xfrm>
            <a:off x="916535" y="2825114"/>
            <a:ext cx="616079" cy="554471"/>
          </a:xfrm>
          <a:prstGeom prst="rect">
            <a:avLst/>
          </a:prstGeom>
        </p:spPr>
      </p:pic>
    </p:spTree>
    <p:extLst>
      <p:ext uri="{BB962C8B-B14F-4D97-AF65-F5344CB8AC3E}">
        <p14:creationId xmlns:p14="http://schemas.microsoft.com/office/powerpoint/2010/main" val="10971237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Divider [White-A]">
    <p:bg>
      <p:bgRef idx="1001">
        <a:schemeClr val="bg1"/>
      </p:bgRef>
    </p:bg>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5C69EB3E-ED19-4474-8439-F48431B6290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accent6"/>
                </a:solidFill>
                <a:latin typeface="Adobe Clean ExtraBold" panose="020B0503020404020204" pitchFamily="34" charset="0"/>
              </a:defRPr>
            </a:lvl1pPr>
          </a:lstStyle>
          <a:p>
            <a:pPr lvl="0"/>
            <a:r>
              <a:rPr lang="en-US" dirty="0"/>
              <a:t>Click to edit section divider title</a:t>
            </a:r>
          </a:p>
        </p:txBody>
      </p:sp>
    </p:spTree>
    <p:extLst>
      <p:ext uri="{BB962C8B-B14F-4D97-AF65-F5344CB8AC3E}">
        <p14:creationId xmlns:p14="http://schemas.microsoft.com/office/powerpoint/2010/main" val="38874822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hite-B]">
    <p:bg>
      <p:bgRef idx="1001">
        <a:schemeClr val="bg1"/>
      </p:bgRef>
    </p:bg>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DBCDD68E-6A21-4946-A44A-CB84F98FF14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accent6"/>
                </a:solidFill>
                <a:latin typeface="Adobe Clean ExtraBold" panose="020B0503020404020204" pitchFamily="34" charset="0"/>
              </a:defRPr>
            </a:lvl1pPr>
          </a:lstStyle>
          <a:p>
            <a:pPr lvl="0"/>
            <a:r>
              <a:rPr lang="en-US" dirty="0"/>
              <a:t>Click to edit section divider title</a:t>
            </a:r>
          </a:p>
        </p:txBody>
      </p:sp>
    </p:spTree>
    <p:extLst>
      <p:ext uri="{BB962C8B-B14F-4D97-AF65-F5344CB8AC3E}">
        <p14:creationId xmlns:p14="http://schemas.microsoft.com/office/powerpoint/2010/main" val="8370104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A]">
    <p:bg>
      <p:bgRef idx="1001">
        <a:schemeClr val="bg1"/>
      </p:bgRef>
    </p:bg>
    <p:spTree>
      <p:nvGrpSpPr>
        <p:cNvPr id="1" name=""/>
        <p:cNvGrpSpPr/>
        <p:nvPr/>
      </p:nvGrpSpPr>
      <p:grpSpPr>
        <a:xfrm>
          <a:off x="0" y="0"/>
          <a:ext cx="0" cy="0"/>
          <a:chOff x="0" y="0"/>
          <a:chExt cx="0" cy="0"/>
        </a:xfrm>
      </p:grpSpPr>
      <p:pic>
        <p:nvPicPr>
          <p:cNvPr id="3" name="Picture 2" descr="A picture containing computer&#10;&#10;Description automatically generated">
            <a:extLst>
              <a:ext uri="{FF2B5EF4-FFF2-40B4-BE49-F238E27FC236}">
                <a16:creationId xmlns:a16="http://schemas.microsoft.com/office/drawing/2014/main" id="{7AD3869F-D3E8-4162-AC9C-5E105DCDCD3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bg1"/>
                </a:solidFill>
                <a:latin typeface="Adobe Clean ExtraBold" panose="020B0503020404020204" pitchFamily="34" charset="0"/>
              </a:defRPr>
            </a:lvl1pPr>
          </a:lstStyle>
          <a:p>
            <a:pPr lvl="0"/>
            <a:r>
              <a:rPr lang="en-US" dirty="0"/>
              <a:t>Click to edit section divider title</a:t>
            </a:r>
          </a:p>
        </p:txBody>
      </p:sp>
    </p:spTree>
    <p:extLst>
      <p:ext uri="{BB962C8B-B14F-4D97-AF65-F5344CB8AC3E}">
        <p14:creationId xmlns:p14="http://schemas.microsoft.com/office/powerpoint/2010/main" val="4492927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Dark-B]">
    <p:bg>
      <p:bgRef idx="1001">
        <a:schemeClr val="bg1"/>
      </p:bgRef>
    </p:bg>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C1E84E48-4621-413D-8B33-D60987BD97E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Content Placeholder 8">
            <a:extLst>
              <a:ext uri="{FF2B5EF4-FFF2-40B4-BE49-F238E27FC236}">
                <a16:creationId xmlns:a16="http://schemas.microsoft.com/office/drawing/2014/main" id="{80F40C7B-8B85-E841-951C-D0451CD79919}"/>
              </a:ext>
            </a:extLst>
          </p:cNvPr>
          <p:cNvSpPr>
            <a:spLocks noGrp="1"/>
          </p:cNvSpPr>
          <p:nvPr>
            <p:ph sz="quarter" idx="12" hasCustomPrompt="1"/>
          </p:nvPr>
        </p:nvSpPr>
        <p:spPr>
          <a:xfrm>
            <a:off x="794788" y="2796819"/>
            <a:ext cx="5909954" cy="1394267"/>
          </a:xfrm>
          <a:prstGeom prst="rect">
            <a:avLst/>
          </a:prstGeom>
        </p:spPr>
        <p:txBody>
          <a:bodyPr/>
          <a:lstStyle>
            <a:lvl1pPr marL="0" indent="0">
              <a:lnSpc>
                <a:spcPct val="75000"/>
              </a:lnSpc>
              <a:buNone/>
              <a:defRPr sz="3600" b="1" i="0" baseline="0">
                <a:solidFill>
                  <a:schemeClr val="bg1"/>
                </a:solidFill>
                <a:latin typeface="Adobe Clean ExtraBold" panose="020B0503020404020204" pitchFamily="34" charset="0"/>
              </a:defRPr>
            </a:lvl1pPr>
          </a:lstStyle>
          <a:p>
            <a:pPr lvl="0"/>
            <a:r>
              <a:rPr lang="en-US" dirty="0"/>
              <a:t>Click to edit section divider title</a:t>
            </a:r>
          </a:p>
        </p:txBody>
      </p:sp>
    </p:spTree>
    <p:extLst>
      <p:ext uri="{BB962C8B-B14F-4D97-AF65-F5344CB8AC3E}">
        <p14:creationId xmlns:p14="http://schemas.microsoft.com/office/powerpoint/2010/main" val="35345233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6" y="312661"/>
            <a:ext cx="11494008" cy="646189"/>
          </a:xfrm>
        </p:spPr>
        <p:txBody>
          <a:bodyPr lIns="45720" rIns="45720"/>
          <a:lstStyle/>
          <a:p>
            <a:r>
              <a:rPr lang="en-US" dirty="0"/>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p:spPr>
        <p:txBody>
          <a:bodyPr/>
          <a:lstStyle/>
          <a:p>
            <a:fld id="{8CB0EC54-4295-4C49-9904-62E624678780}" type="datetime1">
              <a:rPr lang="en-US" smtClean="0"/>
              <a:t>3/5/2026</a:t>
            </a:fld>
            <a:endParaRPr lang="en-US" dirty="0"/>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endParaRPr lang="en-US" dirty="0"/>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dirty="0"/>
          </a:p>
        </p:txBody>
      </p:sp>
      <p:sp>
        <p:nvSpPr>
          <p:cNvPr id="16" name="Content Placeholder 15">
            <a:extLst>
              <a:ext uri="{FF2B5EF4-FFF2-40B4-BE49-F238E27FC236}">
                <a16:creationId xmlns:a16="http://schemas.microsoft.com/office/drawing/2014/main" id="{4EE18BCB-5B0C-CC43-82F4-E212011C84B9}"/>
              </a:ext>
            </a:extLst>
          </p:cNvPr>
          <p:cNvSpPr>
            <a:spLocks noGrp="1"/>
          </p:cNvSpPr>
          <p:nvPr>
            <p:ph sz="quarter" idx="13"/>
          </p:nvPr>
        </p:nvSpPr>
        <p:spPr>
          <a:xfrm>
            <a:off x="291060" y="1394086"/>
            <a:ext cx="11521440" cy="4636008"/>
          </a:xfrm>
        </p:spPr>
        <p:txBody>
          <a:bodyPr lIns="45720" rIns="45720" anchor="t">
            <a:noAutofit/>
          </a:bodyPr>
          <a:lstStyle>
            <a:lvl1pPr marL="233363" indent="-233363">
              <a:lnSpc>
                <a:spcPct val="100000"/>
              </a:lnSpc>
              <a:buFont typeface="Arial" panose="020B0604020202020204" pitchFamily="34" charset="0"/>
              <a:buChar char="•"/>
              <a:defRPr/>
            </a:lvl1pPr>
            <a:lvl2pPr marL="690563" indent="-233363">
              <a:lnSpc>
                <a:spcPct val="100000"/>
              </a:lnSpc>
              <a:buFont typeface="Arial" panose="020B0604020202020204" pitchFamily="34" charset="0"/>
              <a:buChar char="•"/>
              <a:defRPr/>
            </a:lvl2pPr>
            <a:lvl3pPr marL="1147763" indent="-233363">
              <a:lnSpc>
                <a:spcPct val="100000"/>
              </a:lnSpc>
              <a:buFont typeface="Arial" panose="020B0604020202020204" pitchFamily="34" charset="0"/>
              <a:buChar char="•"/>
              <a:defRPr/>
            </a:lvl3pPr>
            <a:lvl4pPr marL="1604963" indent="-233363">
              <a:lnSpc>
                <a:spcPct val="100000"/>
              </a:lnSpc>
              <a:buFont typeface="Arial" panose="020B0604020202020204" pitchFamily="34" charset="0"/>
              <a:buChar char="•"/>
              <a:defRPr/>
            </a:lvl4pPr>
            <a:lvl5pPr marL="2062163" indent="-233363">
              <a:lnSpc>
                <a:spcPct val="100000"/>
              </a:lnSpc>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86856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Dark]">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ECCFEF-2E34-41AB-8DA0-38A34C0B1514}"/>
              </a:ext>
            </a:extLst>
          </p:cNvPr>
          <p:cNvSpPr/>
          <p:nvPr userDrawn="1"/>
        </p:nvSpPr>
        <p:spPr>
          <a:xfrm>
            <a:off x="0" y="0"/>
            <a:ext cx="12192000" cy="6858000"/>
          </a:xfrm>
          <a:prstGeom prst="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BDB0B12-ED72-E742-A04D-80FB3DE67B12}"/>
              </a:ext>
            </a:extLst>
          </p:cNvPr>
          <p:cNvSpPr/>
          <p:nvPr userDrawn="1"/>
        </p:nvSpPr>
        <p:spPr>
          <a:xfrm>
            <a:off x="0" y="6446520"/>
            <a:ext cx="12192000" cy="41148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000D5AA-51AA-4615-B224-7F76F87AE24E}"/>
              </a:ext>
            </a:extLst>
          </p:cNvPr>
          <p:cNvPicPr>
            <a:picLocks noChangeAspect="1"/>
          </p:cNvPicPr>
          <p:nvPr userDrawn="1"/>
        </p:nvPicPr>
        <p:blipFill>
          <a:blip r:embed="rId2"/>
          <a:stretch>
            <a:fillRect/>
          </a:stretch>
        </p:blipFill>
        <p:spPr>
          <a:xfrm>
            <a:off x="379613" y="6578695"/>
            <a:ext cx="566079" cy="147131"/>
          </a:xfrm>
          <a:prstGeom prst="rect">
            <a:avLst/>
          </a:prstGeom>
        </p:spPr>
      </p:pic>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291060" y="312661"/>
            <a:ext cx="11498704" cy="646710"/>
          </a:xfrm>
        </p:spPr>
        <p:txBody>
          <a:bodyPr/>
          <a:lstStyle>
            <a:lvl1pPr>
              <a:defRPr>
                <a:solidFill>
                  <a:schemeClr val="bg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p:txBody>
          <a:bodyPr/>
          <a:lstStyle/>
          <a:p>
            <a:fld id="{5AA30E68-8AA3-4F04-9D54-83CA8C1FA3D2}" type="datetime1">
              <a:rPr lang="en-US" smtClean="0"/>
              <a:t>3/5/2026</a:t>
            </a:fld>
            <a:endParaRPr lang="en-US" dirty="0"/>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endParaRPr lang="en-US" dirty="0"/>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dirty="0"/>
          </a:p>
        </p:txBody>
      </p:sp>
      <p:sp>
        <p:nvSpPr>
          <p:cNvPr id="16" name="Content Placeholder 15">
            <a:extLst>
              <a:ext uri="{FF2B5EF4-FFF2-40B4-BE49-F238E27FC236}">
                <a16:creationId xmlns:a16="http://schemas.microsoft.com/office/drawing/2014/main" id="{4EE18BCB-5B0C-CC43-82F4-E212011C84B9}"/>
              </a:ext>
            </a:extLst>
          </p:cNvPr>
          <p:cNvSpPr>
            <a:spLocks noGrp="1"/>
          </p:cNvSpPr>
          <p:nvPr>
            <p:ph sz="quarter" idx="13"/>
          </p:nvPr>
        </p:nvSpPr>
        <p:spPr>
          <a:xfrm>
            <a:off x="291060" y="1394086"/>
            <a:ext cx="11498704" cy="4646950"/>
          </a:xfrm>
        </p:spPr>
        <p:txBody>
          <a:bodyPr anchor="t"/>
          <a:lstStyle>
            <a:lvl1pPr marL="233363" indent="-233363">
              <a:lnSpc>
                <a:spcPct val="100000"/>
              </a:lnSpc>
              <a:buFont typeface="Arial" panose="020B0604020202020204" pitchFamily="34" charset="0"/>
              <a:buChar char="•"/>
              <a:defRPr>
                <a:solidFill>
                  <a:schemeClr val="bg1"/>
                </a:solidFill>
              </a:defRPr>
            </a:lvl1pPr>
            <a:lvl2pPr marL="690563" indent="-233363">
              <a:lnSpc>
                <a:spcPct val="100000"/>
              </a:lnSpc>
              <a:buFont typeface="Arial" panose="020B0604020202020204" pitchFamily="34" charset="0"/>
              <a:buChar char="•"/>
              <a:defRPr>
                <a:solidFill>
                  <a:schemeClr val="bg1"/>
                </a:solidFill>
              </a:defRPr>
            </a:lvl2pPr>
            <a:lvl3pPr marL="1147763" indent="-233363">
              <a:lnSpc>
                <a:spcPct val="100000"/>
              </a:lnSpc>
              <a:buFont typeface="Arial" panose="020B0604020202020204" pitchFamily="34" charset="0"/>
              <a:buChar char="•"/>
              <a:defRPr>
                <a:solidFill>
                  <a:schemeClr val="bg1"/>
                </a:solidFill>
              </a:defRPr>
            </a:lvl3pPr>
            <a:lvl4pPr marL="1604963" indent="-233363">
              <a:lnSpc>
                <a:spcPct val="100000"/>
              </a:lnSpc>
              <a:buFont typeface="Arial" panose="020B0604020202020204" pitchFamily="34" charset="0"/>
              <a:buChar char="•"/>
              <a:defRPr>
                <a:solidFill>
                  <a:schemeClr val="bg1"/>
                </a:solidFill>
              </a:defRPr>
            </a:lvl4pPr>
            <a:lvl5pPr marL="2062163" indent="-233363">
              <a:lnSpc>
                <a:spcPct val="100000"/>
              </a:lnSpc>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Date Placeholder 3">
            <a:extLst>
              <a:ext uri="{FF2B5EF4-FFF2-40B4-BE49-F238E27FC236}">
                <a16:creationId xmlns:a16="http://schemas.microsoft.com/office/drawing/2014/main" id="{898F48D3-EC8B-4901-861B-167FE5EBECED}"/>
              </a:ext>
            </a:extLst>
          </p:cNvPr>
          <p:cNvSpPr txBox="1">
            <a:spLocks/>
          </p:cNvSpPr>
          <p:nvPr userDrawn="1"/>
        </p:nvSpPr>
        <p:spPr>
          <a:xfrm>
            <a:off x="9302847" y="6560363"/>
            <a:ext cx="2599605" cy="274324"/>
          </a:xfrm>
          <a:prstGeom prst="rect">
            <a:avLst/>
          </a:prstGeom>
        </p:spPr>
        <p:txBody>
          <a:bodyPr/>
          <a:lstStyle>
            <a:defPPr>
              <a:defRPr lang="en-US"/>
            </a:defPPr>
            <a:lvl1pPr marL="0" algn="l" defTabSz="914400" rtl="0" eaLnBrk="1" latinLnBrk="0" hangingPunct="1">
              <a:defRPr sz="1400" kern="1200" baseline="0">
                <a:solidFill>
                  <a:srgbClr val="CFCFCE"/>
                </a:solidFill>
                <a:latin typeface="Adobe Clean ExtraBold" panose="020B05030204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aseline="0" dirty="0">
                <a:solidFill>
                  <a:srgbClr val="6E6E6E"/>
                </a:solidFill>
                <a:latin typeface="Adobe Clean" panose="020B0503020404020204" pitchFamily="34" charset="0"/>
              </a:rPr>
              <a:t>©2020 Adobe. All Rights Reserved. Adobe Confidential.</a:t>
            </a:r>
          </a:p>
        </p:txBody>
      </p:sp>
    </p:spTree>
    <p:extLst>
      <p:ext uri="{BB962C8B-B14F-4D97-AF65-F5344CB8AC3E}">
        <p14:creationId xmlns:p14="http://schemas.microsoft.com/office/powerpoint/2010/main" val="648719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rgbClr val="FA0F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7D1A37-D98F-8844-AF99-5DCC9E674734}"/>
              </a:ext>
            </a:extLst>
          </p:cNvPr>
          <p:cNvPicPr>
            <a:picLocks noChangeAspect="1"/>
          </p:cNvPicPr>
          <p:nvPr userDrawn="1"/>
        </p:nvPicPr>
        <p:blipFill>
          <a:blip r:embed="rId2"/>
          <a:stretch>
            <a:fillRect/>
          </a:stretch>
        </p:blipFill>
        <p:spPr>
          <a:xfrm>
            <a:off x="5605832" y="2759987"/>
            <a:ext cx="980335" cy="1338025"/>
          </a:xfrm>
          <a:prstGeom prst="rect">
            <a:avLst/>
          </a:prstGeom>
        </p:spPr>
      </p:pic>
    </p:spTree>
    <p:extLst>
      <p:ext uri="{BB962C8B-B14F-4D97-AF65-F5344CB8AC3E}">
        <p14:creationId xmlns:p14="http://schemas.microsoft.com/office/powerpoint/2010/main" val="24156106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Black - Bottom Graphic">
    <p:bg>
      <p:bgPr>
        <a:solidFill>
          <a:schemeClr val="bg1"/>
        </a:solidFill>
        <a:effectLst/>
      </p:bgPr>
    </p:bg>
    <p:spTree>
      <p:nvGrpSpPr>
        <p:cNvPr id="1" name=""/>
        <p:cNvGrpSpPr/>
        <p:nvPr/>
      </p:nvGrpSpPr>
      <p:grpSpPr>
        <a:xfrm>
          <a:off x="0" y="0"/>
          <a:ext cx="0" cy="0"/>
          <a:chOff x="0" y="0"/>
          <a:chExt cx="0" cy="0"/>
        </a:xfrm>
      </p:grpSpPr>
      <p:sp>
        <p:nvSpPr>
          <p:cNvPr id="11" name="Rectangle 5"/>
          <p:cNvSpPr>
            <a:spLocks noChangeArrowheads="1"/>
          </p:cNvSpPr>
          <p:nvPr userDrawn="1"/>
        </p:nvSpPr>
        <p:spPr bwMode="auto">
          <a:xfrm>
            <a:off x="1" y="0"/>
            <a:ext cx="12192000" cy="6442364"/>
          </a:xfrm>
          <a:prstGeom prst="rect">
            <a:avLst/>
          </a:prstGeom>
          <a:solidFill>
            <a:schemeClr val="bg1"/>
          </a:solidFill>
          <a:ln w="12700">
            <a:miter lim="400000"/>
          </a:ln>
        </p:spPr>
        <p:txBody>
          <a:bodyPr lIns="0" tIns="0" rIns="0" bIns="0" anchor="ctr"/>
          <a:lstStyle/>
          <a:p>
            <a:pPr lvl="0" algn="ctr" defTabSz="825500"/>
            <a:endParaRPr lang="en-US" sz="3600">
              <a:solidFill>
                <a:srgbClr val="FFFFFF"/>
              </a:solidFill>
              <a:latin typeface="+mj-lt"/>
              <a:ea typeface="+mj-ea"/>
              <a:cs typeface="+mj-cs"/>
              <a:sym typeface="Helvetica Light"/>
            </a:endParaRPr>
          </a:p>
        </p:txBody>
      </p:sp>
      <p:sp>
        <p:nvSpPr>
          <p:cNvPr id="4" name="Date Placeholder 3"/>
          <p:cNvSpPr>
            <a:spLocks noGrp="1"/>
          </p:cNvSpPr>
          <p:nvPr>
            <p:ph type="dt" sz="half" idx="10"/>
          </p:nvPr>
        </p:nvSpPr>
        <p:spPr/>
        <p:txBody>
          <a:bodyPr/>
          <a:lstStyle/>
          <a:p>
            <a:fld id="{B3B8D6CA-D4AF-4FDC-9641-A8569C957DEB}" type="datetime1">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pPr algn="ctr"/>
              <a:t>‹#›</a:t>
            </a:fld>
            <a:endParaRPr lang="en-US"/>
          </a:p>
        </p:txBody>
      </p:sp>
    </p:spTree>
    <p:extLst>
      <p:ext uri="{BB962C8B-B14F-4D97-AF65-F5344CB8AC3E}">
        <p14:creationId xmlns:p14="http://schemas.microsoft.com/office/powerpoint/2010/main" val="3465490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3_Black - No Graphic">
    <p:spTree>
      <p:nvGrpSpPr>
        <p:cNvPr id="1" name=""/>
        <p:cNvGrpSpPr/>
        <p:nvPr/>
      </p:nvGrpSpPr>
      <p:grpSpPr>
        <a:xfrm>
          <a:off x="0" y="0"/>
          <a:ext cx="0" cy="0"/>
          <a:chOff x="0" y="0"/>
          <a:chExt cx="0" cy="0"/>
        </a:xfrm>
      </p:grpSpPr>
      <p:sp>
        <p:nvSpPr>
          <p:cNvPr id="7" name="Rectangle 5"/>
          <p:cNvSpPr>
            <a:spLocks noChangeArrowheads="1"/>
          </p:cNvSpPr>
          <p:nvPr userDrawn="1"/>
        </p:nvSpPr>
        <p:spPr bwMode="auto">
          <a:xfrm>
            <a:off x="2" y="0"/>
            <a:ext cx="12192000" cy="6858000"/>
          </a:xfrm>
          <a:prstGeom prst="rect">
            <a:avLst/>
          </a:prstGeom>
          <a:solidFill>
            <a:schemeClr val="tx1"/>
          </a:solidFill>
          <a:ln w="12700">
            <a:miter lim="400000"/>
          </a:ln>
        </p:spPr>
        <p:txBody>
          <a:bodyPr lIns="0" tIns="0" rIns="0" bIns="0" anchor="ctr"/>
          <a:lstStyle/>
          <a:p>
            <a:pPr lvl="0" algn="ctr" defTabSz="825252"/>
            <a:endParaRPr lang="en-US" sz="3599">
              <a:solidFill>
                <a:srgbClr val="FFFFFF"/>
              </a:solidFill>
              <a:latin typeface="+mj-lt"/>
              <a:ea typeface="+mj-ea"/>
              <a:cs typeface="+mj-cs"/>
              <a:sym typeface="Helvetica Light"/>
            </a:endParaRPr>
          </a:p>
        </p:txBody>
      </p:sp>
      <p:pic>
        <p:nvPicPr>
          <p:cNvPr id="6" name="Picture 2">
            <a:extLst>
              <a:ext uri="{FF2B5EF4-FFF2-40B4-BE49-F238E27FC236}">
                <a16:creationId xmlns:a16="http://schemas.microsoft.com/office/drawing/2014/main" id="{5C4E0D76-1F02-FA40-A6CE-EB7F39B30C4D}"/>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tretch>
            <a:fillRect/>
          </a:stretch>
        </p:blipFill>
        <p:spPr bwMode="auto">
          <a:xfrm>
            <a:off x="2868" y="4"/>
            <a:ext cx="12186265" cy="6442561"/>
          </a:xfrm>
          <a:prstGeom prst="rect">
            <a:avLst/>
          </a:prstGeom>
          <a:solidFill>
            <a:schemeClr val="tx1"/>
          </a:solidFill>
        </p:spPr>
      </p:pic>
      <p:sp>
        <p:nvSpPr>
          <p:cNvPr id="5" name="Title 1">
            <a:extLst>
              <a:ext uri="{FF2B5EF4-FFF2-40B4-BE49-F238E27FC236}">
                <a16:creationId xmlns:a16="http://schemas.microsoft.com/office/drawing/2014/main" id="{952F1F66-5D21-E148-97F2-887E00B83207}"/>
              </a:ext>
            </a:extLst>
          </p:cNvPr>
          <p:cNvSpPr>
            <a:spLocks noGrp="1"/>
          </p:cNvSpPr>
          <p:nvPr>
            <p:ph type="title"/>
          </p:nvPr>
        </p:nvSpPr>
        <p:spPr>
          <a:xfrm>
            <a:off x="304801" y="287510"/>
            <a:ext cx="11582400" cy="593725"/>
          </a:xfrm>
        </p:spPr>
        <p:txBody>
          <a:bodyPr/>
          <a:lstStyle>
            <a:lvl1pPr>
              <a:defRPr>
                <a:solidFill>
                  <a:schemeClr val="bg1"/>
                </a:solidFill>
              </a:defRPr>
            </a:lvl1pPr>
          </a:lstStyle>
          <a:p>
            <a:r>
              <a:rPr lang="en-US"/>
              <a:t>Click to edit Master title style</a:t>
            </a:r>
          </a:p>
        </p:txBody>
      </p:sp>
      <p:sp>
        <p:nvSpPr>
          <p:cNvPr id="2" name="Rectangle 1">
            <a:extLst>
              <a:ext uri="{FF2B5EF4-FFF2-40B4-BE49-F238E27FC236}">
                <a16:creationId xmlns:a16="http://schemas.microsoft.com/office/drawing/2014/main" id="{09B33897-C34E-4E32-A4B7-E20A40A47C8F}"/>
              </a:ext>
            </a:extLst>
          </p:cNvPr>
          <p:cNvSpPr/>
          <p:nvPr userDrawn="1"/>
        </p:nvSpPr>
        <p:spPr>
          <a:xfrm>
            <a:off x="1" y="2"/>
            <a:ext cx="12186265" cy="64425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dirty="0"/>
          </a:p>
        </p:txBody>
      </p:sp>
    </p:spTree>
    <p:extLst>
      <p:ext uri="{BB962C8B-B14F-4D97-AF65-F5344CB8AC3E}">
        <p14:creationId xmlns:p14="http://schemas.microsoft.com/office/powerpoint/2010/main" val="25693972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White - Top &amp; Bottom 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3B8D6CA-D4AF-4FDC-9641-A8569C957DEB}"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pPr algn="ctr"/>
              <a:t>‹#›</a:t>
            </a:fld>
            <a:endParaRPr lang="en-US" dirty="0"/>
          </a:p>
        </p:txBody>
      </p:sp>
    </p:spTree>
    <p:extLst>
      <p:ext uri="{BB962C8B-B14F-4D97-AF65-F5344CB8AC3E}">
        <p14:creationId xmlns:p14="http://schemas.microsoft.com/office/powerpoint/2010/main" val="18192393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1" y="0"/>
            <a:ext cx="12192000" cy="1296988"/>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a:endParaRPr lang="en-US" sz="1800" dirty="0">
              <a:solidFill>
                <a:srgbClr val="FFFFFF"/>
              </a:solidFill>
              <a:ea typeface="ＭＳ Ｐゴシック" pitchFamily="-111" charset="-128"/>
            </a:endParaRP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1349" y="-2383"/>
            <a:ext cx="373429" cy="612648"/>
          </a:xfrm>
          <a:prstGeom prst="rect">
            <a:avLst/>
          </a:prstGeom>
        </p:spPr>
      </p:pic>
      <p:sp>
        <p:nvSpPr>
          <p:cNvPr id="2" name="Title 1"/>
          <p:cNvSpPr>
            <a:spLocks noGrp="1"/>
          </p:cNvSpPr>
          <p:nvPr>
            <p:ph type="ctrTitle"/>
          </p:nvPr>
        </p:nvSpPr>
        <p:spPr>
          <a:xfrm>
            <a:off x="641349" y="1525530"/>
            <a:ext cx="10921064" cy="369332"/>
          </a:xfrm>
        </p:spPr>
        <p:txBody>
          <a:bodyPr wrap="square" lIns="0" tIns="0" rIns="0" bIns="0">
            <a:spAutoFit/>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641349" y="1890011"/>
            <a:ext cx="10921064" cy="328295"/>
          </a:xfrm>
        </p:spPr>
        <p:txBody>
          <a:bodyPr wrap="square" lIns="0" tIns="0" rIns="0" bIns="0">
            <a:spAutoFit/>
          </a:bodyPr>
          <a:lstStyle>
            <a:lvl1pPr marL="0" indent="0" algn="l">
              <a:buNone/>
              <a:defRPr sz="2100">
                <a:solidFill>
                  <a:schemeClr val="tx1">
                    <a:tint val="75000"/>
                  </a:schemeClr>
                </a:solidFill>
              </a:defRPr>
            </a:lvl1pPr>
            <a:lvl2pPr marL="544145" indent="0" algn="ctr">
              <a:buNone/>
              <a:defRPr>
                <a:solidFill>
                  <a:schemeClr val="tx1">
                    <a:tint val="75000"/>
                  </a:schemeClr>
                </a:solidFill>
              </a:defRPr>
            </a:lvl2pPr>
            <a:lvl3pPr marL="1088291" indent="0" algn="ctr">
              <a:buNone/>
              <a:defRPr>
                <a:solidFill>
                  <a:schemeClr val="tx1">
                    <a:tint val="75000"/>
                  </a:schemeClr>
                </a:solidFill>
              </a:defRPr>
            </a:lvl3pPr>
            <a:lvl4pPr marL="1632436" indent="0" algn="ctr">
              <a:buNone/>
              <a:defRPr>
                <a:solidFill>
                  <a:schemeClr val="tx1">
                    <a:tint val="75000"/>
                  </a:schemeClr>
                </a:solidFill>
              </a:defRPr>
            </a:lvl4pPr>
            <a:lvl5pPr marL="2176581" indent="0" algn="ctr">
              <a:buNone/>
              <a:defRPr>
                <a:solidFill>
                  <a:schemeClr val="tx1">
                    <a:tint val="75000"/>
                  </a:schemeClr>
                </a:solidFill>
              </a:defRPr>
            </a:lvl5pPr>
            <a:lvl6pPr marL="2720726" indent="0" algn="ctr">
              <a:buNone/>
              <a:defRPr>
                <a:solidFill>
                  <a:schemeClr val="tx1">
                    <a:tint val="75000"/>
                  </a:schemeClr>
                </a:solidFill>
              </a:defRPr>
            </a:lvl6pPr>
            <a:lvl7pPr marL="3264872" indent="0" algn="ctr">
              <a:buNone/>
              <a:defRPr>
                <a:solidFill>
                  <a:schemeClr val="tx1">
                    <a:tint val="75000"/>
                  </a:schemeClr>
                </a:solidFill>
              </a:defRPr>
            </a:lvl7pPr>
            <a:lvl8pPr marL="3809017" indent="0" algn="ctr">
              <a:buNone/>
              <a:defRPr>
                <a:solidFill>
                  <a:schemeClr val="tx1">
                    <a:tint val="75000"/>
                  </a:schemeClr>
                </a:solidFill>
              </a:defRPr>
            </a:lvl8pPr>
            <a:lvl9pPr marL="4353162"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644EF78C-0077-4668-88B9-243DFB96141B}"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fld id="{90156F56-D5AE-4C6F-B826-C69D1BC521BB}" type="slidenum">
              <a:rPr lang="en-US" smtClean="0"/>
              <a:pPr/>
              <a:t>‹#›</a:t>
            </a:fld>
            <a:endParaRPr lang="en-US" dirty="0"/>
          </a:p>
        </p:txBody>
      </p:sp>
      <p:sp>
        <p:nvSpPr>
          <p:cNvPr id="11" name="Rectangle 10"/>
          <p:cNvSpPr/>
          <p:nvPr userDrawn="1"/>
        </p:nvSpPr>
        <p:spPr>
          <a:xfrm>
            <a:off x="11612629" y="6530341"/>
            <a:ext cx="449831" cy="327660"/>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60945" tIns="30472" rIns="60945" bIns="30472" anchor="ctr"/>
          <a:lstStyle/>
          <a:p>
            <a:pPr algn="ctr"/>
            <a:endParaRPr lang="en-US" sz="1800" dirty="0">
              <a:solidFill>
                <a:srgbClr val="FFFFFF"/>
              </a:solidFill>
              <a:ea typeface="ＭＳ Ｐゴシック" pitchFamily="-111" charset="-128"/>
            </a:endParaRPr>
          </a:p>
        </p:txBody>
      </p:sp>
      <p:pic>
        <p:nvPicPr>
          <p:cNvPr id="12" name="Picture 11"/>
          <p:cNvPicPr>
            <a:picLocks noChangeAspect="1"/>
          </p:cNvPicPr>
          <p:nvPr userDrawn="1"/>
        </p:nvPicPr>
        <p:blipFill rotWithShape="1">
          <a:blip r:embed="rId3" cstate="screen">
            <a:extLst>
              <a:ext uri="{28A0092B-C50C-407E-A947-70E740481C1C}">
                <a14:useLocalDpi xmlns:a14="http://schemas.microsoft.com/office/drawing/2010/main"/>
              </a:ext>
            </a:extLst>
          </a:blip>
          <a:srcRect l="238" t="46560" r="185" b="20951"/>
          <a:stretch/>
        </p:blipFill>
        <p:spPr>
          <a:xfrm>
            <a:off x="0" y="2465472"/>
            <a:ext cx="12192127" cy="3976604"/>
          </a:xfrm>
          <a:prstGeom prst="rect">
            <a:avLst/>
          </a:prstGeom>
        </p:spPr>
      </p:pic>
    </p:spTree>
    <p:extLst>
      <p:ext uri="{BB962C8B-B14F-4D97-AF65-F5344CB8AC3E}">
        <p14:creationId xmlns:p14="http://schemas.microsoft.com/office/powerpoint/2010/main" val="5108466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userDrawn="1"/>
        </p:nvSpPr>
        <p:spPr>
          <a:xfrm>
            <a:off x="1" y="0"/>
            <a:ext cx="12192000" cy="1296988"/>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a:endParaRPr lang="en-US" sz="1800" dirty="0">
              <a:solidFill>
                <a:srgbClr val="FFFFFF"/>
              </a:solidFill>
              <a:ea typeface="ＭＳ Ｐゴシック" pitchFamily="-111" charset="-128"/>
            </a:endParaRP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1349" y="-2383"/>
            <a:ext cx="373429" cy="612648"/>
          </a:xfrm>
          <a:prstGeom prst="rect">
            <a:avLst/>
          </a:prstGeom>
        </p:spPr>
      </p:pic>
      <p:sp>
        <p:nvSpPr>
          <p:cNvPr id="2" name="Title 1"/>
          <p:cNvSpPr>
            <a:spLocks noGrp="1"/>
          </p:cNvSpPr>
          <p:nvPr>
            <p:ph type="ctrTitle"/>
          </p:nvPr>
        </p:nvSpPr>
        <p:spPr>
          <a:xfrm>
            <a:off x="641349" y="1525530"/>
            <a:ext cx="10921064" cy="369332"/>
          </a:xfrm>
        </p:spPr>
        <p:txBody>
          <a:bodyPr wrap="square" lIns="0" tIns="0" rIns="0" bIns="0">
            <a:spAutoFit/>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641349" y="1890011"/>
            <a:ext cx="10921064" cy="328295"/>
          </a:xfrm>
        </p:spPr>
        <p:txBody>
          <a:bodyPr wrap="square" lIns="0" tIns="0" rIns="0" bIns="0">
            <a:spAutoFit/>
          </a:bodyPr>
          <a:lstStyle>
            <a:lvl1pPr marL="0" indent="0" algn="l">
              <a:buNone/>
              <a:defRPr sz="2100">
                <a:solidFill>
                  <a:schemeClr val="tx1">
                    <a:tint val="75000"/>
                  </a:schemeClr>
                </a:solidFill>
              </a:defRPr>
            </a:lvl1pPr>
            <a:lvl2pPr marL="544145" indent="0" algn="ctr">
              <a:buNone/>
              <a:defRPr>
                <a:solidFill>
                  <a:schemeClr val="tx1">
                    <a:tint val="75000"/>
                  </a:schemeClr>
                </a:solidFill>
              </a:defRPr>
            </a:lvl2pPr>
            <a:lvl3pPr marL="1088291" indent="0" algn="ctr">
              <a:buNone/>
              <a:defRPr>
                <a:solidFill>
                  <a:schemeClr val="tx1">
                    <a:tint val="75000"/>
                  </a:schemeClr>
                </a:solidFill>
              </a:defRPr>
            </a:lvl3pPr>
            <a:lvl4pPr marL="1632436" indent="0" algn="ctr">
              <a:buNone/>
              <a:defRPr>
                <a:solidFill>
                  <a:schemeClr val="tx1">
                    <a:tint val="75000"/>
                  </a:schemeClr>
                </a:solidFill>
              </a:defRPr>
            </a:lvl4pPr>
            <a:lvl5pPr marL="2176581" indent="0" algn="ctr">
              <a:buNone/>
              <a:defRPr>
                <a:solidFill>
                  <a:schemeClr val="tx1">
                    <a:tint val="75000"/>
                  </a:schemeClr>
                </a:solidFill>
              </a:defRPr>
            </a:lvl5pPr>
            <a:lvl6pPr marL="2720726" indent="0" algn="ctr">
              <a:buNone/>
              <a:defRPr>
                <a:solidFill>
                  <a:schemeClr val="tx1">
                    <a:tint val="75000"/>
                  </a:schemeClr>
                </a:solidFill>
              </a:defRPr>
            </a:lvl6pPr>
            <a:lvl7pPr marL="3264872" indent="0" algn="ctr">
              <a:buNone/>
              <a:defRPr>
                <a:solidFill>
                  <a:schemeClr val="tx1">
                    <a:tint val="75000"/>
                  </a:schemeClr>
                </a:solidFill>
              </a:defRPr>
            </a:lvl7pPr>
            <a:lvl8pPr marL="3809017" indent="0" algn="ctr">
              <a:buNone/>
              <a:defRPr>
                <a:solidFill>
                  <a:schemeClr val="tx1">
                    <a:tint val="75000"/>
                  </a:schemeClr>
                </a:solidFill>
              </a:defRPr>
            </a:lvl8pPr>
            <a:lvl9pPr marL="4353162"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644EF78C-0077-4668-88B9-243DFB96141B}"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fld id="{90156F56-D5AE-4C6F-B826-C69D1BC521BB}" type="slidenum">
              <a:rPr lang="en-US" smtClean="0"/>
              <a:pPr/>
              <a:t>‹#›</a:t>
            </a:fld>
            <a:endParaRPr lang="en-US" dirty="0"/>
          </a:p>
        </p:txBody>
      </p:sp>
      <p:sp>
        <p:nvSpPr>
          <p:cNvPr id="11" name="Rectangle 10"/>
          <p:cNvSpPr/>
          <p:nvPr userDrawn="1"/>
        </p:nvSpPr>
        <p:spPr>
          <a:xfrm>
            <a:off x="11612629" y="6530341"/>
            <a:ext cx="449831" cy="327660"/>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60945" tIns="30472" rIns="60945" bIns="30472" anchor="ctr"/>
          <a:lstStyle/>
          <a:p>
            <a:pPr algn="ctr"/>
            <a:endParaRPr lang="en-US" sz="1800" dirty="0">
              <a:solidFill>
                <a:srgbClr val="FFFFFF"/>
              </a:solidFill>
              <a:ea typeface="ＭＳ Ｐゴシック" pitchFamily="-111" charset="-128"/>
            </a:endParaRPr>
          </a:p>
        </p:txBody>
      </p:sp>
      <p:pic>
        <p:nvPicPr>
          <p:cNvPr id="9" name="Picture 8"/>
          <p:cNvPicPr>
            <a:picLocks noChangeAspect="1"/>
          </p:cNvPicPr>
          <p:nvPr userDrawn="1"/>
        </p:nvPicPr>
        <p:blipFill>
          <a:blip r:embed="rId3"/>
          <a:stretch>
            <a:fillRect/>
          </a:stretch>
        </p:blipFill>
        <p:spPr>
          <a:xfrm>
            <a:off x="-2117" y="2470738"/>
            <a:ext cx="12196233" cy="3974937"/>
          </a:xfrm>
          <a:prstGeom prst="rect">
            <a:avLst/>
          </a:prstGeom>
        </p:spPr>
      </p:pic>
    </p:spTree>
    <p:extLst>
      <p:ext uri="{BB962C8B-B14F-4D97-AF65-F5344CB8AC3E}">
        <p14:creationId xmlns:p14="http://schemas.microsoft.com/office/powerpoint/2010/main" val="495606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B8D6CA-D4AF-4FDC-9641-A8569C957DEB}"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pPr algn="ctr"/>
              <a:t>‹#›</a:t>
            </a:fld>
            <a:endParaRPr lang="en-US" dirty="0"/>
          </a:p>
        </p:txBody>
      </p:sp>
    </p:spTree>
    <p:extLst>
      <p:ext uri="{BB962C8B-B14F-4D97-AF65-F5344CB8AC3E}">
        <p14:creationId xmlns:p14="http://schemas.microsoft.com/office/powerpoint/2010/main" val="22726822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79050707-6B9C-41AD-8E71-8169BFD8CE9E}"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pPr algn="ctr"/>
              <a:t>‹#›</a:t>
            </a:fld>
            <a:endParaRPr lang="en-US" dirty="0"/>
          </a:p>
        </p:txBody>
      </p:sp>
    </p:spTree>
    <p:extLst>
      <p:ext uri="{BB962C8B-B14F-4D97-AF65-F5344CB8AC3E}">
        <p14:creationId xmlns:p14="http://schemas.microsoft.com/office/powerpoint/2010/main" val="12077632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ay Content Are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7B347668-7CB5-401B-A4E5-A798FE114AAD}"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pPr algn="ctr"/>
              <a:t>‹#›</a:t>
            </a:fld>
            <a:endParaRPr lang="en-US" dirty="0"/>
          </a:p>
        </p:txBody>
      </p:sp>
      <p:sp>
        <p:nvSpPr>
          <p:cNvPr id="7" name="Rectangle 5"/>
          <p:cNvSpPr>
            <a:spLocks noChangeArrowheads="1"/>
          </p:cNvSpPr>
          <p:nvPr userDrawn="1"/>
        </p:nvSpPr>
        <p:spPr bwMode="auto">
          <a:xfrm>
            <a:off x="1" y="742951"/>
            <a:ext cx="12192000" cy="5699124"/>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rtl="0" fontAlgn="base">
              <a:spcBef>
                <a:spcPct val="0"/>
              </a:spcBef>
              <a:spcAft>
                <a:spcPct val="0"/>
              </a:spcAft>
            </a:pPr>
            <a:endParaRPr lang="en-US" sz="1800" kern="1200" dirty="0">
              <a:solidFill>
                <a:srgbClr val="FFFFFF"/>
              </a:solidFill>
              <a:latin typeface="+mn-lt"/>
              <a:ea typeface="ＭＳ Ｐゴシック" pitchFamily="-111" charset="-128"/>
              <a:cs typeface="+mn-cs"/>
            </a:endParaRPr>
          </a:p>
        </p:txBody>
      </p:sp>
    </p:spTree>
    <p:extLst>
      <p:ext uri="{BB962C8B-B14F-4D97-AF65-F5344CB8AC3E}">
        <p14:creationId xmlns:p14="http://schemas.microsoft.com/office/powerpoint/2010/main" val="6028665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ck Content Are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576251BD-8A37-4A4F-BD66-CA6ADEC4144E}" type="datetime1">
              <a:rPr lang="en-US" smtClean="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pPr algn="ctr"/>
              <a:t>‹#›</a:t>
            </a:fld>
            <a:endParaRPr lang="en-US" dirty="0"/>
          </a:p>
        </p:txBody>
      </p:sp>
      <p:sp>
        <p:nvSpPr>
          <p:cNvPr id="7" name="Rectangle 5"/>
          <p:cNvSpPr>
            <a:spLocks noChangeArrowheads="1"/>
          </p:cNvSpPr>
          <p:nvPr userDrawn="1"/>
        </p:nvSpPr>
        <p:spPr bwMode="auto">
          <a:xfrm>
            <a:off x="1" y="777875"/>
            <a:ext cx="12192000" cy="56642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rtl="0" fontAlgn="base">
              <a:spcBef>
                <a:spcPct val="0"/>
              </a:spcBef>
              <a:spcAft>
                <a:spcPct val="0"/>
              </a:spcAft>
            </a:pPr>
            <a:endParaRPr lang="en-US" sz="1800" kern="1200" dirty="0">
              <a:solidFill>
                <a:srgbClr val="FFFFFF"/>
              </a:solidFill>
              <a:latin typeface="+mn-lt"/>
              <a:ea typeface="ＭＳ Ｐゴシック" pitchFamily="-111" charset="-128"/>
              <a:cs typeface="+mn-cs"/>
            </a:endParaRPr>
          </a:p>
        </p:txBody>
      </p:sp>
    </p:spTree>
    <p:extLst>
      <p:ext uri="{BB962C8B-B14F-4D97-AF65-F5344CB8AC3E}">
        <p14:creationId xmlns:p14="http://schemas.microsoft.com/office/powerpoint/2010/main" val="40087731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Blue Content Area">
    <p:spTree>
      <p:nvGrpSpPr>
        <p:cNvPr id="1" name=""/>
        <p:cNvGrpSpPr/>
        <p:nvPr/>
      </p:nvGrpSpPr>
      <p:grpSpPr>
        <a:xfrm>
          <a:off x="0" y="0"/>
          <a:ext cx="0" cy="0"/>
          <a:chOff x="0" y="0"/>
          <a:chExt cx="0" cy="0"/>
        </a:xfrm>
      </p:grpSpPr>
      <p:sp>
        <p:nvSpPr>
          <p:cNvPr id="7" name="Rectangle 5"/>
          <p:cNvSpPr>
            <a:spLocks noChangeArrowheads="1"/>
          </p:cNvSpPr>
          <p:nvPr userDrawn="1"/>
        </p:nvSpPr>
        <p:spPr bwMode="auto">
          <a:xfrm>
            <a:off x="1" y="777878"/>
            <a:ext cx="12192000" cy="603629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12987" tIns="56467" rIns="112987" bIns="56467" anchor="ctr"/>
          <a:lstStyle/>
          <a:p>
            <a:pPr algn="ctr" defTabSz="949107" fontAlgn="base">
              <a:spcBef>
                <a:spcPct val="0"/>
              </a:spcBef>
              <a:spcAft>
                <a:spcPct val="0"/>
              </a:spcAft>
            </a:pPr>
            <a:endParaRPr lang="en-US" sz="1800" dirty="0">
              <a:solidFill>
                <a:srgbClr val="FFFFFF"/>
              </a:solidFill>
              <a:latin typeface="Adobe Clean"/>
              <a:ea typeface="ＭＳ Ｐゴシック" pitchFamily="-111" charset="-128"/>
              <a:sym typeface="Gill Sans" charset="0"/>
            </a:endParaRPr>
          </a:p>
        </p:txBody>
      </p:sp>
      <p:pic>
        <p:nvPicPr>
          <p:cNvPr id="11" name="Picture 10"/>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V="1">
            <a:off x="52" y="903"/>
            <a:ext cx="12193590" cy="6857049"/>
          </a:xfrm>
          <a:prstGeom prst="rect">
            <a:avLst/>
          </a:prstGeom>
        </p:spPr>
      </p:pic>
      <p:sp>
        <p:nvSpPr>
          <p:cNvPr id="12" name="Rectangle 11"/>
          <p:cNvSpPr/>
          <p:nvPr userDrawn="1"/>
        </p:nvSpPr>
        <p:spPr>
          <a:xfrm rot="10800000">
            <a:off x="-1" y="0"/>
            <a:ext cx="12192001" cy="6858000"/>
          </a:xfrm>
          <a:prstGeom prst="rect">
            <a:avLst/>
          </a:prstGeom>
          <a:gradFill>
            <a:gsLst>
              <a:gs pos="64000">
                <a:schemeClr val="tx1">
                  <a:lumMod val="95000"/>
                  <a:lumOff val="5000"/>
                  <a:alpha val="70000"/>
                </a:schemeClr>
              </a:gs>
              <a:gs pos="99000">
                <a:schemeClr val="tx1">
                  <a:alpha val="2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26529" tIns="63264" rIns="126529" bIns="63264" spcCol="0" rtlCol="0" anchor="ctr"/>
          <a:lstStyle/>
          <a:p>
            <a:pPr algn="ctr" defTabSz="949107"/>
            <a:endParaRPr lang="en-US" sz="1800" dirty="0">
              <a:solidFill>
                <a:prstClr val="white"/>
              </a:solidFill>
              <a:latin typeface="Adobe Clean"/>
              <a:sym typeface="Gill Sans" charset="0"/>
            </a:endParaRPr>
          </a:p>
        </p:txBody>
      </p:sp>
      <p:sp>
        <p:nvSpPr>
          <p:cNvPr id="13" name="Rectangle 12"/>
          <p:cNvSpPr/>
          <p:nvPr userDrawn="1"/>
        </p:nvSpPr>
        <p:spPr>
          <a:xfrm rot="5400000">
            <a:off x="4780552" y="-4780523"/>
            <a:ext cx="2630959" cy="12192003"/>
          </a:xfrm>
          <a:prstGeom prst="rect">
            <a:avLst/>
          </a:prstGeom>
          <a:gradFill>
            <a:gsLst>
              <a:gs pos="0">
                <a:schemeClr val="tx1">
                  <a:lumMod val="95000"/>
                  <a:lumOff val="5000"/>
                </a:schemeClr>
              </a:gs>
              <a:gs pos="99000">
                <a:schemeClr val="tx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26529" tIns="63264" rIns="126529" bIns="63264" spcCol="0" rtlCol="0" anchor="ctr"/>
          <a:lstStyle/>
          <a:p>
            <a:pPr algn="ctr" defTabSz="949107"/>
            <a:endParaRPr lang="en-US" sz="1800" dirty="0">
              <a:solidFill>
                <a:prstClr val="white"/>
              </a:solidFill>
              <a:latin typeface="Adobe Clean"/>
              <a:sym typeface="Gill Sans" charset="0"/>
            </a:endParaRPr>
          </a:p>
        </p:txBody>
      </p:sp>
      <p:grpSp>
        <p:nvGrpSpPr>
          <p:cNvPr id="14" name="Group 19"/>
          <p:cNvGrpSpPr/>
          <p:nvPr userDrawn="1"/>
        </p:nvGrpSpPr>
        <p:grpSpPr>
          <a:xfrm>
            <a:off x="11711961" y="6531907"/>
            <a:ext cx="194864" cy="244852"/>
            <a:chOff x="8786300" y="6528874"/>
            <a:chExt cx="204225" cy="256615"/>
          </a:xfrm>
        </p:grpSpPr>
        <p:sp>
          <p:nvSpPr>
            <p:cNvPr id="15" name="Freeform 14"/>
            <p:cNvSpPr>
              <a:spLocks noEditPoints="1"/>
            </p:cNvSpPr>
            <p:nvPr/>
          </p:nvSpPr>
          <p:spPr bwMode="auto">
            <a:xfrm>
              <a:off x="8788450" y="6725362"/>
              <a:ext cx="36545" cy="60127"/>
            </a:xfrm>
            <a:custGeom>
              <a:avLst/>
              <a:gdLst>
                <a:gd name="T0" fmla="*/ 540229938 w 212"/>
                <a:gd name="T1" fmla="*/ 2083798107 h 332"/>
                <a:gd name="T2" fmla="*/ 426475886 w 212"/>
                <a:gd name="T3" fmla="*/ 2147483647 h 332"/>
                <a:gd name="T4" fmla="*/ 0 w 212"/>
                <a:gd name="T5" fmla="*/ 2147483647 h 332"/>
                <a:gd name="T6" fmla="*/ 525996886 w 212"/>
                <a:gd name="T7" fmla="*/ 0 h 332"/>
                <a:gd name="T8" fmla="*/ 1037797444 w 212"/>
                <a:gd name="T9" fmla="*/ 0 h 332"/>
                <a:gd name="T10" fmla="*/ 1506935762 w 212"/>
                <a:gd name="T11" fmla="*/ 2147483647 h 332"/>
                <a:gd name="T12" fmla="*/ 1094656011 w 212"/>
                <a:gd name="T13" fmla="*/ 2147483647 h 332"/>
                <a:gd name="T14" fmla="*/ 980938876 w 212"/>
                <a:gd name="T15" fmla="*/ 2083798107 h 332"/>
                <a:gd name="T16" fmla="*/ 540229938 w 212"/>
                <a:gd name="T17" fmla="*/ 2083798107 h 332"/>
                <a:gd name="T18" fmla="*/ 938276636 w 212"/>
                <a:gd name="T19" fmla="*/ 1703423933 h 332"/>
                <a:gd name="T20" fmla="*/ 852988688 w 212"/>
                <a:gd name="T21" fmla="*/ 1108041259 h 332"/>
                <a:gd name="T22" fmla="*/ 852988688 w 212"/>
                <a:gd name="T23" fmla="*/ 1108041259 h 332"/>
                <a:gd name="T24" fmla="*/ 767700933 w 212"/>
                <a:gd name="T25" fmla="*/ 479618371 h 332"/>
                <a:gd name="T26" fmla="*/ 767700933 w 212"/>
                <a:gd name="T27" fmla="*/ 479618371 h 332"/>
                <a:gd name="T28" fmla="*/ 767700933 w 212"/>
                <a:gd name="T29" fmla="*/ 479618371 h 332"/>
                <a:gd name="T30" fmla="*/ 682376261 w 212"/>
                <a:gd name="T31" fmla="*/ 1108041259 h 332"/>
                <a:gd name="T32" fmla="*/ 582855261 w 212"/>
                <a:gd name="T33" fmla="*/ 1703423933 h 332"/>
                <a:gd name="T34" fmla="*/ 938276636 w 212"/>
                <a:gd name="T35" fmla="*/ 1703423933 h 3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2"/>
                <a:gd name="T55" fmla="*/ 0 h 332"/>
                <a:gd name="T56" fmla="*/ 212 w 212"/>
                <a:gd name="T57" fmla="*/ 332 h 3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2" h="332">
                  <a:moveTo>
                    <a:pt x="76" y="252"/>
                  </a:moveTo>
                  <a:lnTo>
                    <a:pt x="60" y="332"/>
                  </a:lnTo>
                  <a:lnTo>
                    <a:pt x="0" y="332"/>
                  </a:lnTo>
                  <a:lnTo>
                    <a:pt x="74" y="0"/>
                  </a:lnTo>
                  <a:lnTo>
                    <a:pt x="146" y="0"/>
                  </a:lnTo>
                  <a:lnTo>
                    <a:pt x="212" y="332"/>
                  </a:lnTo>
                  <a:lnTo>
                    <a:pt x="154" y="332"/>
                  </a:lnTo>
                  <a:lnTo>
                    <a:pt x="138" y="252"/>
                  </a:lnTo>
                  <a:lnTo>
                    <a:pt x="76" y="252"/>
                  </a:lnTo>
                  <a:close/>
                  <a:moveTo>
                    <a:pt x="132" y="206"/>
                  </a:moveTo>
                  <a:lnTo>
                    <a:pt x="120" y="134"/>
                  </a:lnTo>
                  <a:lnTo>
                    <a:pt x="108" y="58"/>
                  </a:lnTo>
                  <a:lnTo>
                    <a:pt x="96" y="134"/>
                  </a:lnTo>
                  <a:lnTo>
                    <a:pt x="82" y="206"/>
                  </a:lnTo>
                  <a:lnTo>
                    <a:pt x="132" y="206"/>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16" name="Freeform 15"/>
            <p:cNvSpPr>
              <a:spLocks noEditPoints="1"/>
            </p:cNvSpPr>
            <p:nvPr/>
          </p:nvSpPr>
          <p:spPr bwMode="auto">
            <a:xfrm>
              <a:off x="8828220" y="6724288"/>
              <a:ext cx="32246" cy="61201"/>
            </a:xfrm>
            <a:custGeom>
              <a:avLst/>
              <a:gdLst>
                <a:gd name="T0" fmla="*/ 1389229327 w 182"/>
                <a:gd name="T1" fmla="*/ 2110823318 h 346"/>
                <a:gd name="T2" fmla="*/ 1404655613 w 182"/>
                <a:gd name="T3" fmla="*/ 2147483647 h 346"/>
                <a:gd name="T4" fmla="*/ 972444917 w 182"/>
                <a:gd name="T5" fmla="*/ 2147483647 h 346"/>
                <a:gd name="T6" fmla="*/ 972444917 w 182"/>
                <a:gd name="T7" fmla="*/ 2147483647 h 346"/>
                <a:gd name="T8" fmla="*/ 818103406 w 182"/>
                <a:gd name="T9" fmla="*/ 2147483647 h 346"/>
                <a:gd name="T10" fmla="*/ 648296677 w 182"/>
                <a:gd name="T11" fmla="*/ 2147483647 h 346"/>
                <a:gd name="T12" fmla="*/ 586552207 w 182"/>
                <a:gd name="T13" fmla="*/ 2147483647 h 346"/>
                <a:gd name="T14" fmla="*/ 447637180 w 182"/>
                <a:gd name="T15" fmla="*/ 2147483647 h 346"/>
                <a:gd name="T16" fmla="*/ 324148240 w 182"/>
                <a:gd name="T17" fmla="*/ 2147483647 h 346"/>
                <a:gd name="T18" fmla="*/ 154341511 w 182"/>
                <a:gd name="T19" fmla="*/ 2147483647 h 346"/>
                <a:gd name="T20" fmla="*/ 46317986 w 182"/>
                <a:gd name="T21" fmla="*/ 2095415750 h 346"/>
                <a:gd name="T22" fmla="*/ 0 w 182"/>
                <a:gd name="T23" fmla="*/ 1710229130 h 346"/>
                <a:gd name="T24" fmla="*/ 15426286 w 182"/>
                <a:gd name="T25" fmla="*/ 1479117000 h 346"/>
                <a:gd name="T26" fmla="*/ 108062456 w 182"/>
                <a:gd name="T27" fmla="*/ 1124745318 h 346"/>
                <a:gd name="T28" fmla="*/ 277830253 w 182"/>
                <a:gd name="T29" fmla="*/ 878225818 h 346"/>
                <a:gd name="T30" fmla="*/ 478489751 w 182"/>
                <a:gd name="T31" fmla="*/ 770373438 h 346"/>
                <a:gd name="T32" fmla="*/ 601978493 w 182"/>
                <a:gd name="T33" fmla="*/ 754966068 h 346"/>
                <a:gd name="T34" fmla="*/ 802677120 w 182"/>
                <a:gd name="T35" fmla="*/ 801188375 h 346"/>
                <a:gd name="T36" fmla="*/ 910700447 w 182"/>
                <a:gd name="T37" fmla="*/ 939855693 h 346"/>
                <a:gd name="T38" fmla="*/ 926165862 w 182"/>
                <a:gd name="T39" fmla="*/ 0 h 346"/>
                <a:gd name="T40" fmla="*/ 926165862 w 182"/>
                <a:gd name="T41" fmla="*/ 1494524568 h 346"/>
                <a:gd name="T42" fmla="*/ 926165862 w 182"/>
                <a:gd name="T43" fmla="*/ 1386672188 h 346"/>
                <a:gd name="T44" fmla="*/ 895274161 w 182"/>
                <a:gd name="T45" fmla="*/ 1294227375 h 346"/>
                <a:gd name="T46" fmla="*/ 802677120 w 182"/>
                <a:gd name="T47" fmla="*/ 1155560255 h 346"/>
                <a:gd name="T48" fmla="*/ 725467235 w 182"/>
                <a:gd name="T49" fmla="*/ 1140152688 h 346"/>
                <a:gd name="T50" fmla="*/ 663722963 w 182"/>
                <a:gd name="T51" fmla="*/ 1155560255 h 346"/>
                <a:gd name="T52" fmla="*/ 555699438 w 182"/>
                <a:gd name="T53" fmla="*/ 1248005068 h 346"/>
                <a:gd name="T54" fmla="*/ 493955166 w 182"/>
                <a:gd name="T55" fmla="*/ 1402079755 h 346"/>
                <a:gd name="T56" fmla="*/ 463063465 w 182"/>
                <a:gd name="T57" fmla="*/ 1725636500 h 346"/>
                <a:gd name="T58" fmla="*/ 478489751 w 182"/>
                <a:gd name="T59" fmla="*/ 1848896250 h 346"/>
                <a:gd name="T60" fmla="*/ 509381452 w 182"/>
                <a:gd name="T61" fmla="*/ 2064600813 h 346"/>
                <a:gd name="T62" fmla="*/ 571125922 w 182"/>
                <a:gd name="T63" fmla="*/ 2147483647 h 346"/>
                <a:gd name="T64" fmla="*/ 663722963 w 182"/>
                <a:gd name="T65" fmla="*/ 2147483647 h 346"/>
                <a:gd name="T66" fmla="*/ 710040950 w 182"/>
                <a:gd name="T67" fmla="*/ 2147483647 h 346"/>
                <a:gd name="T68" fmla="*/ 818103406 w 182"/>
                <a:gd name="T69" fmla="*/ 2147483647 h 346"/>
                <a:gd name="T70" fmla="*/ 910700447 w 182"/>
                <a:gd name="T71" fmla="*/ 2095415750 h 346"/>
                <a:gd name="T72" fmla="*/ 926165862 w 182"/>
                <a:gd name="T73" fmla="*/ 2049193443 h 346"/>
                <a:gd name="T74" fmla="*/ 926165862 w 182"/>
                <a:gd name="T75" fmla="*/ 1494524568 h 3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82"/>
                <a:gd name="T115" fmla="*/ 0 h 346"/>
                <a:gd name="T116" fmla="*/ 182 w 182"/>
                <a:gd name="T117" fmla="*/ 346 h 3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82" h="346">
                  <a:moveTo>
                    <a:pt x="180" y="0"/>
                  </a:moveTo>
                  <a:lnTo>
                    <a:pt x="180" y="274"/>
                  </a:lnTo>
                  <a:lnTo>
                    <a:pt x="182" y="342"/>
                  </a:lnTo>
                  <a:lnTo>
                    <a:pt x="130" y="342"/>
                  </a:lnTo>
                  <a:lnTo>
                    <a:pt x="126" y="314"/>
                  </a:lnTo>
                  <a:lnTo>
                    <a:pt x="118" y="328"/>
                  </a:lnTo>
                  <a:lnTo>
                    <a:pt x="106" y="338"/>
                  </a:lnTo>
                  <a:lnTo>
                    <a:pt x="92" y="344"/>
                  </a:lnTo>
                  <a:lnTo>
                    <a:pt x="84" y="346"/>
                  </a:lnTo>
                  <a:lnTo>
                    <a:pt x="76" y="346"/>
                  </a:lnTo>
                  <a:lnTo>
                    <a:pt x="66" y="346"/>
                  </a:lnTo>
                  <a:lnTo>
                    <a:pt x="58" y="344"/>
                  </a:lnTo>
                  <a:lnTo>
                    <a:pt x="50" y="342"/>
                  </a:lnTo>
                  <a:lnTo>
                    <a:pt x="42" y="338"/>
                  </a:lnTo>
                  <a:lnTo>
                    <a:pt x="30" y="326"/>
                  </a:lnTo>
                  <a:lnTo>
                    <a:pt x="20" y="310"/>
                  </a:lnTo>
                  <a:lnTo>
                    <a:pt x="12" y="292"/>
                  </a:lnTo>
                  <a:lnTo>
                    <a:pt x="6" y="272"/>
                  </a:lnTo>
                  <a:lnTo>
                    <a:pt x="2" y="248"/>
                  </a:lnTo>
                  <a:lnTo>
                    <a:pt x="0" y="222"/>
                  </a:lnTo>
                  <a:lnTo>
                    <a:pt x="2" y="192"/>
                  </a:lnTo>
                  <a:lnTo>
                    <a:pt x="6" y="168"/>
                  </a:lnTo>
                  <a:lnTo>
                    <a:pt x="14" y="146"/>
                  </a:lnTo>
                  <a:lnTo>
                    <a:pt x="24" y="128"/>
                  </a:lnTo>
                  <a:lnTo>
                    <a:pt x="36" y="114"/>
                  </a:lnTo>
                  <a:lnTo>
                    <a:pt x="48" y="106"/>
                  </a:lnTo>
                  <a:lnTo>
                    <a:pt x="62" y="100"/>
                  </a:lnTo>
                  <a:lnTo>
                    <a:pt x="78" y="98"/>
                  </a:lnTo>
                  <a:lnTo>
                    <a:pt x="92" y="100"/>
                  </a:lnTo>
                  <a:lnTo>
                    <a:pt x="104" y="104"/>
                  </a:lnTo>
                  <a:lnTo>
                    <a:pt x="112" y="112"/>
                  </a:lnTo>
                  <a:lnTo>
                    <a:pt x="118" y="122"/>
                  </a:lnTo>
                  <a:lnTo>
                    <a:pt x="120" y="122"/>
                  </a:lnTo>
                  <a:lnTo>
                    <a:pt x="120" y="0"/>
                  </a:lnTo>
                  <a:lnTo>
                    <a:pt x="180" y="0"/>
                  </a:lnTo>
                  <a:close/>
                  <a:moveTo>
                    <a:pt x="120" y="194"/>
                  </a:moveTo>
                  <a:lnTo>
                    <a:pt x="120" y="194"/>
                  </a:lnTo>
                  <a:lnTo>
                    <a:pt x="120" y="180"/>
                  </a:lnTo>
                  <a:lnTo>
                    <a:pt x="116" y="168"/>
                  </a:lnTo>
                  <a:lnTo>
                    <a:pt x="110" y="158"/>
                  </a:lnTo>
                  <a:lnTo>
                    <a:pt x="104" y="150"/>
                  </a:lnTo>
                  <a:lnTo>
                    <a:pt x="98" y="148"/>
                  </a:lnTo>
                  <a:lnTo>
                    <a:pt x="94" y="148"/>
                  </a:lnTo>
                  <a:lnTo>
                    <a:pt x="86" y="150"/>
                  </a:lnTo>
                  <a:lnTo>
                    <a:pt x="78" y="154"/>
                  </a:lnTo>
                  <a:lnTo>
                    <a:pt x="72" y="162"/>
                  </a:lnTo>
                  <a:lnTo>
                    <a:pt x="68" y="170"/>
                  </a:lnTo>
                  <a:lnTo>
                    <a:pt x="64" y="182"/>
                  </a:lnTo>
                  <a:lnTo>
                    <a:pt x="62" y="194"/>
                  </a:lnTo>
                  <a:lnTo>
                    <a:pt x="60" y="224"/>
                  </a:lnTo>
                  <a:lnTo>
                    <a:pt x="62" y="240"/>
                  </a:lnTo>
                  <a:lnTo>
                    <a:pt x="64" y="254"/>
                  </a:lnTo>
                  <a:lnTo>
                    <a:pt x="66" y="268"/>
                  </a:lnTo>
                  <a:lnTo>
                    <a:pt x="70" y="278"/>
                  </a:lnTo>
                  <a:lnTo>
                    <a:pt x="74" y="286"/>
                  </a:lnTo>
                  <a:lnTo>
                    <a:pt x="80" y="292"/>
                  </a:lnTo>
                  <a:lnTo>
                    <a:pt x="86" y="296"/>
                  </a:lnTo>
                  <a:lnTo>
                    <a:pt x="92" y="298"/>
                  </a:lnTo>
                  <a:lnTo>
                    <a:pt x="100" y="296"/>
                  </a:lnTo>
                  <a:lnTo>
                    <a:pt x="106" y="292"/>
                  </a:lnTo>
                  <a:lnTo>
                    <a:pt x="112" y="284"/>
                  </a:lnTo>
                  <a:lnTo>
                    <a:pt x="118" y="272"/>
                  </a:lnTo>
                  <a:lnTo>
                    <a:pt x="120" y="266"/>
                  </a:lnTo>
                  <a:lnTo>
                    <a:pt x="120" y="258"/>
                  </a:lnTo>
                  <a:lnTo>
                    <a:pt x="120" y="194"/>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17" name="Freeform 16"/>
            <p:cNvSpPr>
              <a:spLocks noEditPoints="1"/>
            </p:cNvSpPr>
            <p:nvPr/>
          </p:nvSpPr>
          <p:spPr bwMode="auto">
            <a:xfrm>
              <a:off x="8865840" y="6741467"/>
              <a:ext cx="31171" cy="44022"/>
            </a:xfrm>
            <a:custGeom>
              <a:avLst/>
              <a:gdLst>
                <a:gd name="T0" fmla="*/ 627434408 w 182"/>
                <a:gd name="T1" fmla="*/ 1930842020 h 248"/>
                <a:gd name="T2" fmla="*/ 376467904 w 182"/>
                <a:gd name="T3" fmla="*/ 1868540196 h 248"/>
                <a:gd name="T4" fmla="*/ 167323101 w 182"/>
                <a:gd name="T5" fmla="*/ 1681713805 h 248"/>
                <a:gd name="T6" fmla="*/ 41821701 w 182"/>
                <a:gd name="T7" fmla="*/ 1385839502 h 248"/>
                <a:gd name="T8" fmla="*/ 0 w 182"/>
                <a:gd name="T9" fmla="*/ 965440631 h 248"/>
                <a:gd name="T10" fmla="*/ 13940631 w 182"/>
                <a:gd name="T11" fmla="*/ 731868152 h 248"/>
                <a:gd name="T12" fmla="*/ 111560960 w 182"/>
                <a:gd name="T13" fmla="*/ 358136488 h 248"/>
                <a:gd name="T14" fmla="*/ 292788014 w 182"/>
                <a:gd name="T15" fmla="*/ 124564206 h 248"/>
                <a:gd name="T16" fmla="*/ 515873448 w 182"/>
                <a:gd name="T17" fmla="*/ 15555735 h 248"/>
                <a:gd name="T18" fmla="*/ 641374848 w 182"/>
                <a:gd name="T19" fmla="*/ 0 h 248"/>
                <a:gd name="T20" fmla="*/ 906281982 w 182"/>
                <a:gd name="T21" fmla="*/ 62301626 h 248"/>
                <a:gd name="T22" fmla="*/ 1101486154 w 182"/>
                <a:gd name="T23" fmla="*/ 249128215 h 248"/>
                <a:gd name="T24" fmla="*/ 1226987554 w 182"/>
                <a:gd name="T25" fmla="*/ 560558055 h 248"/>
                <a:gd name="T26" fmla="*/ 1268809256 w 182"/>
                <a:gd name="T27" fmla="*/ 965440631 h 248"/>
                <a:gd name="T28" fmla="*/ 1254868816 w 182"/>
                <a:gd name="T29" fmla="*/ 1105560573 h 248"/>
                <a:gd name="T30" fmla="*/ 1226987554 w 182"/>
                <a:gd name="T31" fmla="*/ 1339133053 h 248"/>
                <a:gd name="T32" fmla="*/ 1171225413 w 182"/>
                <a:gd name="T33" fmla="*/ 1525998687 h 248"/>
                <a:gd name="T34" fmla="*/ 1087545523 w 182"/>
                <a:gd name="T35" fmla="*/ 1681713805 h 248"/>
                <a:gd name="T36" fmla="*/ 948103493 w 182"/>
                <a:gd name="T37" fmla="*/ 1837428725 h 248"/>
                <a:gd name="T38" fmla="*/ 738958881 w 182"/>
                <a:gd name="T39" fmla="*/ 1930842020 h 248"/>
                <a:gd name="T40" fmla="*/ 627434408 w 182"/>
                <a:gd name="T41" fmla="*/ 1930842020 h 248"/>
                <a:gd name="T42" fmla="*/ 641374848 w 182"/>
                <a:gd name="T43" fmla="*/ 1572705334 h 248"/>
                <a:gd name="T44" fmla="*/ 738958881 w 182"/>
                <a:gd name="T45" fmla="*/ 1525998687 h 248"/>
                <a:gd name="T46" fmla="*/ 794757509 w 182"/>
                <a:gd name="T47" fmla="*/ 1370283766 h 248"/>
                <a:gd name="T48" fmla="*/ 836579211 w 182"/>
                <a:gd name="T49" fmla="*/ 965440631 h 248"/>
                <a:gd name="T50" fmla="*/ 836579211 w 182"/>
                <a:gd name="T51" fmla="*/ 762979821 h 248"/>
                <a:gd name="T52" fmla="*/ 794757509 w 182"/>
                <a:gd name="T53" fmla="*/ 560558055 h 248"/>
                <a:gd name="T54" fmla="*/ 738958881 w 182"/>
                <a:gd name="T55" fmla="*/ 404843135 h 248"/>
                <a:gd name="T56" fmla="*/ 627434408 w 182"/>
                <a:gd name="T57" fmla="*/ 358136488 h 248"/>
                <a:gd name="T58" fmla="*/ 571672076 w 182"/>
                <a:gd name="T59" fmla="*/ 373692421 h 248"/>
                <a:gd name="T60" fmla="*/ 487992377 w 182"/>
                <a:gd name="T61" fmla="*/ 482700694 h 248"/>
                <a:gd name="T62" fmla="*/ 446170676 w 182"/>
                <a:gd name="T63" fmla="*/ 654010791 h 248"/>
                <a:gd name="T64" fmla="*/ 418289605 w 182"/>
                <a:gd name="T65" fmla="*/ 965440631 h 248"/>
                <a:gd name="T66" fmla="*/ 432230045 w 182"/>
                <a:gd name="T67" fmla="*/ 1198973868 h 248"/>
                <a:gd name="T68" fmla="*/ 460111307 w 182"/>
                <a:gd name="T69" fmla="*/ 1385839502 h 248"/>
                <a:gd name="T70" fmla="*/ 529850566 w 182"/>
                <a:gd name="T71" fmla="*/ 1525998687 h 248"/>
                <a:gd name="T72" fmla="*/ 641374848 w 182"/>
                <a:gd name="T73" fmla="*/ 1572705334 h 24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2"/>
                <a:gd name="T112" fmla="*/ 0 h 248"/>
                <a:gd name="T113" fmla="*/ 182 w 182"/>
                <a:gd name="T114" fmla="*/ 248 h 24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2" h="248">
                  <a:moveTo>
                    <a:pt x="90" y="248"/>
                  </a:moveTo>
                  <a:lnTo>
                    <a:pt x="90" y="248"/>
                  </a:lnTo>
                  <a:lnTo>
                    <a:pt x="70" y="246"/>
                  </a:lnTo>
                  <a:lnTo>
                    <a:pt x="54" y="240"/>
                  </a:lnTo>
                  <a:lnTo>
                    <a:pt x="38" y="230"/>
                  </a:lnTo>
                  <a:lnTo>
                    <a:pt x="24" y="216"/>
                  </a:lnTo>
                  <a:lnTo>
                    <a:pt x="14" y="198"/>
                  </a:lnTo>
                  <a:lnTo>
                    <a:pt x="6" y="178"/>
                  </a:lnTo>
                  <a:lnTo>
                    <a:pt x="2" y="152"/>
                  </a:lnTo>
                  <a:lnTo>
                    <a:pt x="0" y="124"/>
                  </a:lnTo>
                  <a:lnTo>
                    <a:pt x="2" y="94"/>
                  </a:lnTo>
                  <a:lnTo>
                    <a:pt x="8" y="68"/>
                  </a:lnTo>
                  <a:lnTo>
                    <a:pt x="16" y="46"/>
                  </a:lnTo>
                  <a:lnTo>
                    <a:pt x="28" y="30"/>
                  </a:lnTo>
                  <a:lnTo>
                    <a:pt x="42" y="16"/>
                  </a:lnTo>
                  <a:lnTo>
                    <a:pt x="58" y="6"/>
                  </a:lnTo>
                  <a:lnTo>
                    <a:pt x="74" y="2"/>
                  </a:lnTo>
                  <a:lnTo>
                    <a:pt x="92" y="0"/>
                  </a:lnTo>
                  <a:lnTo>
                    <a:pt x="112" y="2"/>
                  </a:lnTo>
                  <a:lnTo>
                    <a:pt x="130" y="8"/>
                  </a:lnTo>
                  <a:lnTo>
                    <a:pt x="144" y="18"/>
                  </a:lnTo>
                  <a:lnTo>
                    <a:pt x="158" y="32"/>
                  </a:lnTo>
                  <a:lnTo>
                    <a:pt x="168" y="50"/>
                  </a:lnTo>
                  <a:lnTo>
                    <a:pt x="176" y="72"/>
                  </a:lnTo>
                  <a:lnTo>
                    <a:pt x="180" y="96"/>
                  </a:lnTo>
                  <a:lnTo>
                    <a:pt x="182" y="124"/>
                  </a:lnTo>
                  <a:lnTo>
                    <a:pt x="180" y="142"/>
                  </a:lnTo>
                  <a:lnTo>
                    <a:pt x="178" y="158"/>
                  </a:lnTo>
                  <a:lnTo>
                    <a:pt x="176" y="172"/>
                  </a:lnTo>
                  <a:lnTo>
                    <a:pt x="172" y="184"/>
                  </a:lnTo>
                  <a:lnTo>
                    <a:pt x="168" y="196"/>
                  </a:lnTo>
                  <a:lnTo>
                    <a:pt x="162" y="206"/>
                  </a:lnTo>
                  <a:lnTo>
                    <a:pt x="156" y="216"/>
                  </a:lnTo>
                  <a:lnTo>
                    <a:pt x="150" y="224"/>
                  </a:lnTo>
                  <a:lnTo>
                    <a:pt x="136" y="236"/>
                  </a:lnTo>
                  <a:lnTo>
                    <a:pt x="120" y="244"/>
                  </a:lnTo>
                  <a:lnTo>
                    <a:pt x="106" y="248"/>
                  </a:lnTo>
                  <a:lnTo>
                    <a:pt x="92" y="248"/>
                  </a:lnTo>
                  <a:lnTo>
                    <a:pt x="90" y="248"/>
                  </a:lnTo>
                  <a:close/>
                  <a:moveTo>
                    <a:pt x="92" y="202"/>
                  </a:moveTo>
                  <a:lnTo>
                    <a:pt x="92" y="202"/>
                  </a:lnTo>
                  <a:lnTo>
                    <a:pt x="100" y="200"/>
                  </a:lnTo>
                  <a:lnTo>
                    <a:pt x="106" y="196"/>
                  </a:lnTo>
                  <a:lnTo>
                    <a:pt x="112" y="188"/>
                  </a:lnTo>
                  <a:lnTo>
                    <a:pt x="114" y="176"/>
                  </a:lnTo>
                  <a:lnTo>
                    <a:pt x="120" y="152"/>
                  </a:lnTo>
                  <a:lnTo>
                    <a:pt x="120" y="124"/>
                  </a:lnTo>
                  <a:lnTo>
                    <a:pt x="120" y="98"/>
                  </a:lnTo>
                  <a:lnTo>
                    <a:pt x="118" y="84"/>
                  </a:lnTo>
                  <a:lnTo>
                    <a:pt x="114" y="72"/>
                  </a:lnTo>
                  <a:lnTo>
                    <a:pt x="110" y="62"/>
                  </a:lnTo>
                  <a:lnTo>
                    <a:pt x="106" y="52"/>
                  </a:lnTo>
                  <a:lnTo>
                    <a:pt x="100" y="48"/>
                  </a:lnTo>
                  <a:lnTo>
                    <a:pt x="90" y="46"/>
                  </a:lnTo>
                  <a:lnTo>
                    <a:pt x="82" y="48"/>
                  </a:lnTo>
                  <a:lnTo>
                    <a:pt x="76" y="52"/>
                  </a:lnTo>
                  <a:lnTo>
                    <a:pt x="70" y="62"/>
                  </a:lnTo>
                  <a:lnTo>
                    <a:pt x="66" y="72"/>
                  </a:lnTo>
                  <a:lnTo>
                    <a:pt x="64" y="84"/>
                  </a:lnTo>
                  <a:lnTo>
                    <a:pt x="62" y="98"/>
                  </a:lnTo>
                  <a:lnTo>
                    <a:pt x="60" y="124"/>
                  </a:lnTo>
                  <a:lnTo>
                    <a:pt x="62" y="154"/>
                  </a:lnTo>
                  <a:lnTo>
                    <a:pt x="64" y="166"/>
                  </a:lnTo>
                  <a:lnTo>
                    <a:pt x="66" y="178"/>
                  </a:lnTo>
                  <a:lnTo>
                    <a:pt x="70" y="188"/>
                  </a:lnTo>
                  <a:lnTo>
                    <a:pt x="76" y="196"/>
                  </a:lnTo>
                  <a:lnTo>
                    <a:pt x="82" y="200"/>
                  </a:lnTo>
                  <a:lnTo>
                    <a:pt x="92" y="202"/>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18" name="Freeform 17"/>
            <p:cNvSpPr>
              <a:spLocks noEditPoints="1"/>
            </p:cNvSpPr>
            <p:nvPr/>
          </p:nvSpPr>
          <p:spPr bwMode="auto">
            <a:xfrm>
              <a:off x="8904535" y="6724288"/>
              <a:ext cx="31171" cy="61201"/>
            </a:xfrm>
            <a:custGeom>
              <a:avLst/>
              <a:gdLst>
                <a:gd name="T0" fmla="*/ 432230045 w 182"/>
                <a:gd name="T1" fmla="*/ 0 h 346"/>
                <a:gd name="T2" fmla="*/ 432230045 w 182"/>
                <a:gd name="T3" fmla="*/ 970670630 h 346"/>
                <a:gd name="T4" fmla="*/ 501932817 w 182"/>
                <a:gd name="T5" fmla="*/ 878225818 h 346"/>
                <a:gd name="T6" fmla="*/ 669256109 w 182"/>
                <a:gd name="T7" fmla="*/ 770373438 h 346"/>
                <a:gd name="T8" fmla="*/ 780816879 w 182"/>
                <a:gd name="T9" fmla="*/ 754966068 h 346"/>
                <a:gd name="T10" fmla="*/ 892341352 w 182"/>
                <a:gd name="T11" fmla="*/ 770373438 h 346"/>
                <a:gd name="T12" fmla="*/ 1073605084 w 182"/>
                <a:gd name="T13" fmla="*/ 909040755 h 346"/>
                <a:gd name="T14" fmla="*/ 1199106484 w 182"/>
                <a:gd name="T15" fmla="*/ 1140152688 h 346"/>
                <a:gd name="T16" fmla="*/ 1254868816 w 182"/>
                <a:gd name="T17" fmla="*/ 1479117000 h 346"/>
                <a:gd name="T18" fmla="*/ 1268809256 w 182"/>
                <a:gd name="T19" fmla="*/ 1664006625 h 346"/>
                <a:gd name="T20" fmla="*/ 1226987554 w 182"/>
                <a:gd name="T21" fmla="*/ 2095415750 h 346"/>
                <a:gd name="T22" fmla="*/ 1101486154 w 182"/>
                <a:gd name="T23" fmla="*/ 2147483647 h 346"/>
                <a:gd name="T24" fmla="*/ 934163053 w 182"/>
                <a:gd name="T25" fmla="*/ 2147483647 h 346"/>
                <a:gd name="T26" fmla="*/ 725018250 w 182"/>
                <a:gd name="T27" fmla="*/ 2147483647 h 346"/>
                <a:gd name="T28" fmla="*/ 613493777 w 182"/>
                <a:gd name="T29" fmla="*/ 2147483647 h 346"/>
                <a:gd name="T30" fmla="*/ 460111307 w 182"/>
                <a:gd name="T31" fmla="*/ 2147483647 h 346"/>
                <a:gd name="T32" fmla="*/ 376467904 w 182"/>
                <a:gd name="T33" fmla="*/ 2147483647 h 346"/>
                <a:gd name="T34" fmla="*/ 0 w 182"/>
                <a:gd name="T35" fmla="*/ 2147483647 h 346"/>
                <a:gd name="T36" fmla="*/ 13940631 w 182"/>
                <a:gd name="T37" fmla="*/ 2110823318 h 346"/>
                <a:gd name="T38" fmla="*/ 432230045 w 182"/>
                <a:gd name="T39" fmla="*/ 1972156000 h 346"/>
                <a:gd name="T40" fmla="*/ 432230045 w 182"/>
                <a:gd name="T41" fmla="*/ 2049193443 h 346"/>
                <a:gd name="T42" fmla="*/ 446170676 w 182"/>
                <a:gd name="T43" fmla="*/ 2095415750 h 346"/>
                <a:gd name="T44" fmla="*/ 529850566 w 182"/>
                <a:gd name="T45" fmla="*/ 2147483647 h 346"/>
                <a:gd name="T46" fmla="*/ 613493777 w 182"/>
                <a:gd name="T47" fmla="*/ 2147483647 h 346"/>
                <a:gd name="T48" fmla="*/ 669256109 w 182"/>
                <a:gd name="T49" fmla="*/ 2147483647 h 346"/>
                <a:gd name="T50" fmla="*/ 752935808 w 182"/>
                <a:gd name="T51" fmla="*/ 2147483647 h 346"/>
                <a:gd name="T52" fmla="*/ 808698140 w 182"/>
                <a:gd name="T53" fmla="*/ 2049193443 h 346"/>
                <a:gd name="T54" fmla="*/ 836579211 w 182"/>
                <a:gd name="T55" fmla="*/ 1694821563 h 346"/>
                <a:gd name="T56" fmla="*/ 836579211 w 182"/>
                <a:gd name="T57" fmla="*/ 1479117000 h 346"/>
                <a:gd name="T58" fmla="*/ 794757509 w 182"/>
                <a:gd name="T59" fmla="*/ 1294227375 h 346"/>
                <a:gd name="T60" fmla="*/ 711077619 w 182"/>
                <a:gd name="T61" fmla="*/ 1186375193 h 346"/>
                <a:gd name="T62" fmla="*/ 613493777 w 182"/>
                <a:gd name="T63" fmla="*/ 1140152688 h 346"/>
                <a:gd name="T64" fmla="*/ 557731636 w 182"/>
                <a:gd name="T65" fmla="*/ 1155560255 h 346"/>
                <a:gd name="T66" fmla="*/ 474051746 w 182"/>
                <a:gd name="T67" fmla="*/ 1263412438 h 346"/>
                <a:gd name="T68" fmla="*/ 446170676 w 182"/>
                <a:gd name="T69" fmla="*/ 1340449880 h 346"/>
                <a:gd name="T70" fmla="*/ 432230045 w 182"/>
                <a:gd name="T71" fmla="*/ 1972156000 h 3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82"/>
                <a:gd name="T109" fmla="*/ 0 h 346"/>
                <a:gd name="T110" fmla="*/ 182 w 182"/>
                <a:gd name="T111" fmla="*/ 346 h 34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82" h="346">
                  <a:moveTo>
                    <a:pt x="2" y="0"/>
                  </a:moveTo>
                  <a:lnTo>
                    <a:pt x="62" y="0"/>
                  </a:lnTo>
                  <a:lnTo>
                    <a:pt x="62" y="126"/>
                  </a:lnTo>
                  <a:lnTo>
                    <a:pt x="72" y="114"/>
                  </a:lnTo>
                  <a:lnTo>
                    <a:pt x="84" y="104"/>
                  </a:lnTo>
                  <a:lnTo>
                    <a:pt x="96" y="100"/>
                  </a:lnTo>
                  <a:lnTo>
                    <a:pt x="112" y="98"/>
                  </a:lnTo>
                  <a:lnTo>
                    <a:pt x="122" y="98"/>
                  </a:lnTo>
                  <a:lnTo>
                    <a:pt x="128" y="100"/>
                  </a:lnTo>
                  <a:lnTo>
                    <a:pt x="142" y="106"/>
                  </a:lnTo>
                  <a:lnTo>
                    <a:pt x="154" y="118"/>
                  </a:lnTo>
                  <a:lnTo>
                    <a:pt x="164" y="132"/>
                  </a:lnTo>
                  <a:lnTo>
                    <a:pt x="172" y="148"/>
                  </a:lnTo>
                  <a:lnTo>
                    <a:pt x="176" y="170"/>
                  </a:lnTo>
                  <a:lnTo>
                    <a:pt x="180" y="192"/>
                  </a:lnTo>
                  <a:lnTo>
                    <a:pt x="182" y="216"/>
                  </a:lnTo>
                  <a:lnTo>
                    <a:pt x="180" y="246"/>
                  </a:lnTo>
                  <a:lnTo>
                    <a:pt x="176" y="272"/>
                  </a:lnTo>
                  <a:lnTo>
                    <a:pt x="168" y="294"/>
                  </a:lnTo>
                  <a:lnTo>
                    <a:pt x="158" y="314"/>
                  </a:lnTo>
                  <a:lnTo>
                    <a:pt x="148" y="328"/>
                  </a:lnTo>
                  <a:lnTo>
                    <a:pt x="134" y="338"/>
                  </a:lnTo>
                  <a:lnTo>
                    <a:pt x="120" y="344"/>
                  </a:lnTo>
                  <a:lnTo>
                    <a:pt x="104" y="346"/>
                  </a:lnTo>
                  <a:lnTo>
                    <a:pt x="88" y="344"/>
                  </a:lnTo>
                  <a:lnTo>
                    <a:pt x="76" y="340"/>
                  </a:lnTo>
                  <a:lnTo>
                    <a:pt x="66" y="328"/>
                  </a:lnTo>
                  <a:lnTo>
                    <a:pt x="56" y="314"/>
                  </a:lnTo>
                  <a:lnTo>
                    <a:pt x="54" y="314"/>
                  </a:lnTo>
                  <a:lnTo>
                    <a:pt x="50" y="342"/>
                  </a:lnTo>
                  <a:lnTo>
                    <a:pt x="0" y="342"/>
                  </a:lnTo>
                  <a:lnTo>
                    <a:pt x="2" y="274"/>
                  </a:lnTo>
                  <a:lnTo>
                    <a:pt x="2" y="0"/>
                  </a:lnTo>
                  <a:close/>
                  <a:moveTo>
                    <a:pt x="62" y="256"/>
                  </a:moveTo>
                  <a:lnTo>
                    <a:pt x="62" y="256"/>
                  </a:lnTo>
                  <a:lnTo>
                    <a:pt x="62" y="266"/>
                  </a:lnTo>
                  <a:lnTo>
                    <a:pt x="64" y="272"/>
                  </a:lnTo>
                  <a:lnTo>
                    <a:pt x="68" y="284"/>
                  </a:lnTo>
                  <a:lnTo>
                    <a:pt x="76" y="292"/>
                  </a:lnTo>
                  <a:lnTo>
                    <a:pt x="82" y="296"/>
                  </a:lnTo>
                  <a:lnTo>
                    <a:pt x="88" y="298"/>
                  </a:lnTo>
                  <a:lnTo>
                    <a:pt x="96" y="296"/>
                  </a:lnTo>
                  <a:lnTo>
                    <a:pt x="104" y="292"/>
                  </a:lnTo>
                  <a:lnTo>
                    <a:pt x="108" y="286"/>
                  </a:lnTo>
                  <a:lnTo>
                    <a:pt x="114" y="276"/>
                  </a:lnTo>
                  <a:lnTo>
                    <a:pt x="116" y="266"/>
                  </a:lnTo>
                  <a:lnTo>
                    <a:pt x="120" y="252"/>
                  </a:lnTo>
                  <a:lnTo>
                    <a:pt x="120" y="220"/>
                  </a:lnTo>
                  <a:lnTo>
                    <a:pt x="120" y="192"/>
                  </a:lnTo>
                  <a:lnTo>
                    <a:pt x="116" y="178"/>
                  </a:lnTo>
                  <a:lnTo>
                    <a:pt x="114" y="168"/>
                  </a:lnTo>
                  <a:lnTo>
                    <a:pt x="108" y="160"/>
                  </a:lnTo>
                  <a:lnTo>
                    <a:pt x="102" y="154"/>
                  </a:lnTo>
                  <a:lnTo>
                    <a:pt x="96" y="150"/>
                  </a:lnTo>
                  <a:lnTo>
                    <a:pt x="88" y="148"/>
                  </a:lnTo>
                  <a:lnTo>
                    <a:pt x="80" y="150"/>
                  </a:lnTo>
                  <a:lnTo>
                    <a:pt x="72" y="156"/>
                  </a:lnTo>
                  <a:lnTo>
                    <a:pt x="68" y="164"/>
                  </a:lnTo>
                  <a:lnTo>
                    <a:pt x="64" y="174"/>
                  </a:lnTo>
                  <a:lnTo>
                    <a:pt x="62" y="190"/>
                  </a:lnTo>
                  <a:lnTo>
                    <a:pt x="62" y="256"/>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19" name="Freeform 18"/>
            <p:cNvSpPr>
              <a:spLocks noEditPoints="1"/>
            </p:cNvSpPr>
            <p:nvPr/>
          </p:nvSpPr>
          <p:spPr bwMode="auto">
            <a:xfrm>
              <a:off x="8942156" y="6741467"/>
              <a:ext cx="31171" cy="44022"/>
            </a:xfrm>
            <a:custGeom>
              <a:avLst/>
              <a:gdLst>
                <a:gd name="T0" fmla="*/ 447139395 w 176"/>
                <a:gd name="T1" fmla="*/ 1109628385 h 250"/>
                <a:gd name="T2" fmla="*/ 493383008 w 176"/>
                <a:gd name="T3" fmla="*/ 1307239371 h 250"/>
                <a:gd name="T4" fmla="*/ 570455762 w 176"/>
                <a:gd name="T5" fmla="*/ 1444043966 h 250"/>
                <a:gd name="T6" fmla="*/ 693811441 w 176"/>
                <a:gd name="T7" fmla="*/ 1520042172 h 250"/>
                <a:gd name="T8" fmla="*/ 863410535 w 176"/>
                <a:gd name="T9" fmla="*/ 1550464734 h 250"/>
                <a:gd name="T10" fmla="*/ 955936875 w 176"/>
                <a:gd name="T11" fmla="*/ 1535272721 h 250"/>
                <a:gd name="T12" fmla="*/ 1202608921 w 176"/>
                <a:gd name="T13" fmla="*/ 1474466528 h 250"/>
                <a:gd name="T14" fmla="*/ 1264267204 w 176"/>
                <a:gd name="T15" fmla="*/ 1808881912 h 250"/>
                <a:gd name="T16" fmla="*/ 1048424299 w 176"/>
                <a:gd name="T17" fmla="*/ 1869688302 h 250"/>
                <a:gd name="T18" fmla="*/ 770923112 w 176"/>
                <a:gd name="T19" fmla="*/ 1900072131 h 250"/>
                <a:gd name="T20" fmla="*/ 601324018 w 176"/>
                <a:gd name="T21" fmla="*/ 1884880118 h 250"/>
                <a:gd name="T22" fmla="*/ 308369245 w 176"/>
                <a:gd name="T23" fmla="*/ 1763267535 h 250"/>
                <a:gd name="T24" fmla="*/ 107941009 w 176"/>
                <a:gd name="T25" fmla="*/ 1520042172 h 250"/>
                <a:gd name="T26" fmla="*/ 15414472 w 176"/>
                <a:gd name="T27" fmla="*/ 1185626788 h 250"/>
                <a:gd name="T28" fmla="*/ 0 w 176"/>
                <a:gd name="T29" fmla="*/ 988054535 h 250"/>
                <a:gd name="T30" fmla="*/ 61658282 w 176"/>
                <a:gd name="T31" fmla="*/ 577640747 h 250"/>
                <a:gd name="T32" fmla="*/ 215842905 w 176"/>
                <a:gd name="T33" fmla="*/ 273609191 h 250"/>
                <a:gd name="T34" fmla="*/ 447139395 w 176"/>
                <a:gd name="T35" fmla="*/ 75998206 h 250"/>
                <a:gd name="T36" fmla="*/ 724640582 w 176"/>
                <a:gd name="T37" fmla="*/ 0 h 250"/>
                <a:gd name="T38" fmla="*/ 863410535 w 176"/>
                <a:gd name="T39" fmla="*/ 15192013 h 250"/>
                <a:gd name="T40" fmla="*/ 1094668109 w 176"/>
                <a:gd name="T41" fmla="*/ 136804596 h 250"/>
                <a:gd name="T42" fmla="*/ 1264267204 w 176"/>
                <a:gd name="T43" fmla="*/ 364799213 h 250"/>
                <a:gd name="T44" fmla="*/ 1341379072 w 176"/>
                <a:gd name="T45" fmla="*/ 668830966 h 250"/>
                <a:gd name="T46" fmla="*/ 1356793544 w 176"/>
                <a:gd name="T47" fmla="*/ 866441755 h 250"/>
                <a:gd name="T48" fmla="*/ 1341379072 w 176"/>
                <a:gd name="T49" fmla="*/ 1109628385 h 250"/>
                <a:gd name="T50" fmla="*/ 925068818 w 176"/>
                <a:gd name="T51" fmla="*/ 790443549 h 250"/>
                <a:gd name="T52" fmla="*/ 909654346 w 176"/>
                <a:gd name="T53" fmla="*/ 608024576 h 250"/>
                <a:gd name="T54" fmla="*/ 863410535 w 176"/>
                <a:gd name="T55" fmla="*/ 471219980 h 250"/>
                <a:gd name="T56" fmla="*/ 801752253 w 176"/>
                <a:gd name="T57" fmla="*/ 380029959 h 250"/>
                <a:gd name="T58" fmla="*/ 693811441 w 176"/>
                <a:gd name="T59" fmla="*/ 349607397 h 250"/>
                <a:gd name="T60" fmla="*/ 647567631 w 176"/>
                <a:gd name="T61" fmla="*/ 349607397 h 250"/>
                <a:gd name="T62" fmla="*/ 555041291 w 176"/>
                <a:gd name="T63" fmla="*/ 425605603 h 250"/>
                <a:gd name="T64" fmla="*/ 477968536 w 176"/>
                <a:gd name="T65" fmla="*/ 638408405 h 250"/>
                <a:gd name="T66" fmla="*/ 925068818 w 176"/>
                <a:gd name="T67" fmla="*/ 790443549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6"/>
                <a:gd name="T103" fmla="*/ 0 h 250"/>
                <a:gd name="T104" fmla="*/ 176 w 176"/>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6" h="250">
                  <a:moveTo>
                    <a:pt x="58" y="146"/>
                  </a:moveTo>
                  <a:lnTo>
                    <a:pt x="58" y="146"/>
                  </a:lnTo>
                  <a:lnTo>
                    <a:pt x="60" y="160"/>
                  </a:lnTo>
                  <a:lnTo>
                    <a:pt x="64" y="172"/>
                  </a:lnTo>
                  <a:lnTo>
                    <a:pt x="68" y="182"/>
                  </a:lnTo>
                  <a:lnTo>
                    <a:pt x="74" y="190"/>
                  </a:lnTo>
                  <a:lnTo>
                    <a:pt x="82" y="196"/>
                  </a:lnTo>
                  <a:lnTo>
                    <a:pt x="90" y="200"/>
                  </a:lnTo>
                  <a:lnTo>
                    <a:pt x="100" y="202"/>
                  </a:lnTo>
                  <a:lnTo>
                    <a:pt x="112" y="204"/>
                  </a:lnTo>
                  <a:lnTo>
                    <a:pt x="124" y="202"/>
                  </a:lnTo>
                  <a:lnTo>
                    <a:pt x="136" y="200"/>
                  </a:lnTo>
                  <a:lnTo>
                    <a:pt x="156" y="194"/>
                  </a:lnTo>
                  <a:lnTo>
                    <a:pt x="164" y="238"/>
                  </a:lnTo>
                  <a:lnTo>
                    <a:pt x="152" y="242"/>
                  </a:lnTo>
                  <a:lnTo>
                    <a:pt x="136" y="246"/>
                  </a:lnTo>
                  <a:lnTo>
                    <a:pt x="118" y="248"/>
                  </a:lnTo>
                  <a:lnTo>
                    <a:pt x="100" y="250"/>
                  </a:lnTo>
                  <a:lnTo>
                    <a:pt x="78" y="248"/>
                  </a:lnTo>
                  <a:lnTo>
                    <a:pt x="58" y="242"/>
                  </a:lnTo>
                  <a:lnTo>
                    <a:pt x="40" y="232"/>
                  </a:lnTo>
                  <a:lnTo>
                    <a:pt x="26" y="218"/>
                  </a:lnTo>
                  <a:lnTo>
                    <a:pt x="14" y="200"/>
                  </a:lnTo>
                  <a:lnTo>
                    <a:pt x="6" y="180"/>
                  </a:lnTo>
                  <a:lnTo>
                    <a:pt x="2" y="156"/>
                  </a:lnTo>
                  <a:lnTo>
                    <a:pt x="0" y="130"/>
                  </a:lnTo>
                  <a:lnTo>
                    <a:pt x="2" y="102"/>
                  </a:lnTo>
                  <a:lnTo>
                    <a:pt x="8" y="76"/>
                  </a:lnTo>
                  <a:lnTo>
                    <a:pt x="16" y="54"/>
                  </a:lnTo>
                  <a:lnTo>
                    <a:pt x="28" y="36"/>
                  </a:lnTo>
                  <a:lnTo>
                    <a:pt x="42" y="20"/>
                  </a:lnTo>
                  <a:lnTo>
                    <a:pt x="58" y="10"/>
                  </a:lnTo>
                  <a:lnTo>
                    <a:pt x="76" y="4"/>
                  </a:lnTo>
                  <a:lnTo>
                    <a:pt x="94" y="0"/>
                  </a:lnTo>
                  <a:lnTo>
                    <a:pt x="112" y="2"/>
                  </a:lnTo>
                  <a:lnTo>
                    <a:pt x="130" y="8"/>
                  </a:lnTo>
                  <a:lnTo>
                    <a:pt x="142" y="18"/>
                  </a:lnTo>
                  <a:lnTo>
                    <a:pt x="154" y="32"/>
                  </a:lnTo>
                  <a:lnTo>
                    <a:pt x="164" y="48"/>
                  </a:lnTo>
                  <a:lnTo>
                    <a:pt x="170" y="66"/>
                  </a:lnTo>
                  <a:lnTo>
                    <a:pt x="174" y="88"/>
                  </a:lnTo>
                  <a:lnTo>
                    <a:pt x="176" y="114"/>
                  </a:lnTo>
                  <a:lnTo>
                    <a:pt x="174" y="134"/>
                  </a:lnTo>
                  <a:lnTo>
                    <a:pt x="174" y="146"/>
                  </a:lnTo>
                  <a:lnTo>
                    <a:pt x="58" y="146"/>
                  </a:lnTo>
                  <a:close/>
                  <a:moveTo>
                    <a:pt x="120" y="104"/>
                  </a:moveTo>
                  <a:lnTo>
                    <a:pt x="120" y="104"/>
                  </a:lnTo>
                  <a:lnTo>
                    <a:pt x="118" y="80"/>
                  </a:lnTo>
                  <a:lnTo>
                    <a:pt x="116" y="70"/>
                  </a:lnTo>
                  <a:lnTo>
                    <a:pt x="112" y="62"/>
                  </a:lnTo>
                  <a:lnTo>
                    <a:pt x="108" y="54"/>
                  </a:lnTo>
                  <a:lnTo>
                    <a:pt x="104" y="50"/>
                  </a:lnTo>
                  <a:lnTo>
                    <a:pt x="98" y="46"/>
                  </a:lnTo>
                  <a:lnTo>
                    <a:pt x="90" y="46"/>
                  </a:lnTo>
                  <a:lnTo>
                    <a:pt x="84" y="46"/>
                  </a:lnTo>
                  <a:lnTo>
                    <a:pt x="76" y="50"/>
                  </a:lnTo>
                  <a:lnTo>
                    <a:pt x="72" y="56"/>
                  </a:lnTo>
                  <a:lnTo>
                    <a:pt x="66" y="64"/>
                  </a:lnTo>
                  <a:lnTo>
                    <a:pt x="62" y="84"/>
                  </a:lnTo>
                  <a:lnTo>
                    <a:pt x="58" y="104"/>
                  </a:lnTo>
                  <a:lnTo>
                    <a:pt x="120" y="104"/>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20" name="Freeform 19"/>
            <p:cNvSpPr>
              <a:spLocks/>
            </p:cNvSpPr>
            <p:nvPr/>
          </p:nvSpPr>
          <p:spPr bwMode="auto">
            <a:xfrm>
              <a:off x="8904535" y="6528874"/>
              <a:ext cx="68791" cy="165350"/>
            </a:xfrm>
            <a:custGeom>
              <a:avLst/>
              <a:gdLst>
                <a:gd name="T0" fmla="*/ 0 w 386"/>
                <a:gd name="T1" fmla="*/ 0 h 920"/>
                <a:gd name="T2" fmla="*/ 2147483647 w 386"/>
                <a:gd name="T3" fmla="*/ 0 h 920"/>
                <a:gd name="T4" fmla="*/ 2147483647 w 386"/>
                <a:gd name="T5" fmla="*/ 2147483647 h 920"/>
                <a:gd name="T6" fmla="*/ 0 w 386"/>
                <a:gd name="T7" fmla="*/ 0 h 920"/>
                <a:gd name="T8" fmla="*/ 0 60000 65536"/>
                <a:gd name="T9" fmla="*/ 0 60000 65536"/>
                <a:gd name="T10" fmla="*/ 0 60000 65536"/>
                <a:gd name="T11" fmla="*/ 0 60000 65536"/>
                <a:gd name="T12" fmla="*/ 0 w 386"/>
                <a:gd name="T13" fmla="*/ 0 h 920"/>
                <a:gd name="T14" fmla="*/ 386 w 386"/>
                <a:gd name="T15" fmla="*/ 920 h 920"/>
              </a:gdLst>
              <a:ahLst/>
              <a:cxnLst>
                <a:cxn ang="T8">
                  <a:pos x="T0" y="T1"/>
                </a:cxn>
                <a:cxn ang="T9">
                  <a:pos x="T2" y="T3"/>
                </a:cxn>
                <a:cxn ang="T10">
                  <a:pos x="T4" y="T5"/>
                </a:cxn>
                <a:cxn ang="T11">
                  <a:pos x="T6" y="T7"/>
                </a:cxn>
              </a:cxnLst>
              <a:rect l="T12" t="T13" r="T14" b="T15"/>
              <a:pathLst>
                <a:path w="386" h="920">
                  <a:moveTo>
                    <a:pt x="0" y="0"/>
                  </a:moveTo>
                  <a:lnTo>
                    <a:pt x="386" y="0"/>
                  </a:lnTo>
                  <a:lnTo>
                    <a:pt x="386" y="920"/>
                  </a:lnTo>
                  <a:lnTo>
                    <a:pt x="0" y="0"/>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21" name="Freeform 20"/>
            <p:cNvSpPr>
              <a:spLocks/>
            </p:cNvSpPr>
            <p:nvPr/>
          </p:nvSpPr>
          <p:spPr bwMode="auto">
            <a:xfrm>
              <a:off x="8786300" y="6528874"/>
              <a:ext cx="68791" cy="165350"/>
            </a:xfrm>
            <a:custGeom>
              <a:avLst/>
              <a:gdLst>
                <a:gd name="T0" fmla="*/ 2147483647 w 386"/>
                <a:gd name="T1" fmla="*/ 0 h 920"/>
                <a:gd name="T2" fmla="*/ 0 w 386"/>
                <a:gd name="T3" fmla="*/ 0 h 920"/>
                <a:gd name="T4" fmla="*/ 0 w 386"/>
                <a:gd name="T5" fmla="*/ 2147483647 h 920"/>
                <a:gd name="T6" fmla="*/ 2147483647 w 386"/>
                <a:gd name="T7" fmla="*/ 0 h 920"/>
                <a:gd name="T8" fmla="*/ 0 60000 65536"/>
                <a:gd name="T9" fmla="*/ 0 60000 65536"/>
                <a:gd name="T10" fmla="*/ 0 60000 65536"/>
                <a:gd name="T11" fmla="*/ 0 60000 65536"/>
                <a:gd name="T12" fmla="*/ 0 w 386"/>
                <a:gd name="T13" fmla="*/ 0 h 920"/>
                <a:gd name="T14" fmla="*/ 386 w 386"/>
                <a:gd name="T15" fmla="*/ 920 h 920"/>
              </a:gdLst>
              <a:ahLst/>
              <a:cxnLst>
                <a:cxn ang="T8">
                  <a:pos x="T0" y="T1"/>
                </a:cxn>
                <a:cxn ang="T9">
                  <a:pos x="T2" y="T3"/>
                </a:cxn>
                <a:cxn ang="T10">
                  <a:pos x="T4" y="T5"/>
                </a:cxn>
                <a:cxn ang="T11">
                  <a:pos x="T6" y="T7"/>
                </a:cxn>
              </a:cxnLst>
              <a:rect l="T12" t="T13" r="T14" b="T15"/>
              <a:pathLst>
                <a:path w="386" h="920">
                  <a:moveTo>
                    <a:pt x="386" y="0"/>
                  </a:moveTo>
                  <a:lnTo>
                    <a:pt x="0" y="0"/>
                  </a:lnTo>
                  <a:lnTo>
                    <a:pt x="0" y="920"/>
                  </a:lnTo>
                  <a:lnTo>
                    <a:pt x="386" y="0"/>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22" name="Freeform 21"/>
            <p:cNvSpPr>
              <a:spLocks/>
            </p:cNvSpPr>
            <p:nvPr/>
          </p:nvSpPr>
          <p:spPr bwMode="auto">
            <a:xfrm>
              <a:off x="8849717" y="6589001"/>
              <a:ext cx="74166" cy="105223"/>
            </a:xfrm>
            <a:custGeom>
              <a:avLst/>
              <a:gdLst>
                <a:gd name="T0" fmla="*/ 1336771916 w 416"/>
                <a:gd name="T1" fmla="*/ 0 h 582"/>
                <a:gd name="T2" fmla="*/ 2147483647 w 416"/>
                <a:gd name="T3" fmla="*/ 2147483647 h 582"/>
                <a:gd name="T4" fmla="*/ 1997308539 w 416"/>
                <a:gd name="T5" fmla="*/ 2147483647 h 582"/>
                <a:gd name="T6" fmla="*/ 1415424145 w 416"/>
                <a:gd name="T7" fmla="*/ 2147483647 h 582"/>
                <a:gd name="T8" fmla="*/ 0 w 416"/>
                <a:gd name="T9" fmla="*/ 2147483647 h 582"/>
                <a:gd name="T10" fmla="*/ 1336771916 w 416"/>
                <a:gd name="T11" fmla="*/ 0 h 582"/>
                <a:gd name="T12" fmla="*/ 0 60000 65536"/>
                <a:gd name="T13" fmla="*/ 0 60000 65536"/>
                <a:gd name="T14" fmla="*/ 0 60000 65536"/>
                <a:gd name="T15" fmla="*/ 0 60000 65536"/>
                <a:gd name="T16" fmla="*/ 0 60000 65536"/>
                <a:gd name="T17" fmla="*/ 0 60000 65536"/>
                <a:gd name="T18" fmla="*/ 0 w 416"/>
                <a:gd name="T19" fmla="*/ 0 h 582"/>
                <a:gd name="T20" fmla="*/ 416 w 416"/>
                <a:gd name="T21" fmla="*/ 582 h 582"/>
              </a:gdLst>
              <a:ahLst/>
              <a:cxnLst>
                <a:cxn ang="T12">
                  <a:pos x="T0" y="T1"/>
                </a:cxn>
                <a:cxn ang="T13">
                  <a:pos x="T2" y="T3"/>
                </a:cxn>
                <a:cxn ang="T14">
                  <a:pos x="T4" y="T5"/>
                </a:cxn>
                <a:cxn ang="T15">
                  <a:pos x="T6" y="T7"/>
                </a:cxn>
                <a:cxn ang="T16">
                  <a:pos x="T8" y="T9"/>
                </a:cxn>
                <a:cxn ang="T17">
                  <a:pos x="T10" y="T11"/>
                </a:cxn>
              </a:cxnLst>
              <a:rect l="T18" t="T19" r="T20" b="T21"/>
              <a:pathLst>
                <a:path w="416" h="582">
                  <a:moveTo>
                    <a:pt x="170" y="0"/>
                  </a:moveTo>
                  <a:lnTo>
                    <a:pt x="416" y="582"/>
                  </a:lnTo>
                  <a:lnTo>
                    <a:pt x="254" y="582"/>
                  </a:lnTo>
                  <a:lnTo>
                    <a:pt x="180" y="396"/>
                  </a:lnTo>
                  <a:lnTo>
                    <a:pt x="0" y="396"/>
                  </a:lnTo>
                  <a:lnTo>
                    <a:pt x="170" y="0"/>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sp>
          <p:nvSpPr>
            <p:cNvPr id="23" name="Freeform 22"/>
            <p:cNvSpPr>
              <a:spLocks noEditPoints="1"/>
            </p:cNvSpPr>
            <p:nvPr/>
          </p:nvSpPr>
          <p:spPr bwMode="auto">
            <a:xfrm>
              <a:off x="8977626" y="6528874"/>
              <a:ext cx="12899" cy="12884"/>
            </a:xfrm>
            <a:custGeom>
              <a:avLst/>
              <a:gdLst>
                <a:gd name="T0" fmla="*/ 287240651 w 72"/>
                <a:gd name="T1" fmla="*/ 0 h 72"/>
                <a:gd name="T2" fmla="*/ 398918740 w 72"/>
                <a:gd name="T3" fmla="*/ 15968860 h 72"/>
                <a:gd name="T4" fmla="*/ 494665623 w 72"/>
                <a:gd name="T5" fmla="*/ 79764775 h 72"/>
                <a:gd name="T6" fmla="*/ 558470370 w 72"/>
                <a:gd name="T7" fmla="*/ 175498211 h 72"/>
                <a:gd name="T8" fmla="*/ 574441339 w 72"/>
                <a:gd name="T9" fmla="*/ 287160744 h 72"/>
                <a:gd name="T10" fmla="*/ 574441339 w 72"/>
                <a:gd name="T11" fmla="*/ 335027562 h 72"/>
                <a:gd name="T12" fmla="*/ 526567997 w 72"/>
                <a:gd name="T13" fmla="*/ 446690095 h 72"/>
                <a:gd name="T14" fmla="*/ 446792281 w 72"/>
                <a:gd name="T15" fmla="*/ 526454871 h 72"/>
                <a:gd name="T16" fmla="*/ 351045398 w 72"/>
                <a:gd name="T17" fmla="*/ 558352829 h 72"/>
                <a:gd name="T18" fmla="*/ 287240651 w 72"/>
                <a:gd name="T19" fmla="*/ 574321688 h 72"/>
                <a:gd name="T20" fmla="*/ 175522599 w 72"/>
                <a:gd name="T21" fmla="*/ 542423730 h 72"/>
                <a:gd name="T22" fmla="*/ 79775715 w 72"/>
                <a:gd name="T23" fmla="*/ 494556913 h 72"/>
                <a:gd name="T24" fmla="*/ 15971169 w 72"/>
                <a:gd name="T25" fmla="*/ 398823278 h 72"/>
                <a:gd name="T26" fmla="*/ 0 w 72"/>
                <a:gd name="T27" fmla="*/ 287160744 h 72"/>
                <a:gd name="T28" fmla="*/ 0 w 72"/>
                <a:gd name="T29" fmla="*/ 223365028 h 72"/>
                <a:gd name="T30" fmla="*/ 47873542 w 72"/>
                <a:gd name="T31" fmla="*/ 127631393 h 72"/>
                <a:gd name="T32" fmla="*/ 127649257 w 72"/>
                <a:gd name="T33" fmla="*/ 47866818 h 72"/>
                <a:gd name="T34" fmla="*/ 223396141 w 72"/>
                <a:gd name="T35" fmla="*/ 0 h 72"/>
                <a:gd name="T36" fmla="*/ 287240651 w 72"/>
                <a:gd name="T37" fmla="*/ 0 h 72"/>
                <a:gd name="T38" fmla="*/ 287240651 w 72"/>
                <a:gd name="T39" fmla="*/ 47866818 h 72"/>
                <a:gd name="T40" fmla="*/ 207424972 w 72"/>
                <a:gd name="T41" fmla="*/ 63795716 h 72"/>
                <a:gd name="T42" fmla="*/ 79775715 w 72"/>
                <a:gd name="T43" fmla="*/ 191427309 h 72"/>
                <a:gd name="T44" fmla="*/ 63844511 w 72"/>
                <a:gd name="T45" fmla="*/ 287160744 h 72"/>
                <a:gd name="T46" fmla="*/ 127649257 w 72"/>
                <a:gd name="T47" fmla="*/ 446690095 h 72"/>
                <a:gd name="T48" fmla="*/ 239367309 w 72"/>
                <a:gd name="T49" fmla="*/ 510525772 h 72"/>
                <a:gd name="T50" fmla="*/ 287240651 w 72"/>
                <a:gd name="T51" fmla="*/ 526454871 h 72"/>
                <a:gd name="T52" fmla="*/ 382947571 w 72"/>
                <a:gd name="T53" fmla="*/ 510525772 h 72"/>
                <a:gd name="T54" fmla="*/ 494665623 w 72"/>
                <a:gd name="T55" fmla="*/ 382894379 h 72"/>
                <a:gd name="T56" fmla="*/ 510596828 w 72"/>
                <a:gd name="T57" fmla="*/ 287160744 h 72"/>
                <a:gd name="T58" fmla="*/ 446792281 w 72"/>
                <a:gd name="T59" fmla="*/ 111662534 h 72"/>
                <a:gd name="T60" fmla="*/ 335074229 w 72"/>
                <a:gd name="T61" fmla="*/ 47866818 h 72"/>
                <a:gd name="T62" fmla="*/ 287240651 w 72"/>
                <a:gd name="T63" fmla="*/ 47866818 h 72"/>
                <a:gd name="T64" fmla="*/ 175522599 w 72"/>
                <a:gd name="T65" fmla="*/ 446690095 h 72"/>
                <a:gd name="T66" fmla="*/ 175522599 w 72"/>
                <a:gd name="T67" fmla="*/ 127631393 h 72"/>
                <a:gd name="T68" fmla="*/ 271269483 w 72"/>
                <a:gd name="T69" fmla="*/ 127631393 h 72"/>
                <a:gd name="T70" fmla="*/ 382947571 w 72"/>
                <a:gd name="T71" fmla="*/ 143600453 h 72"/>
                <a:gd name="T72" fmla="*/ 398918740 w 72"/>
                <a:gd name="T73" fmla="*/ 175498211 h 72"/>
                <a:gd name="T74" fmla="*/ 398918740 w 72"/>
                <a:gd name="T75" fmla="*/ 223365028 h 72"/>
                <a:gd name="T76" fmla="*/ 382947571 w 72"/>
                <a:gd name="T77" fmla="*/ 271191885 h 72"/>
                <a:gd name="T78" fmla="*/ 351045398 w 72"/>
                <a:gd name="T79" fmla="*/ 287160744 h 72"/>
                <a:gd name="T80" fmla="*/ 382947571 w 72"/>
                <a:gd name="T81" fmla="*/ 319058702 h 72"/>
                <a:gd name="T82" fmla="*/ 398918740 w 72"/>
                <a:gd name="T83" fmla="*/ 366925520 h 72"/>
                <a:gd name="T84" fmla="*/ 351045398 w 72"/>
                <a:gd name="T85" fmla="*/ 446690095 h 72"/>
                <a:gd name="T86" fmla="*/ 335074229 w 72"/>
                <a:gd name="T87" fmla="*/ 366925520 h 72"/>
                <a:gd name="T88" fmla="*/ 319143024 w 72"/>
                <a:gd name="T89" fmla="*/ 335027562 h 72"/>
                <a:gd name="T90" fmla="*/ 239367309 w 72"/>
                <a:gd name="T91" fmla="*/ 319058702 h 72"/>
                <a:gd name="T92" fmla="*/ 239367309 w 72"/>
                <a:gd name="T93" fmla="*/ 271191885 h 72"/>
                <a:gd name="T94" fmla="*/ 271269483 w 72"/>
                <a:gd name="T95" fmla="*/ 271191885 h 72"/>
                <a:gd name="T96" fmla="*/ 335074229 w 72"/>
                <a:gd name="T97" fmla="*/ 239294127 h 72"/>
                <a:gd name="T98" fmla="*/ 351045398 w 72"/>
                <a:gd name="T99" fmla="*/ 223365028 h 72"/>
                <a:gd name="T100" fmla="*/ 335074229 w 72"/>
                <a:gd name="T101" fmla="*/ 175498211 h 72"/>
                <a:gd name="T102" fmla="*/ 271269483 w 72"/>
                <a:gd name="T103" fmla="*/ 159529351 h 72"/>
                <a:gd name="T104" fmla="*/ 239367309 w 72"/>
                <a:gd name="T105" fmla="*/ 175498211 h 7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2"/>
                <a:gd name="T160" fmla="*/ 0 h 72"/>
                <a:gd name="T161" fmla="*/ 72 w 72"/>
                <a:gd name="T162" fmla="*/ 72 h 7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2" h="72">
                  <a:moveTo>
                    <a:pt x="36" y="0"/>
                  </a:moveTo>
                  <a:lnTo>
                    <a:pt x="36" y="0"/>
                  </a:lnTo>
                  <a:lnTo>
                    <a:pt x="44" y="0"/>
                  </a:lnTo>
                  <a:lnTo>
                    <a:pt x="50" y="2"/>
                  </a:lnTo>
                  <a:lnTo>
                    <a:pt x="56" y="6"/>
                  </a:lnTo>
                  <a:lnTo>
                    <a:pt x="62" y="10"/>
                  </a:lnTo>
                  <a:lnTo>
                    <a:pt x="66" y="16"/>
                  </a:lnTo>
                  <a:lnTo>
                    <a:pt x="70" y="22"/>
                  </a:lnTo>
                  <a:lnTo>
                    <a:pt x="72" y="28"/>
                  </a:lnTo>
                  <a:lnTo>
                    <a:pt x="72" y="36"/>
                  </a:lnTo>
                  <a:lnTo>
                    <a:pt x="72" y="42"/>
                  </a:lnTo>
                  <a:lnTo>
                    <a:pt x="70" y="50"/>
                  </a:lnTo>
                  <a:lnTo>
                    <a:pt x="66" y="56"/>
                  </a:lnTo>
                  <a:lnTo>
                    <a:pt x="62" y="62"/>
                  </a:lnTo>
                  <a:lnTo>
                    <a:pt x="56" y="66"/>
                  </a:lnTo>
                  <a:lnTo>
                    <a:pt x="50" y="68"/>
                  </a:lnTo>
                  <a:lnTo>
                    <a:pt x="44" y="70"/>
                  </a:lnTo>
                  <a:lnTo>
                    <a:pt x="36" y="72"/>
                  </a:lnTo>
                  <a:lnTo>
                    <a:pt x="28" y="70"/>
                  </a:lnTo>
                  <a:lnTo>
                    <a:pt x="22" y="68"/>
                  </a:lnTo>
                  <a:lnTo>
                    <a:pt x="16" y="66"/>
                  </a:lnTo>
                  <a:lnTo>
                    <a:pt x="10" y="62"/>
                  </a:lnTo>
                  <a:lnTo>
                    <a:pt x="6" y="56"/>
                  </a:lnTo>
                  <a:lnTo>
                    <a:pt x="2" y="50"/>
                  </a:lnTo>
                  <a:lnTo>
                    <a:pt x="0" y="42"/>
                  </a:lnTo>
                  <a:lnTo>
                    <a:pt x="0" y="36"/>
                  </a:lnTo>
                  <a:lnTo>
                    <a:pt x="0" y="28"/>
                  </a:lnTo>
                  <a:lnTo>
                    <a:pt x="2" y="22"/>
                  </a:lnTo>
                  <a:lnTo>
                    <a:pt x="6" y="16"/>
                  </a:lnTo>
                  <a:lnTo>
                    <a:pt x="10" y="10"/>
                  </a:lnTo>
                  <a:lnTo>
                    <a:pt x="16" y="6"/>
                  </a:lnTo>
                  <a:lnTo>
                    <a:pt x="22" y="2"/>
                  </a:lnTo>
                  <a:lnTo>
                    <a:pt x="28" y="0"/>
                  </a:lnTo>
                  <a:lnTo>
                    <a:pt x="36" y="0"/>
                  </a:lnTo>
                  <a:close/>
                  <a:moveTo>
                    <a:pt x="36" y="6"/>
                  </a:moveTo>
                  <a:lnTo>
                    <a:pt x="36" y="6"/>
                  </a:lnTo>
                  <a:lnTo>
                    <a:pt x="30" y="6"/>
                  </a:lnTo>
                  <a:lnTo>
                    <a:pt x="26" y="8"/>
                  </a:lnTo>
                  <a:lnTo>
                    <a:pt x="16" y="14"/>
                  </a:lnTo>
                  <a:lnTo>
                    <a:pt x="10" y="24"/>
                  </a:lnTo>
                  <a:lnTo>
                    <a:pt x="8" y="36"/>
                  </a:lnTo>
                  <a:lnTo>
                    <a:pt x="10" y="48"/>
                  </a:lnTo>
                  <a:lnTo>
                    <a:pt x="16" y="56"/>
                  </a:lnTo>
                  <a:lnTo>
                    <a:pt x="26" y="64"/>
                  </a:lnTo>
                  <a:lnTo>
                    <a:pt x="30" y="64"/>
                  </a:lnTo>
                  <a:lnTo>
                    <a:pt x="36" y="66"/>
                  </a:lnTo>
                  <a:lnTo>
                    <a:pt x="42" y="66"/>
                  </a:lnTo>
                  <a:lnTo>
                    <a:pt x="48" y="64"/>
                  </a:lnTo>
                  <a:lnTo>
                    <a:pt x="56" y="56"/>
                  </a:lnTo>
                  <a:lnTo>
                    <a:pt x="62" y="48"/>
                  </a:lnTo>
                  <a:lnTo>
                    <a:pt x="64" y="36"/>
                  </a:lnTo>
                  <a:lnTo>
                    <a:pt x="62" y="24"/>
                  </a:lnTo>
                  <a:lnTo>
                    <a:pt x="56" y="14"/>
                  </a:lnTo>
                  <a:lnTo>
                    <a:pt x="48" y="8"/>
                  </a:lnTo>
                  <a:lnTo>
                    <a:pt x="42" y="6"/>
                  </a:lnTo>
                  <a:lnTo>
                    <a:pt x="36" y="6"/>
                  </a:lnTo>
                  <a:close/>
                  <a:moveTo>
                    <a:pt x="30" y="56"/>
                  </a:moveTo>
                  <a:lnTo>
                    <a:pt x="22" y="56"/>
                  </a:lnTo>
                  <a:lnTo>
                    <a:pt x="22" y="16"/>
                  </a:lnTo>
                  <a:lnTo>
                    <a:pt x="34" y="16"/>
                  </a:lnTo>
                  <a:lnTo>
                    <a:pt x="42" y="16"/>
                  </a:lnTo>
                  <a:lnTo>
                    <a:pt x="48" y="18"/>
                  </a:lnTo>
                  <a:lnTo>
                    <a:pt x="50" y="22"/>
                  </a:lnTo>
                  <a:lnTo>
                    <a:pt x="50" y="28"/>
                  </a:lnTo>
                  <a:lnTo>
                    <a:pt x="50" y="30"/>
                  </a:lnTo>
                  <a:lnTo>
                    <a:pt x="48" y="34"/>
                  </a:lnTo>
                  <a:lnTo>
                    <a:pt x="44" y="36"/>
                  </a:lnTo>
                  <a:lnTo>
                    <a:pt x="48" y="40"/>
                  </a:lnTo>
                  <a:lnTo>
                    <a:pt x="50" y="46"/>
                  </a:lnTo>
                  <a:lnTo>
                    <a:pt x="52" y="56"/>
                  </a:lnTo>
                  <a:lnTo>
                    <a:pt x="44" y="56"/>
                  </a:lnTo>
                  <a:lnTo>
                    <a:pt x="42" y="46"/>
                  </a:lnTo>
                  <a:lnTo>
                    <a:pt x="40" y="42"/>
                  </a:lnTo>
                  <a:lnTo>
                    <a:pt x="34" y="40"/>
                  </a:lnTo>
                  <a:lnTo>
                    <a:pt x="30" y="40"/>
                  </a:lnTo>
                  <a:lnTo>
                    <a:pt x="30" y="56"/>
                  </a:lnTo>
                  <a:close/>
                  <a:moveTo>
                    <a:pt x="30" y="34"/>
                  </a:moveTo>
                  <a:lnTo>
                    <a:pt x="34" y="34"/>
                  </a:lnTo>
                  <a:lnTo>
                    <a:pt x="40" y="32"/>
                  </a:lnTo>
                  <a:lnTo>
                    <a:pt x="42" y="30"/>
                  </a:lnTo>
                  <a:lnTo>
                    <a:pt x="44" y="28"/>
                  </a:lnTo>
                  <a:lnTo>
                    <a:pt x="44" y="26"/>
                  </a:lnTo>
                  <a:lnTo>
                    <a:pt x="42" y="22"/>
                  </a:lnTo>
                  <a:lnTo>
                    <a:pt x="38" y="22"/>
                  </a:lnTo>
                  <a:lnTo>
                    <a:pt x="34" y="20"/>
                  </a:lnTo>
                  <a:lnTo>
                    <a:pt x="30" y="22"/>
                  </a:lnTo>
                  <a:lnTo>
                    <a:pt x="30" y="34"/>
                  </a:lnTo>
                  <a:close/>
                </a:path>
              </a:pathLst>
            </a:custGeom>
            <a:solidFill>
              <a:srgbClr val="FFFFFF"/>
            </a:solidFill>
            <a:ln w="9525">
              <a:noFill/>
              <a:round/>
              <a:headEnd/>
              <a:tailEnd/>
            </a:ln>
          </p:spPr>
          <p:txBody>
            <a:bodyPr/>
            <a:lstStyle/>
            <a:p>
              <a:pPr defTabSz="949107"/>
              <a:endParaRPr lang="en-US" sz="1800" dirty="0">
                <a:solidFill>
                  <a:srgbClr val="FFFFFF"/>
                </a:solidFill>
                <a:latin typeface="Adobe Clean"/>
                <a:ea typeface="ヒラギノ角ゴ ProN W3" charset="0"/>
                <a:cs typeface="ヒラギノ角ゴ ProN W3" charset="0"/>
                <a:sym typeface="Gill Sans" charset="0"/>
              </a:endParaRPr>
            </a:p>
          </p:txBody>
        </p:sp>
      </p:grpSp>
      <p:sp>
        <p:nvSpPr>
          <p:cNvPr id="2" name="Title 1"/>
          <p:cNvSpPr>
            <a:spLocks noGrp="1"/>
          </p:cNvSpPr>
          <p:nvPr>
            <p:ph type="title"/>
          </p:nvPr>
        </p:nvSpPr>
        <p:spPr>
          <a:xfrm>
            <a:off x="304802" y="184151"/>
            <a:ext cx="11582400" cy="593726"/>
          </a:xfrm>
        </p:spPr>
        <p:txBody>
          <a:bodyPr/>
          <a:lstStyle>
            <a:lvl1pPr>
              <a:defRPr sz="3200">
                <a:latin typeface="Adobe Clean Light" panose="020B0303020404020204" pitchFamily="34" charset="0"/>
              </a:defRPr>
            </a:lvl1pPr>
          </a:lstStyle>
          <a:p>
            <a:r>
              <a:rPr lang="en-US"/>
              <a:t>Click to edit Master title style</a:t>
            </a:r>
          </a:p>
        </p:txBody>
      </p:sp>
    </p:spTree>
    <p:extLst>
      <p:ext uri="{BB962C8B-B14F-4D97-AF65-F5344CB8AC3E}">
        <p14:creationId xmlns:p14="http://schemas.microsoft.com/office/powerpoint/2010/main" val="21844687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Black Content Are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753FAC06-BA50-40B0-A7AF-0538C119E520}" type="datetime1">
              <a:rPr lang="en-US" smtClean="0">
                <a:solidFill>
                  <a:prstClr val="white"/>
                </a:solidFill>
                <a:latin typeface="Adobe Clean"/>
              </a:rPr>
              <a:pPr/>
              <a:t>3/5/2026</a:t>
            </a:fld>
            <a:endParaRPr lang="en-US" dirty="0">
              <a:solidFill>
                <a:prstClr val="white"/>
              </a:solidFill>
              <a:latin typeface="Adobe Clean"/>
            </a:endParaRPr>
          </a:p>
        </p:txBody>
      </p:sp>
      <p:sp>
        <p:nvSpPr>
          <p:cNvPr id="5" name="Footer Placeholder 4"/>
          <p:cNvSpPr>
            <a:spLocks noGrp="1"/>
          </p:cNvSpPr>
          <p:nvPr>
            <p:ph type="ftr" sz="quarter" idx="11"/>
          </p:nvPr>
        </p:nvSpPr>
        <p:spPr/>
        <p:txBody>
          <a:bodyPr/>
          <a:lstStyle/>
          <a:p>
            <a:endParaRPr lang="en-US">
              <a:solidFill>
                <a:prstClr val="white"/>
              </a:solidFill>
              <a:latin typeface="Adobe Clean"/>
            </a:endParaRPr>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solidFill>
                  <a:prstClr val="white"/>
                </a:solidFill>
                <a:latin typeface="Adobe Clean"/>
              </a:rPr>
              <a:pPr algn="ctr"/>
              <a:t>‹#›</a:t>
            </a:fld>
            <a:endParaRPr lang="en-US" dirty="0">
              <a:solidFill>
                <a:prstClr val="white"/>
              </a:solidFill>
              <a:latin typeface="Adobe Clean"/>
            </a:endParaRPr>
          </a:p>
        </p:txBody>
      </p:sp>
      <p:sp>
        <p:nvSpPr>
          <p:cNvPr id="7" name="Rectangle 5"/>
          <p:cNvSpPr>
            <a:spLocks noChangeArrowheads="1"/>
          </p:cNvSpPr>
          <p:nvPr userDrawn="1"/>
        </p:nvSpPr>
        <p:spPr bwMode="auto">
          <a:xfrm>
            <a:off x="1" y="1"/>
            <a:ext cx="12192000" cy="644207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defTabSz="914400" fontAlgn="base">
              <a:spcBef>
                <a:spcPct val="0"/>
              </a:spcBef>
              <a:spcAft>
                <a:spcPct val="0"/>
              </a:spcAft>
            </a:pPr>
            <a:endParaRPr lang="en-US" sz="1800">
              <a:solidFill>
                <a:srgbClr val="FFFFFF"/>
              </a:solidFill>
              <a:latin typeface="Adobe Clean"/>
              <a:ea typeface="ＭＳ Ｐゴシック" pitchFamily="-111" charset="-128"/>
            </a:endParaRPr>
          </a:p>
        </p:txBody>
      </p:sp>
    </p:spTree>
    <p:extLst>
      <p:ext uri="{BB962C8B-B14F-4D97-AF65-F5344CB8AC3E}">
        <p14:creationId xmlns:p14="http://schemas.microsoft.com/office/powerpoint/2010/main" val="11478319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Gray Content Area">
    <p:spTree>
      <p:nvGrpSpPr>
        <p:cNvPr id="1" name=""/>
        <p:cNvGrpSpPr/>
        <p:nvPr/>
      </p:nvGrpSpPr>
      <p:grpSpPr>
        <a:xfrm>
          <a:off x="0" y="0"/>
          <a:ext cx="0" cy="0"/>
          <a:chOff x="0" y="0"/>
          <a:chExt cx="0" cy="0"/>
        </a:xfrm>
      </p:grpSpPr>
      <p:pic>
        <p:nvPicPr>
          <p:cNvPr id="8" name="Picture 7" descr="blue.jpg"/>
          <p:cNvPicPr>
            <a:picLocks/>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1999" cy="6440716"/>
          </a:xfrm>
          <a:prstGeom prst="rect">
            <a:avLst/>
          </a:prstGeom>
        </p:spPr>
      </p:pic>
      <p:sp>
        <p:nvSpPr>
          <p:cNvPr id="9" name="Rectangle 8"/>
          <p:cNvSpPr/>
          <p:nvPr userDrawn="1"/>
        </p:nvSpPr>
        <p:spPr>
          <a:xfrm rot="10800000">
            <a:off x="-1" y="803730"/>
            <a:ext cx="12191997" cy="5642431"/>
          </a:xfrm>
          <a:prstGeom prst="rect">
            <a:avLst/>
          </a:prstGeom>
          <a:gradFill>
            <a:gsLst>
              <a:gs pos="0">
                <a:schemeClr val="tx1">
                  <a:alpha val="77000"/>
                </a:schemeClr>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en-US" sz="2399">
              <a:solidFill>
                <a:prstClr val="white"/>
              </a:solidFill>
              <a:latin typeface="Adobe Clean"/>
            </a:endParaRPr>
          </a:p>
        </p:txBody>
      </p:sp>
      <p:sp>
        <p:nvSpPr>
          <p:cNvPr id="2" name="Title 1"/>
          <p:cNvSpPr>
            <a:spLocks noGrp="1"/>
          </p:cNvSpPr>
          <p:nvPr>
            <p:ph type="title"/>
          </p:nvPr>
        </p:nvSpPr>
        <p:spPr/>
        <p:txBody>
          <a:bodyPr/>
          <a:lstStyle>
            <a:lvl1pPr>
              <a:defRPr>
                <a:solidFill>
                  <a:schemeClr val="accent2">
                    <a:lumMod val="60000"/>
                    <a:lumOff val="40000"/>
                  </a:schemeClr>
                </a:solidFill>
              </a:defRPr>
            </a:lvl1pPr>
          </a:lstStyle>
          <a:p>
            <a:r>
              <a:rPr lang="en-US" dirty="0"/>
              <a:t>Click to edit Master title style</a:t>
            </a:r>
          </a:p>
        </p:txBody>
      </p:sp>
      <p:sp>
        <p:nvSpPr>
          <p:cNvPr id="4" name="Date Placeholder 3"/>
          <p:cNvSpPr>
            <a:spLocks noGrp="1"/>
          </p:cNvSpPr>
          <p:nvPr>
            <p:ph type="dt" sz="half" idx="10"/>
          </p:nvPr>
        </p:nvSpPr>
        <p:spPr>
          <a:xfrm>
            <a:off x="5588001" y="6629401"/>
            <a:ext cx="1016000" cy="168275"/>
          </a:xfrm>
          <a:prstGeom prst="rect">
            <a:avLst/>
          </a:prstGeom>
        </p:spPr>
        <p:txBody>
          <a:bodyPr lIns="68589" tIns="34295" rIns="68589" bIns="34295"/>
          <a:lstStyle/>
          <a:p>
            <a:endParaRPr lang="en-US" dirty="0">
              <a:solidFill>
                <a:prstClr val="white"/>
              </a:solidFill>
              <a:latin typeface="Adobe Clean"/>
            </a:endParaRPr>
          </a:p>
        </p:txBody>
      </p:sp>
      <p:sp>
        <p:nvSpPr>
          <p:cNvPr id="5" name="Footer Placeholder 4"/>
          <p:cNvSpPr>
            <a:spLocks noGrp="1"/>
          </p:cNvSpPr>
          <p:nvPr>
            <p:ph type="ftr" sz="quarter" idx="11"/>
          </p:nvPr>
        </p:nvSpPr>
        <p:spPr>
          <a:xfrm>
            <a:off x="281515" y="6629401"/>
            <a:ext cx="5204885" cy="168275"/>
          </a:xfrm>
          <a:prstGeom prst="rect">
            <a:avLst/>
          </a:prstGeom>
        </p:spPr>
        <p:txBody>
          <a:bodyPr lIns="68589" tIns="34295" rIns="68589" bIns="34295"/>
          <a:lstStyle/>
          <a:p>
            <a:endParaRPr lang="en-US">
              <a:solidFill>
                <a:prstClr val="white"/>
              </a:solidFill>
              <a:latin typeface="Adobe Clean"/>
            </a:endParaRPr>
          </a:p>
        </p:txBody>
      </p:sp>
      <p:sp>
        <p:nvSpPr>
          <p:cNvPr id="6" name="Slide Number Placeholder 5"/>
          <p:cNvSpPr>
            <a:spLocks noGrp="1"/>
          </p:cNvSpPr>
          <p:nvPr>
            <p:ph type="sldNum" sz="quarter" idx="12"/>
          </p:nvPr>
        </p:nvSpPr>
        <p:spPr>
          <a:xfrm>
            <a:off x="5588001" y="6505705"/>
            <a:ext cx="1016000" cy="168275"/>
          </a:xfrm>
          <a:prstGeom prst="rect">
            <a:avLst/>
          </a:prstGeom>
        </p:spPr>
        <p:txBody>
          <a:bodyPr lIns="68589" tIns="34295" rIns="68589" bIns="34295"/>
          <a:lstStyle/>
          <a:p>
            <a:pPr algn="ctr"/>
            <a:fld id="{90156F56-D5AE-4C6F-B826-C69D1BC521BB}" type="slidenum">
              <a:rPr lang="en-US" smtClean="0">
                <a:solidFill>
                  <a:prstClr val="white"/>
                </a:solidFill>
                <a:latin typeface="Adobe Clean"/>
              </a:rPr>
              <a:pPr algn="ctr"/>
              <a:t>‹#›</a:t>
            </a:fld>
            <a:endParaRPr lang="en-US" dirty="0">
              <a:solidFill>
                <a:prstClr val="white"/>
              </a:solidFill>
              <a:latin typeface="Adobe Clean"/>
            </a:endParaRPr>
          </a:p>
        </p:txBody>
      </p:sp>
      <p:sp>
        <p:nvSpPr>
          <p:cNvPr id="10" name="Content Placeholder 2"/>
          <p:cNvSpPr>
            <a:spLocks noGrp="1"/>
          </p:cNvSpPr>
          <p:nvPr>
            <p:ph idx="1"/>
          </p:nvPr>
        </p:nvSpPr>
        <p:spPr>
          <a:xfrm>
            <a:off x="304801" y="990600"/>
            <a:ext cx="11582400" cy="5181600"/>
          </a:xfrm>
        </p:spPr>
        <p:txBody>
          <a:bodyPr/>
          <a:lstStyle>
            <a:lvl1pPr>
              <a:spcBef>
                <a:spcPts val="1200"/>
              </a:spcBef>
              <a:defRPr>
                <a:solidFill>
                  <a:schemeClr val="bg1"/>
                </a:solidFill>
              </a:defRPr>
            </a:lvl1pPr>
            <a:lvl2pPr>
              <a:spcBef>
                <a:spcPts val="1200"/>
              </a:spcBef>
              <a:defRPr>
                <a:solidFill>
                  <a:schemeClr val="bg1"/>
                </a:solidFill>
              </a:defRPr>
            </a:lvl2pPr>
            <a:lvl3pPr>
              <a:spcBef>
                <a:spcPts val="1200"/>
              </a:spcBef>
              <a:defRPr>
                <a:solidFill>
                  <a:schemeClr val="bg1"/>
                </a:solidFill>
              </a:defRPr>
            </a:lvl3pPr>
            <a:lvl4pPr>
              <a:spcBef>
                <a:spcPts val="1200"/>
              </a:spcBef>
              <a:defRPr>
                <a:solidFill>
                  <a:schemeClr val="bg1"/>
                </a:solidFill>
              </a:defRPr>
            </a:lvl4pPr>
            <a:lvl5pPr>
              <a:spcBef>
                <a:spcPts val="1200"/>
              </a:spcBef>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46876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Gray Content Area">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347668-7CB5-401B-A4E5-A798FE114AAD}" type="datetime1">
              <a:rPr lang="en-US" smtClean="0">
                <a:solidFill>
                  <a:prstClr val="white"/>
                </a:solidFill>
                <a:latin typeface="Adobe Clean"/>
              </a:rPr>
              <a:pPr/>
              <a:t>3/5/2026</a:t>
            </a:fld>
            <a:endParaRPr lang="en-US" dirty="0">
              <a:solidFill>
                <a:prstClr val="white"/>
              </a:solidFill>
              <a:latin typeface="Adobe Clean"/>
            </a:endParaRPr>
          </a:p>
        </p:txBody>
      </p:sp>
      <p:sp>
        <p:nvSpPr>
          <p:cNvPr id="5" name="Footer Placeholder 4"/>
          <p:cNvSpPr>
            <a:spLocks noGrp="1"/>
          </p:cNvSpPr>
          <p:nvPr>
            <p:ph type="ftr" sz="quarter" idx="11"/>
          </p:nvPr>
        </p:nvSpPr>
        <p:spPr/>
        <p:txBody>
          <a:bodyPr/>
          <a:lstStyle/>
          <a:p>
            <a:endParaRPr lang="en-US">
              <a:solidFill>
                <a:prstClr val="white"/>
              </a:solidFill>
              <a:latin typeface="Adobe Clean"/>
            </a:endParaRPr>
          </a:p>
        </p:txBody>
      </p:sp>
      <p:sp>
        <p:nvSpPr>
          <p:cNvPr id="6" name="Slide Number Placeholder 5"/>
          <p:cNvSpPr>
            <a:spLocks noGrp="1"/>
          </p:cNvSpPr>
          <p:nvPr>
            <p:ph type="sldNum" sz="quarter" idx="12"/>
          </p:nvPr>
        </p:nvSpPr>
        <p:spPr/>
        <p:txBody>
          <a:bodyPr/>
          <a:lstStyle/>
          <a:p>
            <a:pPr algn="ctr"/>
            <a:fld id="{90156F56-D5AE-4C6F-B826-C69D1BC521BB}" type="slidenum">
              <a:rPr lang="en-US" smtClean="0">
                <a:solidFill>
                  <a:prstClr val="white"/>
                </a:solidFill>
                <a:latin typeface="Adobe Clean"/>
              </a:rPr>
              <a:pPr algn="ctr"/>
              <a:t>‹#›</a:t>
            </a:fld>
            <a:endParaRPr lang="en-US" dirty="0">
              <a:solidFill>
                <a:prstClr val="white"/>
              </a:solidFill>
              <a:latin typeface="Adobe Clean"/>
            </a:endParaRPr>
          </a:p>
        </p:txBody>
      </p:sp>
      <p:sp>
        <p:nvSpPr>
          <p:cNvPr id="7" name="Rectangle 5"/>
          <p:cNvSpPr>
            <a:spLocks noChangeArrowheads="1"/>
          </p:cNvSpPr>
          <p:nvPr userDrawn="1"/>
        </p:nvSpPr>
        <p:spPr bwMode="auto">
          <a:xfrm>
            <a:off x="1" y="742951"/>
            <a:ext cx="12192000" cy="5699124"/>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08580" tIns="54259" rIns="108580" bIns="54259" anchor="ctr"/>
          <a:lstStyle/>
          <a:p>
            <a:pPr algn="ctr" fontAlgn="base">
              <a:spcBef>
                <a:spcPct val="0"/>
              </a:spcBef>
              <a:spcAft>
                <a:spcPct val="0"/>
              </a:spcAft>
            </a:pPr>
            <a:endParaRPr lang="en-US" sz="1800">
              <a:solidFill>
                <a:srgbClr val="FFFFFF"/>
              </a:solidFill>
              <a:latin typeface="Adobe Clean"/>
              <a:ea typeface="ＭＳ Ｐゴシック" pitchFamily="-111" charset="-128"/>
            </a:endParaRPr>
          </a:p>
        </p:txBody>
      </p:sp>
      <p:sp>
        <p:nvSpPr>
          <p:cNvPr id="8" name="Rectangle 7"/>
          <p:cNvSpPr>
            <a:spLocks noChangeArrowheads="1"/>
          </p:cNvSpPr>
          <p:nvPr userDrawn="1"/>
        </p:nvSpPr>
        <p:spPr bwMode="auto">
          <a:xfrm>
            <a:off x="2" y="78"/>
            <a:ext cx="12191997" cy="6443681"/>
          </a:xfrm>
          <a:prstGeom prst="rect">
            <a:avLst/>
          </a:prstGeom>
          <a:gradFill flip="none" rotWithShape="1">
            <a:gsLst>
              <a:gs pos="100000">
                <a:schemeClr val="tx1"/>
              </a:gs>
              <a:gs pos="0">
                <a:schemeClr val="tx1">
                  <a:lumMod val="75000"/>
                  <a:lumOff val="2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472" tIns="60743" rIns="121472" bIns="60743" anchor="ctr"/>
          <a:lstStyle/>
          <a:p>
            <a:pPr defTabSz="1214850">
              <a:buFont typeface="Wingdings" pitchFamily="2" charset="2"/>
              <a:buChar char="§"/>
            </a:pPr>
            <a:endParaRPr lang="en-US" sz="2400">
              <a:solidFill>
                <a:srgbClr val="FFFFFF"/>
              </a:solidFill>
              <a:latin typeface="Adobe Clean"/>
              <a:ea typeface="ＭＳ Ｐゴシック" pitchFamily="-111" charset="-128"/>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775584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Gray Content Area">
    <p:spTree>
      <p:nvGrpSpPr>
        <p:cNvPr id="1" name=""/>
        <p:cNvGrpSpPr/>
        <p:nvPr/>
      </p:nvGrpSpPr>
      <p:grpSpPr>
        <a:xfrm>
          <a:off x="0" y="0"/>
          <a:ext cx="0" cy="0"/>
          <a:chOff x="0" y="0"/>
          <a:chExt cx="0" cy="0"/>
        </a:xfrm>
      </p:grpSpPr>
      <p:sp>
        <p:nvSpPr>
          <p:cNvPr id="7" name="Rectangle 5"/>
          <p:cNvSpPr>
            <a:spLocks noChangeArrowheads="1"/>
          </p:cNvSpPr>
          <p:nvPr userDrawn="1"/>
        </p:nvSpPr>
        <p:spPr bwMode="auto">
          <a:xfrm>
            <a:off x="1" y="1"/>
            <a:ext cx="12192000" cy="6477000"/>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defTabSz="1218987" fontAlgn="base">
              <a:spcBef>
                <a:spcPct val="0"/>
              </a:spcBef>
              <a:spcAft>
                <a:spcPct val="0"/>
              </a:spcAft>
            </a:pPr>
            <a:endParaRPr lang="en-US" sz="2400" dirty="0">
              <a:solidFill>
                <a:srgbClr val="FFFFFF"/>
              </a:solidFill>
              <a:latin typeface="Adobe Clean Light"/>
              <a:ea typeface="ＭＳ Ｐゴシック" pitchFamily="-111" charset="-128"/>
            </a:endParaRP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lvl1pPr>
              <a:defRPr>
                <a:latin typeface="Adobe Clean Light"/>
              </a:defRPr>
            </a:lvl1pPr>
          </a:lstStyle>
          <a:p>
            <a:r>
              <a:rPr lang="en-US" dirty="0">
                <a:solidFill>
                  <a:prstClr val="white"/>
                </a:solidFill>
              </a:rPr>
              <a:t>Footer Text</a:t>
            </a:r>
          </a:p>
        </p:txBody>
      </p:sp>
      <p:pic>
        <p:nvPicPr>
          <p:cNvPr id="8" name="Picture 7" descr="dms-background.png"/>
          <p:cNvPicPr>
            <a:picLocks noChangeAspect="1"/>
          </p:cNvPicPr>
          <p:nvPr userDrawn="1"/>
        </p:nvPicPr>
        <p:blipFill>
          <a:blip r:embed="rId2">
            <a:alphaModFix amt="23000"/>
            <a:extLst>
              <a:ext uri="{28A0092B-C50C-407E-A947-70E740481C1C}">
                <a14:useLocalDpi xmlns:a14="http://schemas.microsoft.com/office/drawing/2010/main" val="0"/>
              </a:ext>
            </a:extLst>
          </a:blip>
          <a:stretch>
            <a:fillRect/>
          </a:stretch>
        </p:blipFill>
        <p:spPr>
          <a:xfrm>
            <a:off x="0" y="0"/>
            <a:ext cx="12195176" cy="6858000"/>
          </a:xfrm>
          <a:prstGeom prst="rect">
            <a:avLst/>
          </a:prstGeom>
        </p:spPr>
      </p:pic>
      <p:sp>
        <p:nvSpPr>
          <p:cNvPr id="6" name="Rectangle 5"/>
          <p:cNvSpPr/>
          <p:nvPr userDrawn="1"/>
        </p:nvSpPr>
        <p:spPr>
          <a:xfrm>
            <a:off x="-1" y="795400"/>
            <a:ext cx="12192000" cy="6062601"/>
          </a:xfrm>
          <a:prstGeom prst="rect">
            <a:avLst/>
          </a:prstGeom>
          <a:gradFill>
            <a:gsLst>
              <a:gs pos="28000">
                <a:srgbClr val="000000">
                  <a:alpha val="0"/>
                </a:srgbClr>
              </a:gs>
              <a:gs pos="100000">
                <a:srgbClr val="000000">
                  <a:alpha val="45000"/>
                </a:srgbClr>
              </a:gs>
            </a:gsLst>
            <a:lin ang="16200000" scaled="1"/>
          </a:gradFill>
          <a:ln>
            <a:noFill/>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dobe Clean Light"/>
            </a:endParaRPr>
          </a:p>
        </p:txBody>
      </p:sp>
    </p:spTree>
    <p:extLst>
      <p:ext uri="{BB962C8B-B14F-4D97-AF65-F5344CB8AC3E}">
        <p14:creationId xmlns:p14="http://schemas.microsoft.com/office/powerpoint/2010/main" val="278055702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Content Slide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6" y="312661"/>
            <a:ext cx="11494008" cy="646189"/>
          </a:xfr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p:spPr>
        <p:txBody>
          <a:bodyPr/>
          <a:lstStyle/>
          <a:p>
            <a:fld id="{8CB0EC54-4295-4C49-9904-62E624678780}" type="datetime1">
              <a:rPr lang="en-US" smtClean="0"/>
              <a:t>3/5/2026</a:t>
            </a:fld>
            <a:endParaRPr lang="en-US"/>
          </a:p>
        </p:txBody>
      </p:sp>
      <p:sp>
        <p:nvSpPr>
          <p:cNvPr id="4" name="Footer Placeholder 3">
            <a:extLst>
              <a:ext uri="{FF2B5EF4-FFF2-40B4-BE49-F238E27FC236}">
                <a16:creationId xmlns:a16="http://schemas.microsoft.com/office/drawing/2014/main" id="{9D5CF410-CCC2-8C42-B73A-A90343E151D4}"/>
              </a:ext>
            </a:extLst>
          </p:cNvPr>
          <p:cNvSpPr>
            <a:spLocks noGrp="1"/>
          </p:cNvSpPr>
          <p:nvPr>
            <p:ph type="ftr" sz="quarter" idx="11"/>
          </p:nvPr>
        </p:nvSpPr>
        <p:spPr/>
        <p:txBody>
          <a:bodyPr/>
          <a:lstStyle/>
          <a:p>
            <a:r>
              <a:rPr lang="en-US"/>
              <a:t>Footer Goes Here</a:t>
            </a:r>
          </a:p>
        </p:txBody>
      </p:sp>
      <p:sp>
        <p:nvSpPr>
          <p:cNvPr id="5" name="Slide Number Placeholder 4">
            <a:extLst>
              <a:ext uri="{FF2B5EF4-FFF2-40B4-BE49-F238E27FC236}">
                <a16:creationId xmlns:a16="http://schemas.microsoft.com/office/drawing/2014/main" id="{CC3CD366-50A2-F340-B9DD-C9E73E923836}"/>
              </a:ext>
            </a:extLst>
          </p:cNvPr>
          <p:cNvSpPr>
            <a:spLocks noGrp="1"/>
          </p:cNvSpPr>
          <p:nvPr>
            <p:ph type="sldNum" sz="quarter" idx="12"/>
          </p:nvPr>
        </p:nvSpPr>
        <p:spPr/>
        <p:txBody>
          <a:bodyPr/>
          <a:lstStyle/>
          <a:p>
            <a:fld id="{2D54ABF7-EC33-204F-A680-BCCE3CA2411A}" type="slidenum">
              <a:rPr lang="en-US" smtClean="0"/>
              <a:pPr/>
              <a:t>‹#›</a:t>
            </a:fld>
            <a:endParaRPr lang="en-US"/>
          </a:p>
        </p:txBody>
      </p:sp>
    </p:spTree>
    <p:extLst>
      <p:ext uri="{BB962C8B-B14F-4D97-AF65-F5344CB8AC3E}">
        <p14:creationId xmlns:p14="http://schemas.microsoft.com/office/powerpoint/2010/main" val="2662251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1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7B56F46-A6CE-664B-A333-C2ABA8BB0302}"/>
              </a:ext>
            </a:extLst>
          </p:cNvPr>
          <p:cNvSpPr>
            <a:spLocks noGrp="1"/>
          </p:cNvSpPr>
          <p:nvPr>
            <p:ph type="dt" sz="half" idx="2"/>
          </p:nvPr>
        </p:nvSpPr>
        <p:spPr>
          <a:xfrm>
            <a:off x="11559241" y="6921698"/>
            <a:ext cx="632759" cy="267660"/>
          </a:xfrm>
          <a:prstGeom prst="rect">
            <a:avLst/>
          </a:prstGeom>
        </p:spPr>
        <p:txBody>
          <a:bodyPr vert="horz" lIns="91440" tIns="45720" rIns="91440" bIns="45720" rtlCol="0" anchor="t"/>
          <a:lstStyle>
            <a:lvl1pPr algn="l">
              <a:defRPr sz="800" b="0" i="0">
                <a:solidFill>
                  <a:srgbClr val="6E6E6E"/>
                </a:solidFill>
                <a:latin typeface="Adobe Clean" panose="020B0503020404020204" pitchFamily="34" charset="0"/>
              </a:defRPr>
            </a:lvl1pPr>
          </a:lstStyle>
          <a:p>
            <a:fld id="{C13374DE-F523-4144-90A2-C47F06AF466D}" type="datetime1">
              <a:rPr lang="en-US" smtClean="0"/>
              <a:t>3/5/2026</a:t>
            </a:fld>
            <a:endParaRPr lang="en-US"/>
          </a:p>
        </p:txBody>
      </p:sp>
      <p:sp>
        <p:nvSpPr>
          <p:cNvPr id="3" name="Footer Placeholder 4">
            <a:extLst>
              <a:ext uri="{FF2B5EF4-FFF2-40B4-BE49-F238E27FC236}">
                <a16:creationId xmlns:a16="http://schemas.microsoft.com/office/drawing/2014/main" id="{EE3A79FF-5E5A-2542-8EE6-C0AC5DC24E80}"/>
              </a:ext>
            </a:extLst>
          </p:cNvPr>
          <p:cNvSpPr>
            <a:spLocks noGrp="1"/>
          </p:cNvSpPr>
          <p:nvPr>
            <p:ph type="ftr" sz="quarter" idx="3"/>
          </p:nvPr>
        </p:nvSpPr>
        <p:spPr>
          <a:xfrm>
            <a:off x="1344499" y="6560363"/>
            <a:ext cx="4348378" cy="267660"/>
          </a:xfrm>
          <a:prstGeom prst="rect">
            <a:avLst/>
          </a:prstGeom>
        </p:spPr>
        <p:txBody>
          <a:bodyPr vert="horz" lIns="91440" tIns="45720" rIns="91440" bIns="45720" rtlCol="0" anchor="t"/>
          <a:lstStyle>
            <a:lvl1pPr algn="l">
              <a:lnSpc>
                <a:spcPct val="100000"/>
              </a:lnSpc>
              <a:defRPr sz="800" b="0" i="0">
                <a:solidFill>
                  <a:srgbClr val="6E6E6E"/>
                </a:solidFill>
                <a:latin typeface="Adobe Clean" panose="020B0503020404020204" pitchFamily="34" charset="0"/>
              </a:defRPr>
            </a:lvl1pPr>
          </a:lstStyle>
          <a:p>
            <a:r>
              <a:rPr lang="en-US"/>
              <a:t>Footer Goes Here</a:t>
            </a:r>
          </a:p>
        </p:txBody>
      </p:sp>
      <p:sp>
        <p:nvSpPr>
          <p:cNvPr id="4" name="Slide Number Placeholder 5">
            <a:extLst>
              <a:ext uri="{FF2B5EF4-FFF2-40B4-BE49-F238E27FC236}">
                <a16:creationId xmlns:a16="http://schemas.microsoft.com/office/drawing/2014/main" id="{40984DC9-2E6F-4F4D-995A-3BDA04912AE7}"/>
              </a:ext>
            </a:extLst>
          </p:cNvPr>
          <p:cNvSpPr>
            <a:spLocks noGrp="1"/>
          </p:cNvSpPr>
          <p:nvPr>
            <p:ph type="sldNum" sz="quarter" idx="4"/>
          </p:nvPr>
        </p:nvSpPr>
        <p:spPr>
          <a:xfrm>
            <a:off x="5895407" y="6560363"/>
            <a:ext cx="401186" cy="267660"/>
          </a:xfrm>
          <a:prstGeom prst="rect">
            <a:avLst/>
          </a:prstGeom>
        </p:spPr>
        <p:txBody>
          <a:bodyPr vert="horz" lIns="91440" tIns="45720" rIns="91440" bIns="45720" rtlCol="0" anchor="t"/>
          <a:lstStyle>
            <a:lvl1pPr algn="ctr">
              <a:defRPr sz="800" b="0" i="0">
                <a:solidFill>
                  <a:schemeClr val="tx1">
                    <a:tint val="75000"/>
                  </a:schemeClr>
                </a:solidFill>
                <a:latin typeface="Adobe Clean" panose="020B0503020404020204" pitchFamily="34" charset="0"/>
              </a:defRPr>
            </a:lvl1pPr>
          </a:lstStyle>
          <a:p>
            <a:fld id="{2D54ABF7-EC33-204F-A680-BCCE3CA2411A}" type="slidenum">
              <a:rPr lang="en-US" smtClean="0"/>
              <a:pPr/>
              <a:t>‹#›</a:t>
            </a:fld>
            <a:endParaRPr lang="en-US"/>
          </a:p>
        </p:txBody>
      </p:sp>
      <p:sp>
        <p:nvSpPr>
          <p:cNvPr id="5" name="Title Placeholder 4">
            <a:extLst>
              <a:ext uri="{FF2B5EF4-FFF2-40B4-BE49-F238E27FC236}">
                <a16:creationId xmlns:a16="http://schemas.microsoft.com/office/drawing/2014/main" id="{353DCA3C-5094-B14F-B080-18DFB21FDCAA}"/>
              </a:ext>
            </a:extLst>
          </p:cNvPr>
          <p:cNvSpPr>
            <a:spLocks noGrp="1"/>
          </p:cNvSpPr>
          <p:nvPr>
            <p:ph type="title"/>
          </p:nvPr>
        </p:nvSpPr>
        <p:spPr>
          <a:xfrm>
            <a:off x="306050" y="312660"/>
            <a:ext cx="11494008" cy="647458"/>
          </a:xfrm>
          <a:prstGeom prst="rect">
            <a:avLst/>
          </a:prstGeom>
        </p:spPr>
        <p:txBody>
          <a:bodyPr vert="horz" lIns="45720" tIns="45720" rIns="45720" bIns="45720" rtlCol="0" anchor="t">
            <a:noAutofit/>
          </a:bodyPr>
          <a:lstStyle/>
          <a:p>
            <a:r>
              <a:rPr lang="en-US"/>
              <a:t>Click to edit Master title style</a:t>
            </a:r>
          </a:p>
        </p:txBody>
      </p:sp>
      <p:sp>
        <p:nvSpPr>
          <p:cNvPr id="13" name="Text Placeholder 2">
            <a:extLst>
              <a:ext uri="{FF2B5EF4-FFF2-40B4-BE49-F238E27FC236}">
                <a16:creationId xmlns:a16="http://schemas.microsoft.com/office/drawing/2014/main" id="{B4EB161B-A0C5-1C48-A3B3-3D947E982DA8}"/>
              </a:ext>
            </a:extLst>
          </p:cNvPr>
          <p:cNvSpPr>
            <a:spLocks noGrp="1"/>
          </p:cNvSpPr>
          <p:nvPr>
            <p:ph type="body" idx="1"/>
          </p:nvPr>
        </p:nvSpPr>
        <p:spPr>
          <a:xfrm>
            <a:off x="292612" y="1401699"/>
            <a:ext cx="11518083" cy="4632976"/>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1DD2B9E-6BA2-414A-A3E6-165875CDED83}"/>
              </a:ext>
            </a:extLst>
          </p:cNvPr>
          <p:cNvPicPr>
            <a:picLocks noChangeAspect="1"/>
          </p:cNvPicPr>
          <p:nvPr userDrawn="1"/>
        </p:nvPicPr>
        <p:blipFill>
          <a:blip r:embed="rId22"/>
          <a:stretch>
            <a:fillRect/>
          </a:stretch>
        </p:blipFill>
        <p:spPr>
          <a:xfrm>
            <a:off x="378923" y="6578695"/>
            <a:ext cx="566078" cy="147131"/>
          </a:xfrm>
          <a:prstGeom prst="rect">
            <a:avLst/>
          </a:prstGeom>
        </p:spPr>
      </p:pic>
      <p:sp>
        <p:nvSpPr>
          <p:cNvPr id="10" name="Date Placeholder 3">
            <a:extLst>
              <a:ext uri="{FF2B5EF4-FFF2-40B4-BE49-F238E27FC236}">
                <a16:creationId xmlns:a16="http://schemas.microsoft.com/office/drawing/2014/main" id="{A3C8BD2E-F820-48C1-9E0B-681BB0E8517D}"/>
              </a:ext>
            </a:extLst>
          </p:cNvPr>
          <p:cNvSpPr txBox="1">
            <a:spLocks/>
          </p:cNvSpPr>
          <p:nvPr userDrawn="1"/>
        </p:nvSpPr>
        <p:spPr>
          <a:xfrm>
            <a:off x="9302847" y="6560363"/>
            <a:ext cx="2599605" cy="274324"/>
          </a:xfrm>
          <a:prstGeom prst="rect">
            <a:avLst/>
          </a:prstGeom>
        </p:spPr>
        <p:txBody>
          <a:bodyPr/>
          <a:lstStyle>
            <a:defPPr>
              <a:defRPr lang="en-US"/>
            </a:defPPr>
            <a:lvl1pPr marL="0" algn="l" defTabSz="914400" rtl="0" eaLnBrk="1" latinLnBrk="0" hangingPunct="1">
              <a:defRPr sz="1400" kern="1200" baseline="0">
                <a:solidFill>
                  <a:srgbClr val="CFCFCE"/>
                </a:solidFill>
                <a:latin typeface="Adobe Clean ExtraBold" panose="020B05030204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aseline="0">
                <a:solidFill>
                  <a:srgbClr val="6E6E6E"/>
                </a:solidFill>
                <a:latin typeface="Adobe Clean" panose="020B0503020404020204" pitchFamily="34" charset="0"/>
              </a:rPr>
              <a:t>©2022 Adobe. All Rights Reserved. Adobe Confidential.</a:t>
            </a:r>
          </a:p>
        </p:txBody>
      </p:sp>
    </p:spTree>
    <p:extLst>
      <p:ext uri="{BB962C8B-B14F-4D97-AF65-F5344CB8AC3E}">
        <p14:creationId xmlns:p14="http://schemas.microsoft.com/office/powerpoint/2010/main" val="690946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705" r:id="rId20"/>
  </p:sldLayoutIdLst>
  <p:hf sldNum="0" hdr="0" ftr="0" dt="0"/>
  <p:txStyles>
    <p:titleStyle>
      <a:lvl1pPr algn="l" defTabSz="914400" rtl="0" eaLnBrk="1" latinLnBrk="0" hangingPunct="1">
        <a:lnSpc>
          <a:spcPct val="90000"/>
        </a:lnSpc>
        <a:spcBef>
          <a:spcPct val="0"/>
        </a:spcBef>
        <a:buNone/>
        <a:defRPr sz="2800" b="0" i="0" u="none" kern="1200">
          <a:solidFill>
            <a:srgbClr val="FA0F00"/>
          </a:solidFill>
          <a:latin typeface="Adobe Clean ExtraBold" panose="020B0503020404020204" pitchFamily="34" charset="0"/>
          <a:ea typeface="+mj-ea"/>
          <a:cs typeface="+mj-cs"/>
        </a:defRPr>
      </a:lvl1pPr>
    </p:titleStyle>
    <p:bodyStyle>
      <a:lvl1pPr marL="228600" indent="-228600" algn="l" defTabSz="914400" rtl="0" eaLnBrk="1" latinLnBrk="0" hangingPunct="1">
        <a:lnSpc>
          <a:spcPct val="100000"/>
        </a:lnSpc>
        <a:spcBef>
          <a:spcPts val="1800"/>
        </a:spcBef>
        <a:buSzPct val="70000"/>
        <a:buFont typeface="Arial" panose="020B0604020202020204" pitchFamily="34" charset="0"/>
        <a:buChar char="•"/>
        <a:defRPr sz="2200" b="0" i="0" kern="1200">
          <a:solidFill>
            <a:schemeClr val="tx1"/>
          </a:solidFill>
          <a:latin typeface="Adobe Clean SemiLight" panose="020B0403020404020204" pitchFamily="34" charset="0"/>
          <a:ea typeface="+mn-ea"/>
          <a:cs typeface="+mn-cs"/>
        </a:defRPr>
      </a:lvl1pPr>
      <a:lvl2pPr marL="685800" indent="-228600" algn="l" defTabSz="914400" rtl="0" eaLnBrk="1" latinLnBrk="0" hangingPunct="1">
        <a:lnSpc>
          <a:spcPct val="100000"/>
        </a:lnSpc>
        <a:spcBef>
          <a:spcPts val="1800"/>
        </a:spcBef>
        <a:buSzPct val="70000"/>
        <a:buFont typeface="Arial" panose="020B0604020202020204" pitchFamily="34" charset="0"/>
        <a:buChar char="•"/>
        <a:defRPr sz="2000" b="0" i="0" kern="1200">
          <a:solidFill>
            <a:schemeClr val="tx1"/>
          </a:solidFill>
          <a:latin typeface="Adobe Clean SemiLight" panose="020B0403020404020204" pitchFamily="34" charset="0"/>
          <a:ea typeface="+mn-ea"/>
          <a:cs typeface="+mn-cs"/>
        </a:defRPr>
      </a:lvl2pPr>
      <a:lvl3pPr marL="1143000" indent="-228600" algn="l" defTabSz="914400" rtl="0" eaLnBrk="1" latinLnBrk="0" hangingPunct="1">
        <a:lnSpc>
          <a:spcPct val="100000"/>
        </a:lnSpc>
        <a:spcBef>
          <a:spcPts val="1800"/>
        </a:spcBef>
        <a:buSzPct val="70000"/>
        <a:buFont typeface="Arial" panose="020B0604020202020204" pitchFamily="34" charset="0"/>
        <a:buChar char="•"/>
        <a:defRPr sz="1800" b="0" i="0" kern="1200">
          <a:solidFill>
            <a:schemeClr val="tx1"/>
          </a:solidFill>
          <a:latin typeface="Adobe Clean SemiLight" panose="020B0403020404020204" pitchFamily="34" charset="0"/>
          <a:ea typeface="+mn-ea"/>
          <a:cs typeface="+mn-cs"/>
        </a:defRPr>
      </a:lvl3pPr>
      <a:lvl4pPr marL="1600200" indent="-228600" algn="l" defTabSz="914400" rtl="0" eaLnBrk="1" latinLnBrk="0" hangingPunct="1">
        <a:lnSpc>
          <a:spcPct val="100000"/>
        </a:lnSpc>
        <a:spcBef>
          <a:spcPts val="1800"/>
        </a:spcBef>
        <a:buSzPct val="70000"/>
        <a:buFont typeface="Arial" panose="020B0604020202020204" pitchFamily="34" charset="0"/>
        <a:buChar char="•"/>
        <a:defRPr sz="1600" b="0" i="0" kern="1200">
          <a:solidFill>
            <a:schemeClr val="tx1"/>
          </a:solidFill>
          <a:latin typeface="Adobe Clean SemiLight" panose="020B0403020404020204" pitchFamily="34" charset="0"/>
          <a:ea typeface="+mn-ea"/>
          <a:cs typeface="+mn-cs"/>
        </a:defRPr>
      </a:lvl4pPr>
      <a:lvl5pPr marL="2057400" indent="-228600" algn="l" defTabSz="914400" rtl="0" eaLnBrk="1" latinLnBrk="0" hangingPunct="1">
        <a:lnSpc>
          <a:spcPct val="100000"/>
        </a:lnSpc>
        <a:spcBef>
          <a:spcPts val="1800"/>
        </a:spcBef>
        <a:buSzPct val="70000"/>
        <a:buFont typeface="Arial" panose="020B0604020202020204" pitchFamily="34" charset="0"/>
        <a:buChar char="•"/>
        <a:defRPr sz="1400" b="0" i="0" kern="1200">
          <a:solidFill>
            <a:schemeClr val="tx1"/>
          </a:solidFill>
          <a:latin typeface="Adobe Clean SemiLight" panose="020B040302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04">
          <p15:clr>
            <a:srgbClr val="F26B43"/>
          </p15:clr>
        </p15:guide>
        <p15:guide id="2" orient="horz" pos="4055">
          <p15:clr>
            <a:srgbClr val="F26B43"/>
          </p15:clr>
        </p15:guide>
        <p15:guide id="3"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7B56F46-A6CE-664B-A333-C2ABA8BB0302}"/>
              </a:ext>
            </a:extLst>
          </p:cNvPr>
          <p:cNvSpPr>
            <a:spLocks noGrp="1"/>
          </p:cNvSpPr>
          <p:nvPr>
            <p:ph type="dt" sz="half" idx="2"/>
          </p:nvPr>
        </p:nvSpPr>
        <p:spPr>
          <a:xfrm>
            <a:off x="11559241" y="6921698"/>
            <a:ext cx="632759" cy="267660"/>
          </a:xfrm>
          <a:prstGeom prst="rect">
            <a:avLst/>
          </a:prstGeom>
        </p:spPr>
        <p:txBody>
          <a:bodyPr vert="horz" lIns="91440" tIns="45720" rIns="91440" bIns="45720" rtlCol="0" anchor="t"/>
          <a:lstStyle>
            <a:lvl1pPr algn="l">
              <a:defRPr sz="800" b="0" i="0">
                <a:solidFill>
                  <a:srgbClr val="6E6E6E"/>
                </a:solidFill>
                <a:latin typeface="Adobe Clean" panose="020B0503020404020204" pitchFamily="34" charset="0"/>
              </a:defRPr>
            </a:lvl1pPr>
          </a:lstStyle>
          <a:p>
            <a:fld id="{C13374DE-F523-4144-90A2-C47F06AF466D}" type="datetime1">
              <a:rPr lang="en-US" smtClean="0"/>
              <a:t>3/5/2026</a:t>
            </a:fld>
            <a:endParaRPr lang="en-US" dirty="0"/>
          </a:p>
        </p:txBody>
      </p:sp>
      <p:sp>
        <p:nvSpPr>
          <p:cNvPr id="3" name="Footer Placeholder 4">
            <a:extLst>
              <a:ext uri="{FF2B5EF4-FFF2-40B4-BE49-F238E27FC236}">
                <a16:creationId xmlns:a16="http://schemas.microsoft.com/office/drawing/2014/main" id="{EE3A79FF-5E5A-2542-8EE6-C0AC5DC24E80}"/>
              </a:ext>
            </a:extLst>
          </p:cNvPr>
          <p:cNvSpPr>
            <a:spLocks noGrp="1"/>
          </p:cNvSpPr>
          <p:nvPr>
            <p:ph type="ftr" sz="quarter" idx="3"/>
          </p:nvPr>
        </p:nvSpPr>
        <p:spPr>
          <a:xfrm>
            <a:off x="1344499" y="6560363"/>
            <a:ext cx="4348378" cy="267660"/>
          </a:xfrm>
          <a:prstGeom prst="rect">
            <a:avLst/>
          </a:prstGeom>
        </p:spPr>
        <p:txBody>
          <a:bodyPr vert="horz" lIns="91440" tIns="45720" rIns="91440" bIns="45720" rtlCol="0" anchor="t"/>
          <a:lstStyle>
            <a:lvl1pPr algn="l">
              <a:lnSpc>
                <a:spcPct val="100000"/>
              </a:lnSpc>
              <a:defRPr sz="800" b="0" i="0">
                <a:solidFill>
                  <a:srgbClr val="6E6E6E"/>
                </a:solidFill>
                <a:latin typeface="Adobe Clean" panose="020B0503020404020204" pitchFamily="34" charset="0"/>
              </a:defRPr>
            </a:lvl1pPr>
          </a:lstStyle>
          <a:p>
            <a:r>
              <a:rPr lang="en-US"/>
              <a:t>Footer Goes Here</a:t>
            </a:r>
            <a:endParaRPr lang="en-US" dirty="0"/>
          </a:p>
        </p:txBody>
      </p:sp>
      <p:sp>
        <p:nvSpPr>
          <p:cNvPr id="4" name="Slide Number Placeholder 5">
            <a:extLst>
              <a:ext uri="{FF2B5EF4-FFF2-40B4-BE49-F238E27FC236}">
                <a16:creationId xmlns:a16="http://schemas.microsoft.com/office/drawing/2014/main" id="{40984DC9-2E6F-4F4D-995A-3BDA04912AE7}"/>
              </a:ext>
            </a:extLst>
          </p:cNvPr>
          <p:cNvSpPr>
            <a:spLocks noGrp="1"/>
          </p:cNvSpPr>
          <p:nvPr>
            <p:ph type="sldNum" sz="quarter" idx="4"/>
          </p:nvPr>
        </p:nvSpPr>
        <p:spPr>
          <a:xfrm>
            <a:off x="5895407" y="6560363"/>
            <a:ext cx="401186" cy="267660"/>
          </a:xfrm>
          <a:prstGeom prst="rect">
            <a:avLst/>
          </a:prstGeom>
        </p:spPr>
        <p:txBody>
          <a:bodyPr vert="horz" lIns="91440" tIns="45720" rIns="91440" bIns="45720" rtlCol="0" anchor="t"/>
          <a:lstStyle>
            <a:lvl1pPr algn="ctr">
              <a:defRPr sz="800" b="0" i="0">
                <a:solidFill>
                  <a:schemeClr val="tx1">
                    <a:tint val="75000"/>
                  </a:schemeClr>
                </a:solidFill>
                <a:latin typeface="Adobe Clean" panose="020B0503020404020204" pitchFamily="34" charset="0"/>
              </a:defRPr>
            </a:lvl1pPr>
          </a:lstStyle>
          <a:p>
            <a:fld id="{2D54ABF7-EC33-204F-A680-BCCE3CA2411A}" type="slidenum">
              <a:rPr lang="en-US" smtClean="0"/>
              <a:pPr/>
              <a:t>‹#›</a:t>
            </a:fld>
            <a:endParaRPr lang="en-US" dirty="0"/>
          </a:p>
        </p:txBody>
      </p:sp>
      <p:sp>
        <p:nvSpPr>
          <p:cNvPr id="5" name="Title Placeholder 4">
            <a:extLst>
              <a:ext uri="{FF2B5EF4-FFF2-40B4-BE49-F238E27FC236}">
                <a16:creationId xmlns:a16="http://schemas.microsoft.com/office/drawing/2014/main" id="{353DCA3C-5094-B14F-B080-18DFB21FDCAA}"/>
              </a:ext>
            </a:extLst>
          </p:cNvPr>
          <p:cNvSpPr>
            <a:spLocks noGrp="1"/>
          </p:cNvSpPr>
          <p:nvPr>
            <p:ph type="title"/>
          </p:nvPr>
        </p:nvSpPr>
        <p:spPr>
          <a:xfrm>
            <a:off x="306050" y="312660"/>
            <a:ext cx="11494008" cy="647458"/>
          </a:xfrm>
          <a:prstGeom prst="rect">
            <a:avLst/>
          </a:prstGeom>
        </p:spPr>
        <p:txBody>
          <a:bodyPr vert="horz" lIns="45720" tIns="45720" rIns="45720" bIns="45720" rtlCol="0" anchor="t">
            <a:noAutofit/>
          </a:bodyPr>
          <a:lstStyle/>
          <a:p>
            <a:r>
              <a:rPr lang="en-US" dirty="0"/>
              <a:t>Click to edit Master title style</a:t>
            </a:r>
          </a:p>
        </p:txBody>
      </p:sp>
      <p:sp>
        <p:nvSpPr>
          <p:cNvPr id="13" name="Text Placeholder 2">
            <a:extLst>
              <a:ext uri="{FF2B5EF4-FFF2-40B4-BE49-F238E27FC236}">
                <a16:creationId xmlns:a16="http://schemas.microsoft.com/office/drawing/2014/main" id="{B4EB161B-A0C5-1C48-A3B3-3D947E982DA8}"/>
              </a:ext>
            </a:extLst>
          </p:cNvPr>
          <p:cNvSpPr>
            <a:spLocks noGrp="1"/>
          </p:cNvSpPr>
          <p:nvPr>
            <p:ph type="body" idx="1"/>
          </p:nvPr>
        </p:nvSpPr>
        <p:spPr>
          <a:xfrm>
            <a:off x="292612" y="1401699"/>
            <a:ext cx="11518083" cy="4632976"/>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a:extLst>
              <a:ext uri="{FF2B5EF4-FFF2-40B4-BE49-F238E27FC236}">
                <a16:creationId xmlns:a16="http://schemas.microsoft.com/office/drawing/2014/main" id="{21DD2B9E-6BA2-414A-A3E6-165875CDED83}"/>
              </a:ext>
            </a:extLst>
          </p:cNvPr>
          <p:cNvPicPr>
            <a:picLocks noChangeAspect="1"/>
          </p:cNvPicPr>
          <p:nvPr userDrawn="1"/>
        </p:nvPicPr>
        <p:blipFill>
          <a:blip r:embed="rId14"/>
          <a:stretch>
            <a:fillRect/>
          </a:stretch>
        </p:blipFill>
        <p:spPr>
          <a:xfrm>
            <a:off x="378923" y="6578695"/>
            <a:ext cx="566078" cy="147131"/>
          </a:xfrm>
          <a:prstGeom prst="rect">
            <a:avLst/>
          </a:prstGeom>
        </p:spPr>
      </p:pic>
      <p:sp>
        <p:nvSpPr>
          <p:cNvPr id="10" name="Date Placeholder 3">
            <a:extLst>
              <a:ext uri="{FF2B5EF4-FFF2-40B4-BE49-F238E27FC236}">
                <a16:creationId xmlns:a16="http://schemas.microsoft.com/office/drawing/2014/main" id="{A3C8BD2E-F820-48C1-9E0B-681BB0E8517D}"/>
              </a:ext>
            </a:extLst>
          </p:cNvPr>
          <p:cNvSpPr txBox="1">
            <a:spLocks/>
          </p:cNvSpPr>
          <p:nvPr userDrawn="1"/>
        </p:nvSpPr>
        <p:spPr>
          <a:xfrm>
            <a:off x="9302847" y="6560363"/>
            <a:ext cx="2599605" cy="274324"/>
          </a:xfrm>
          <a:prstGeom prst="rect">
            <a:avLst/>
          </a:prstGeom>
        </p:spPr>
        <p:txBody>
          <a:bodyPr/>
          <a:lstStyle>
            <a:defPPr>
              <a:defRPr lang="en-US"/>
            </a:defPPr>
            <a:lvl1pPr marL="0" algn="l" defTabSz="914400" rtl="0" eaLnBrk="1" latinLnBrk="0" hangingPunct="1">
              <a:defRPr sz="1400" kern="1200" baseline="0">
                <a:solidFill>
                  <a:srgbClr val="CFCFCE"/>
                </a:solidFill>
                <a:latin typeface="Adobe Clean ExtraBold" panose="020B05030204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baseline="0" dirty="0">
                <a:solidFill>
                  <a:srgbClr val="6E6E6E"/>
                </a:solidFill>
                <a:latin typeface="Adobe Clean" panose="020B0503020404020204" pitchFamily="34" charset="0"/>
              </a:rPr>
              <a:t>©2020 Adobe. All Rights Reserved. Adobe Confidential.</a:t>
            </a:r>
          </a:p>
        </p:txBody>
      </p:sp>
    </p:spTree>
    <p:extLst>
      <p:ext uri="{BB962C8B-B14F-4D97-AF65-F5344CB8AC3E}">
        <p14:creationId xmlns:p14="http://schemas.microsoft.com/office/powerpoint/2010/main" val="351259053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hf sldNum="0" hdr="0" ftr="0" dt="0"/>
  <p:txStyles>
    <p:titleStyle>
      <a:lvl1pPr algn="l" defTabSz="914400" rtl="0" eaLnBrk="1" latinLnBrk="0" hangingPunct="1">
        <a:lnSpc>
          <a:spcPct val="90000"/>
        </a:lnSpc>
        <a:spcBef>
          <a:spcPct val="0"/>
        </a:spcBef>
        <a:buNone/>
        <a:defRPr sz="2800" b="0" i="0" kern="1200">
          <a:solidFill>
            <a:srgbClr val="FA0F00"/>
          </a:solidFill>
          <a:latin typeface="Adobe Clean ExtraBold" panose="020B0503020404020204" pitchFamily="34" charset="0"/>
          <a:ea typeface="+mj-ea"/>
          <a:cs typeface="+mj-cs"/>
        </a:defRPr>
      </a:lvl1pPr>
    </p:titleStyle>
    <p:bodyStyle>
      <a:lvl1pPr marL="228600" indent="-228600" algn="l" defTabSz="914400" rtl="0" eaLnBrk="1" latinLnBrk="0" hangingPunct="1">
        <a:lnSpc>
          <a:spcPct val="100000"/>
        </a:lnSpc>
        <a:spcBef>
          <a:spcPts val="1800"/>
        </a:spcBef>
        <a:buSzPct val="70000"/>
        <a:buFont typeface="Arial" panose="020B0604020202020204" pitchFamily="34" charset="0"/>
        <a:buChar char="•"/>
        <a:defRPr sz="2200" b="0" i="0" kern="1200">
          <a:solidFill>
            <a:schemeClr val="tx1"/>
          </a:solidFill>
          <a:latin typeface="Adobe Clean SemiLight" panose="020B0403020404020204" pitchFamily="34" charset="0"/>
          <a:ea typeface="+mn-ea"/>
          <a:cs typeface="+mn-cs"/>
        </a:defRPr>
      </a:lvl1pPr>
      <a:lvl2pPr marL="685800" indent="-228600" algn="l" defTabSz="914400" rtl="0" eaLnBrk="1" latinLnBrk="0" hangingPunct="1">
        <a:lnSpc>
          <a:spcPct val="100000"/>
        </a:lnSpc>
        <a:spcBef>
          <a:spcPts val="1800"/>
        </a:spcBef>
        <a:buSzPct val="70000"/>
        <a:buFont typeface="Arial" panose="020B0604020202020204" pitchFamily="34" charset="0"/>
        <a:buChar char="•"/>
        <a:defRPr sz="2000" b="0" i="0" kern="1200">
          <a:solidFill>
            <a:schemeClr val="tx1"/>
          </a:solidFill>
          <a:latin typeface="Adobe Clean SemiLight" panose="020B0403020404020204" pitchFamily="34" charset="0"/>
          <a:ea typeface="+mn-ea"/>
          <a:cs typeface="+mn-cs"/>
        </a:defRPr>
      </a:lvl2pPr>
      <a:lvl3pPr marL="1143000" indent="-228600" algn="l" defTabSz="914400" rtl="0" eaLnBrk="1" latinLnBrk="0" hangingPunct="1">
        <a:lnSpc>
          <a:spcPct val="100000"/>
        </a:lnSpc>
        <a:spcBef>
          <a:spcPts val="1800"/>
        </a:spcBef>
        <a:buSzPct val="70000"/>
        <a:buFont typeface="Arial" panose="020B0604020202020204" pitchFamily="34" charset="0"/>
        <a:buChar char="•"/>
        <a:defRPr sz="1800" b="0" i="0" kern="1200">
          <a:solidFill>
            <a:schemeClr val="tx1"/>
          </a:solidFill>
          <a:latin typeface="Adobe Clean SemiLight" panose="020B0403020404020204" pitchFamily="34" charset="0"/>
          <a:ea typeface="+mn-ea"/>
          <a:cs typeface="+mn-cs"/>
        </a:defRPr>
      </a:lvl3pPr>
      <a:lvl4pPr marL="1600200" indent="-228600" algn="l" defTabSz="914400" rtl="0" eaLnBrk="1" latinLnBrk="0" hangingPunct="1">
        <a:lnSpc>
          <a:spcPct val="100000"/>
        </a:lnSpc>
        <a:spcBef>
          <a:spcPts val="1800"/>
        </a:spcBef>
        <a:buSzPct val="70000"/>
        <a:buFont typeface="Arial" panose="020B0604020202020204" pitchFamily="34" charset="0"/>
        <a:buChar char="•"/>
        <a:defRPr sz="1600" b="0" i="0" kern="1200">
          <a:solidFill>
            <a:schemeClr val="tx1"/>
          </a:solidFill>
          <a:latin typeface="Adobe Clean SemiLight" panose="020B0403020404020204" pitchFamily="34" charset="0"/>
          <a:ea typeface="+mn-ea"/>
          <a:cs typeface="+mn-cs"/>
        </a:defRPr>
      </a:lvl4pPr>
      <a:lvl5pPr marL="2057400" indent="-228600" algn="l" defTabSz="914400" rtl="0" eaLnBrk="1" latinLnBrk="0" hangingPunct="1">
        <a:lnSpc>
          <a:spcPct val="100000"/>
        </a:lnSpc>
        <a:spcBef>
          <a:spcPts val="1800"/>
        </a:spcBef>
        <a:buSzPct val="70000"/>
        <a:buFont typeface="Arial" panose="020B0604020202020204" pitchFamily="34" charset="0"/>
        <a:buChar char="•"/>
        <a:defRPr sz="1400" b="0" i="0" kern="1200">
          <a:solidFill>
            <a:schemeClr val="tx1"/>
          </a:solidFill>
          <a:latin typeface="Adobe Clean SemiLight" panose="020B040302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04">
          <p15:clr>
            <a:srgbClr val="F26B43"/>
          </p15:clr>
        </p15:guide>
        <p15:guide id="2" orient="horz" pos="4055">
          <p15:clr>
            <a:srgbClr val="F26B43"/>
          </p15:clr>
        </p15:guide>
        <p15:guide id="3"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bwMode="auto">
          <a:xfrm>
            <a:off x="1" y="6442077"/>
            <a:ext cx="12192000" cy="415925"/>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a:endParaRPr lang="en-US" sz="1800" dirty="0">
              <a:solidFill>
                <a:srgbClr val="FFFFFF"/>
              </a:solidFill>
              <a:ea typeface="ＭＳ Ｐゴシック" pitchFamily="-111" charset="-128"/>
            </a:endParaRPr>
          </a:p>
        </p:txBody>
      </p:sp>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11713992" y="6532259"/>
            <a:ext cx="180504" cy="248253"/>
          </a:xfrm>
          <a:prstGeom prst="rect">
            <a:avLst/>
          </a:prstGeom>
        </p:spPr>
      </p:pic>
      <p:sp>
        <p:nvSpPr>
          <p:cNvPr id="7" name="Rectangle 5"/>
          <p:cNvSpPr>
            <a:spLocks noChangeArrowheads="1"/>
          </p:cNvSpPr>
          <p:nvPr userDrawn="1"/>
        </p:nvSpPr>
        <p:spPr bwMode="auto">
          <a:xfrm>
            <a:off x="1" y="2"/>
            <a:ext cx="12192000" cy="779463"/>
          </a:xfrm>
          <a:prstGeom prst="rect">
            <a:avLst/>
          </a:prstGeom>
          <a:solidFill>
            <a:srgbClr val="37434D"/>
          </a:solidFill>
          <a:ln>
            <a:noFill/>
          </a:ln>
        </p:spPr>
        <p:style>
          <a:lnRef idx="2">
            <a:schemeClr val="accent1">
              <a:shade val="50000"/>
            </a:schemeClr>
          </a:lnRef>
          <a:fillRef idx="1">
            <a:schemeClr val="accent1"/>
          </a:fillRef>
          <a:effectRef idx="0">
            <a:schemeClr val="accent1"/>
          </a:effectRef>
          <a:fontRef idx="minor">
            <a:schemeClr val="lt1"/>
          </a:fontRef>
        </p:style>
        <p:txBody>
          <a:bodyPr lIns="108829" tIns="54414" rIns="108829" bIns="54414" anchor="ctr"/>
          <a:lstStyle/>
          <a:p>
            <a:pPr algn="ctr" rtl="0" fontAlgn="base">
              <a:spcBef>
                <a:spcPct val="0"/>
              </a:spcBef>
              <a:spcAft>
                <a:spcPct val="0"/>
              </a:spcAft>
            </a:pPr>
            <a:endParaRPr lang="en-US" sz="1800" kern="1200" dirty="0">
              <a:solidFill>
                <a:srgbClr val="FFFFFF"/>
              </a:solidFill>
              <a:latin typeface="+mn-lt"/>
              <a:ea typeface="ＭＳ Ｐゴシック" pitchFamily="-111" charset="-128"/>
              <a:cs typeface="+mn-cs"/>
            </a:endParaRPr>
          </a:p>
        </p:txBody>
      </p:sp>
      <p:sp>
        <p:nvSpPr>
          <p:cNvPr id="9" name="Rectangle 21"/>
          <p:cNvSpPr>
            <a:spLocks noChangeArrowheads="1"/>
          </p:cNvSpPr>
          <p:nvPr userDrawn="1"/>
        </p:nvSpPr>
        <p:spPr bwMode="auto">
          <a:xfrm>
            <a:off x="304800" y="6487239"/>
            <a:ext cx="5183029" cy="107722"/>
          </a:xfrm>
          <a:prstGeom prst="rect">
            <a:avLst/>
          </a:prstGeom>
          <a:noFill/>
          <a:ln w="9525">
            <a:noFill/>
            <a:miter lim="800000"/>
            <a:headEnd/>
            <a:tailEnd/>
          </a:ln>
        </p:spPr>
        <p:txBody>
          <a:bodyPr wrap="square" lIns="0" tIns="0" rIns="0" bIns="0" anchor="b">
            <a:spAutoFit/>
          </a:bodyPr>
          <a:lstStyle/>
          <a:p>
            <a:r>
              <a:rPr lang="en-US" sz="700" dirty="0">
                <a:solidFill>
                  <a:srgbClr val="FFFFFF"/>
                </a:solidFill>
                <a:latin typeface="Adobe Clean" pitchFamily="-111" charset="0"/>
              </a:rPr>
              <a:t>© 2014 Adobe Systems Incorporated.  All Rights Reserved.  Adobe Confidential.</a:t>
            </a:r>
          </a:p>
        </p:txBody>
      </p:sp>
      <p:sp>
        <p:nvSpPr>
          <p:cNvPr id="2" name="Title Placeholder 1"/>
          <p:cNvSpPr>
            <a:spLocks noGrp="1"/>
          </p:cNvSpPr>
          <p:nvPr>
            <p:ph type="title"/>
          </p:nvPr>
        </p:nvSpPr>
        <p:spPr>
          <a:xfrm>
            <a:off x="304801" y="184150"/>
            <a:ext cx="11582400" cy="411162"/>
          </a:xfrm>
          <a:prstGeom prst="rect">
            <a:avLst/>
          </a:prstGeom>
        </p:spPr>
        <p:txBody>
          <a:bodyPr vert="horz" lIns="108829" tIns="54414" rIns="108829" bIns="54414" rtlCol="0" anchor="ctr">
            <a:noAutofit/>
          </a:bodyPr>
          <a:lstStyle/>
          <a:p>
            <a:r>
              <a:rPr lang="en-US" dirty="0"/>
              <a:t>Click to edit Master title style</a:t>
            </a:r>
          </a:p>
        </p:txBody>
      </p:sp>
      <p:sp>
        <p:nvSpPr>
          <p:cNvPr id="3" name="Text Placeholder 2"/>
          <p:cNvSpPr>
            <a:spLocks noGrp="1"/>
          </p:cNvSpPr>
          <p:nvPr>
            <p:ph type="body" idx="1"/>
          </p:nvPr>
        </p:nvSpPr>
        <p:spPr>
          <a:xfrm>
            <a:off x="304801" y="990600"/>
            <a:ext cx="11582400" cy="5181600"/>
          </a:xfrm>
          <a:prstGeom prst="rect">
            <a:avLst/>
          </a:prstGeom>
        </p:spPr>
        <p:txBody>
          <a:bodyPr vert="horz" lIns="108829" tIns="54414" rIns="108829" bIns="5441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588001" y="6629400"/>
            <a:ext cx="1016000" cy="168274"/>
          </a:xfrm>
          <a:prstGeom prst="rect">
            <a:avLst/>
          </a:prstGeom>
        </p:spPr>
        <p:txBody>
          <a:bodyPr vert="horz" lIns="108829" tIns="54414" rIns="108829" bIns="54414" rtlCol="0" anchor="ctr"/>
          <a:lstStyle>
            <a:lvl1pPr algn="ctr">
              <a:defRPr sz="800">
                <a:solidFill>
                  <a:schemeClr val="bg1"/>
                </a:solidFill>
              </a:defRPr>
            </a:lvl1pPr>
          </a:lstStyle>
          <a:p>
            <a:fld id="{3AB78257-7A7E-4BBC-BB44-767E213B120F}" type="datetime1">
              <a:rPr lang="en-US" smtClean="0"/>
              <a:pPr/>
              <a:t>3/5/2026</a:t>
            </a:fld>
            <a:endParaRPr lang="en-US" dirty="0"/>
          </a:p>
        </p:txBody>
      </p:sp>
      <p:sp>
        <p:nvSpPr>
          <p:cNvPr id="5" name="Footer Placeholder 4"/>
          <p:cNvSpPr>
            <a:spLocks noGrp="1"/>
          </p:cNvSpPr>
          <p:nvPr>
            <p:ph type="ftr" sz="quarter" idx="3"/>
          </p:nvPr>
        </p:nvSpPr>
        <p:spPr>
          <a:xfrm>
            <a:off x="281515" y="6629400"/>
            <a:ext cx="5204885" cy="168274"/>
          </a:xfrm>
          <a:prstGeom prst="rect">
            <a:avLst/>
          </a:prstGeom>
        </p:spPr>
        <p:txBody>
          <a:bodyPr vert="horz" lIns="0" tIns="54414" rIns="108829" bIns="54414" rtlCol="0" anchor="ctr"/>
          <a:lstStyle>
            <a:lvl1pPr algn="l">
              <a:defRPr sz="800">
                <a:solidFill>
                  <a:schemeClr val="bg1"/>
                </a:solidFill>
              </a:defRPr>
            </a:lvl1pPr>
          </a:lstStyle>
          <a:p>
            <a:endParaRPr lang="en-US" dirty="0"/>
          </a:p>
        </p:txBody>
      </p:sp>
      <p:sp>
        <p:nvSpPr>
          <p:cNvPr id="6" name="Slide Number Placeholder 5"/>
          <p:cNvSpPr>
            <a:spLocks noGrp="1"/>
          </p:cNvSpPr>
          <p:nvPr>
            <p:ph type="sldNum" sz="quarter" idx="4"/>
          </p:nvPr>
        </p:nvSpPr>
        <p:spPr>
          <a:xfrm>
            <a:off x="5588001" y="6477000"/>
            <a:ext cx="1016000" cy="168274"/>
          </a:xfrm>
          <a:prstGeom prst="rect">
            <a:avLst/>
          </a:prstGeom>
        </p:spPr>
        <p:txBody>
          <a:bodyPr vert="horz" lIns="108829" tIns="54414" rIns="108829" bIns="54414" rtlCol="0" anchor="ctr"/>
          <a:lstStyle>
            <a:lvl1pPr algn="r">
              <a:defRPr sz="800">
                <a:solidFill>
                  <a:schemeClr val="bg1"/>
                </a:solidFill>
              </a:defRPr>
            </a:lvl1pPr>
          </a:lstStyle>
          <a:p>
            <a:pPr algn="ctr"/>
            <a:fld id="{90156F56-D5AE-4C6F-B826-C69D1BC521BB}" type="slidenum">
              <a:rPr lang="en-US" smtClean="0"/>
              <a:pPr algn="ctr"/>
              <a:t>‹#›</a:t>
            </a:fld>
            <a:endParaRPr lang="en-US" dirty="0"/>
          </a:p>
        </p:txBody>
      </p:sp>
    </p:spTree>
    <p:extLst>
      <p:ext uri="{BB962C8B-B14F-4D97-AF65-F5344CB8AC3E}">
        <p14:creationId xmlns:p14="http://schemas.microsoft.com/office/powerpoint/2010/main" val="147119974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6" r:id="rId12"/>
  </p:sldLayoutIdLst>
  <p:hf hdr="0" ftr="0" dt="0"/>
  <p:txStyles>
    <p:titleStyle>
      <a:lvl1pPr algn="l" defTabSz="1088291" rtl="0" eaLnBrk="1" latinLnBrk="0" hangingPunct="1">
        <a:spcBef>
          <a:spcPct val="0"/>
        </a:spcBef>
        <a:buNone/>
        <a:defRPr sz="2400" kern="1200">
          <a:solidFill>
            <a:schemeClr val="bg2"/>
          </a:solidFill>
          <a:latin typeface="+mj-lt"/>
          <a:ea typeface="+mj-ea"/>
          <a:cs typeface="+mj-cs"/>
        </a:defRPr>
      </a:lvl1pPr>
    </p:titleStyle>
    <p:bodyStyle>
      <a:lvl1pPr marL="275852" indent="-275852" algn="l" defTabSz="1088291" rtl="0" eaLnBrk="1" latinLnBrk="0" hangingPunct="1">
        <a:spcBef>
          <a:spcPts val="714"/>
        </a:spcBef>
        <a:buClr>
          <a:schemeClr val="accent4"/>
        </a:buClr>
        <a:buSzPct val="70000"/>
        <a:buFont typeface="Wingdings" pitchFamily="2" charset="2"/>
        <a:buChar char="§"/>
        <a:defRPr sz="2000" kern="1200">
          <a:solidFill>
            <a:schemeClr val="tx1"/>
          </a:solidFill>
          <a:latin typeface="+mn-lt"/>
          <a:ea typeface="+mn-ea"/>
          <a:cs typeface="+mn-cs"/>
        </a:defRPr>
      </a:lvl1pPr>
      <a:lvl2pPr marL="551703" indent="-275852" algn="l" defTabSz="1088291" rtl="0" eaLnBrk="1" latinLnBrk="0" hangingPunct="1">
        <a:spcBef>
          <a:spcPts val="714"/>
        </a:spcBef>
        <a:buClr>
          <a:schemeClr val="accent4"/>
        </a:buClr>
        <a:buSzPct val="70000"/>
        <a:buFont typeface="Wingdings" pitchFamily="2" charset="2"/>
        <a:buChar char="§"/>
        <a:defRPr sz="2000" kern="1200">
          <a:solidFill>
            <a:schemeClr val="tx1"/>
          </a:solidFill>
          <a:latin typeface="+mn-lt"/>
          <a:ea typeface="+mn-ea"/>
          <a:cs typeface="+mn-cs"/>
        </a:defRPr>
      </a:lvl2pPr>
      <a:lvl3pPr marL="751979" indent="-200276" algn="l" defTabSz="1088291" rtl="0" eaLnBrk="1" latinLnBrk="0" hangingPunct="1">
        <a:spcBef>
          <a:spcPts val="714"/>
        </a:spcBef>
        <a:buClr>
          <a:schemeClr val="accent4"/>
        </a:buClr>
        <a:buSzPct val="70000"/>
        <a:buFont typeface="Wingdings" pitchFamily="2" charset="2"/>
        <a:buChar char="§"/>
        <a:defRPr sz="1800" kern="1200">
          <a:solidFill>
            <a:schemeClr val="tx1"/>
          </a:solidFill>
          <a:latin typeface="+mn-lt"/>
          <a:ea typeface="+mn-ea"/>
          <a:cs typeface="+mn-cs"/>
        </a:defRPr>
      </a:lvl3pPr>
      <a:lvl4pPr marL="950366" indent="-198387" algn="l" defTabSz="1088291" rtl="0" eaLnBrk="1" latinLnBrk="0" hangingPunct="1">
        <a:spcBef>
          <a:spcPts val="714"/>
        </a:spcBef>
        <a:buClr>
          <a:schemeClr val="accent4"/>
        </a:buClr>
        <a:buSzPct val="70000"/>
        <a:buFont typeface="Wingdings" pitchFamily="2" charset="2"/>
        <a:buChar char="§"/>
        <a:defRPr sz="1800" kern="1200">
          <a:solidFill>
            <a:schemeClr val="tx1"/>
          </a:solidFill>
          <a:latin typeface="+mn-lt"/>
          <a:ea typeface="+mn-ea"/>
          <a:cs typeface="+mn-cs"/>
        </a:defRPr>
      </a:lvl4pPr>
      <a:lvl5pPr marL="1088291" indent="-137926" algn="l" defTabSz="1088291" rtl="0" eaLnBrk="1" latinLnBrk="0" hangingPunct="1">
        <a:spcBef>
          <a:spcPts val="714"/>
        </a:spcBef>
        <a:buClr>
          <a:schemeClr val="accent4"/>
        </a:buClr>
        <a:buSzPct val="70000"/>
        <a:buFont typeface="Wingdings" pitchFamily="2" charset="2"/>
        <a:buChar char="§"/>
        <a:defRPr sz="1400" kern="1200">
          <a:solidFill>
            <a:schemeClr val="tx1"/>
          </a:solidFill>
          <a:latin typeface="+mn-lt"/>
          <a:ea typeface="+mn-ea"/>
          <a:cs typeface="+mn-cs"/>
        </a:defRPr>
      </a:lvl5pPr>
      <a:lvl6pPr marL="2992799" indent="-272073" algn="l" defTabSz="1088291"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6944" indent="-272073" algn="l" defTabSz="1088291"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1089" indent="-272073" algn="l" defTabSz="1088291"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5235" indent="-272073" algn="l" defTabSz="1088291"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8291" rtl="0" eaLnBrk="1" latinLnBrk="0" hangingPunct="1">
        <a:defRPr sz="2100" kern="1200">
          <a:solidFill>
            <a:schemeClr val="tx1"/>
          </a:solidFill>
          <a:latin typeface="+mn-lt"/>
          <a:ea typeface="+mn-ea"/>
          <a:cs typeface="+mn-cs"/>
        </a:defRPr>
      </a:lvl1pPr>
      <a:lvl2pPr marL="544145" algn="l" defTabSz="1088291" rtl="0" eaLnBrk="1" latinLnBrk="0" hangingPunct="1">
        <a:defRPr sz="2100" kern="1200">
          <a:solidFill>
            <a:schemeClr val="tx1"/>
          </a:solidFill>
          <a:latin typeface="+mn-lt"/>
          <a:ea typeface="+mn-ea"/>
          <a:cs typeface="+mn-cs"/>
        </a:defRPr>
      </a:lvl2pPr>
      <a:lvl3pPr marL="1088291" algn="l" defTabSz="1088291" rtl="0" eaLnBrk="1" latinLnBrk="0" hangingPunct="1">
        <a:defRPr sz="2100" kern="1200">
          <a:solidFill>
            <a:schemeClr val="tx1"/>
          </a:solidFill>
          <a:latin typeface="+mn-lt"/>
          <a:ea typeface="+mn-ea"/>
          <a:cs typeface="+mn-cs"/>
        </a:defRPr>
      </a:lvl3pPr>
      <a:lvl4pPr marL="1632436" algn="l" defTabSz="1088291" rtl="0" eaLnBrk="1" latinLnBrk="0" hangingPunct="1">
        <a:defRPr sz="2100" kern="1200">
          <a:solidFill>
            <a:schemeClr val="tx1"/>
          </a:solidFill>
          <a:latin typeface="+mn-lt"/>
          <a:ea typeface="+mn-ea"/>
          <a:cs typeface="+mn-cs"/>
        </a:defRPr>
      </a:lvl4pPr>
      <a:lvl5pPr marL="2176581" algn="l" defTabSz="1088291" rtl="0" eaLnBrk="1" latinLnBrk="0" hangingPunct="1">
        <a:defRPr sz="2100" kern="1200">
          <a:solidFill>
            <a:schemeClr val="tx1"/>
          </a:solidFill>
          <a:latin typeface="+mn-lt"/>
          <a:ea typeface="+mn-ea"/>
          <a:cs typeface="+mn-cs"/>
        </a:defRPr>
      </a:lvl5pPr>
      <a:lvl6pPr marL="2720726" algn="l" defTabSz="1088291" rtl="0" eaLnBrk="1" latinLnBrk="0" hangingPunct="1">
        <a:defRPr sz="2100" kern="1200">
          <a:solidFill>
            <a:schemeClr val="tx1"/>
          </a:solidFill>
          <a:latin typeface="+mn-lt"/>
          <a:ea typeface="+mn-ea"/>
          <a:cs typeface="+mn-cs"/>
        </a:defRPr>
      </a:lvl6pPr>
      <a:lvl7pPr marL="3264872" algn="l" defTabSz="1088291" rtl="0" eaLnBrk="1" latinLnBrk="0" hangingPunct="1">
        <a:defRPr sz="2100" kern="1200">
          <a:solidFill>
            <a:schemeClr val="tx1"/>
          </a:solidFill>
          <a:latin typeface="+mn-lt"/>
          <a:ea typeface="+mn-ea"/>
          <a:cs typeface="+mn-cs"/>
        </a:defRPr>
      </a:lvl7pPr>
      <a:lvl8pPr marL="3809017" algn="l" defTabSz="1088291" rtl="0" eaLnBrk="1" latinLnBrk="0" hangingPunct="1">
        <a:defRPr sz="2100" kern="1200">
          <a:solidFill>
            <a:schemeClr val="tx1"/>
          </a:solidFill>
          <a:latin typeface="+mn-lt"/>
          <a:ea typeface="+mn-ea"/>
          <a:cs typeface="+mn-cs"/>
        </a:defRPr>
      </a:lvl8pPr>
      <a:lvl9pPr marL="4353162" algn="l" defTabSz="1088291"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microsoft.com/office/2007/relationships/hdphoto" Target="../media/hdphoto3.wdp"/><Relationship Id="rId26" Type="http://schemas.microsoft.com/office/2007/relationships/hdphoto" Target="../media/hdphoto7.wdp"/><Relationship Id="rId3" Type="http://schemas.openxmlformats.org/officeDocument/2006/relationships/image" Target="../media/image21.svg"/><Relationship Id="rId21" Type="http://schemas.openxmlformats.org/officeDocument/2006/relationships/image" Target="../media/image36.png"/><Relationship Id="rId7" Type="http://schemas.microsoft.com/office/2007/relationships/hdphoto" Target="../media/hdphoto2.wdp"/><Relationship Id="rId12" Type="http://schemas.openxmlformats.org/officeDocument/2006/relationships/image" Target="../media/image29.svg"/><Relationship Id="rId17" Type="http://schemas.openxmlformats.org/officeDocument/2006/relationships/image" Target="../media/image34.png"/><Relationship Id="rId25" Type="http://schemas.openxmlformats.org/officeDocument/2006/relationships/image" Target="../media/image38.png"/><Relationship Id="rId2" Type="http://schemas.openxmlformats.org/officeDocument/2006/relationships/image" Target="../media/image20.png"/><Relationship Id="rId16" Type="http://schemas.openxmlformats.org/officeDocument/2006/relationships/image" Target="../media/image33.svg"/><Relationship Id="rId20" Type="http://schemas.microsoft.com/office/2007/relationships/hdphoto" Target="../media/hdphoto4.wdp"/><Relationship Id="rId29" Type="http://schemas.openxmlformats.org/officeDocument/2006/relationships/image" Target="../media/image40.png"/><Relationship Id="rId1" Type="http://schemas.openxmlformats.org/officeDocument/2006/relationships/slideLayout" Target="../slideLayouts/slideLayout27.xml"/><Relationship Id="rId6" Type="http://schemas.openxmlformats.org/officeDocument/2006/relationships/image" Target="../media/image24.png"/><Relationship Id="rId11" Type="http://schemas.openxmlformats.org/officeDocument/2006/relationships/image" Target="../media/image28.png"/><Relationship Id="rId24" Type="http://schemas.microsoft.com/office/2007/relationships/hdphoto" Target="../media/hdphoto6.wdp"/><Relationship Id="rId32" Type="http://schemas.microsoft.com/office/2007/relationships/hdphoto" Target="../media/hdphoto10.wdp"/><Relationship Id="rId5" Type="http://schemas.openxmlformats.org/officeDocument/2006/relationships/image" Target="../media/image23.svg"/><Relationship Id="rId15" Type="http://schemas.openxmlformats.org/officeDocument/2006/relationships/image" Target="../media/image32.png"/><Relationship Id="rId23" Type="http://schemas.openxmlformats.org/officeDocument/2006/relationships/image" Target="../media/image37.png"/><Relationship Id="rId28" Type="http://schemas.microsoft.com/office/2007/relationships/hdphoto" Target="../media/hdphoto8.wdp"/><Relationship Id="rId10" Type="http://schemas.openxmlformats.org/officeDocument/2006/relationships/image" Target="../media/image27.png"/><Relationship Id="rId19" Type="http://schemas.openxmlformats.org/officeDocument/2006/relationships/image" Target="../media/image35.png"/><Relationship Id="rId31" Type="http://schemas.openxmlformats.org/officeDocument/2006/relationships/image" Target="../media/image41.png"/><Relationship Id="rId4" Type="http://schemas.openxmlformats.org/officeDocument/2006/relationships/image" Target="../media/image22.png"/><Relationship Id="rId9" Type="http://schemas.openxmlformats.org/officeDocument/2006/relationships/image" Target="../media/image26.png"/><Relationship Id="rId14" Type="http://schemas.openxmlformats.org/officeDocument/2006/relationships/image" Target="../media/image31.svg"/><Relationship Id="rId22" Type="http://schemas.microsoft.com/office/2007/relationships/hdphoto" Target="../media/hdphoto5.wdp"/><Relationship Id="rId27" Type="http://schemas.openxmlformats.org/officeDocument/2006/relationships/image" Target="../media/image39.png"/><Relationship Id="rId30" Type="http://schemas.microsoft.com/office/2007/relationships/hdphoto" Target="../media/hdphoto9.wdp"/></Relationships>
</file>

<file path=ppt/slides/_rels/slide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svg"/><Relationship Id="rId7" Type="http://schemas.openxmlformats.org/officeDocument/2006/relationships/image" Target="../media/image47.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49.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svg"/><Relationship Id="rId7" Type="http://schemas.openxmlformats.org/officeDocument/2006/relationships/image" Target="../media/image47.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4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xml"/><Relationship Id="rId1" Type="http://schemas.openxmlformats.org/officeDocument/2006/relationships/slideLayout" Target="../slideLayouts/slideLayout3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xml"/><Relationship Id="rId1" Type="http://schemas.openxmlformats.org/officeDocument/2006/relationships/slideLayout" Target="../slideLayouts/slideLayout37.xml"/><Relationship Id="rId5" Type="http://schemas.openxmlformats.org/officeDocument/2006/relationships/image" Target="../media/image60.emf"/><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36.xml"/><Relationship Id="rId4" Type="http://schemas.openxmlformats.org/officeDocument/2006/relationships/image" Target="../media/image60.emf"/></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jpeg"/><Relationship Id="rId2" Type="http://schemas.openxmlformats.org/officeDocument/2006/relationships/notesSlide" Target="../notesSlides/notesSlide6.xml"/><Relationship Id="rId16" Type="http://schemas.openxmlformats.org/officeDocument/2006/relationships/image" Target="../media/image75.svg"/><Relationship Id="rId1" Type="http://schemas.openxmlformats.org/officeDocument/2006/relationships/slideLayout" Target="../slideLayouts/slideLayout20.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64.emf"/><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svg"/><Relationship Id="rId9" Type="http://schemas.openxmlformats.org/officeDocument/2006/relationships/image" Target="../media/image68.svg"/><Relationship Id="rId14" Type="http://schemas.openxmlformats.org/officeDocument/2006/relationships/image" Target="../media/image7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2" Type="http://schemas.openxmlformats.org/officeDocument/2006/relationships/image" Target="../media/image76.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xml"/><Relationship Id="rId1" Type="http://schemas.openxmlformats.org/officeDocument/2006/relationships/slideLayout" Target="../slideLayouts/slideLayout43.xml"/><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E4DC75-68B1-4982-9B3F-B81052D185BF}"/>
              </a:ext>
            </a:extLst>
          </p:cNvPr>
          <p:cNvSpPr>
            <a:spLocks noGrp="1"/>
          </p:cNvSpPr>
          <p:nvPr>
            <p:ph type="title"/>
          </p:nvPr>
        </p:nvSpPr>
        <p:spPr>
          <a:xfrm>
            <a:off x="2203299" y="2796819"/>
            <a:ext cx="5919381" cy="1213050"/>
          </a:xfrm>
        </p:spPr>
        <p:txBody>
          <a:bodyPr/>
          <a:lstStyle/>
          <a:p>
            <a:r>
              <a:rPr lang="en-US" dirty="0"/>
              <a:t>OGEC Architecture Academy</a:t>
            </a:r>
          </a:p>
        </p:txBody>
      </p:sp>
      <p:sp>
        <p:nvSpPr>
          <p:cNvPr id="5" name="Content Placeholder 4">
            <a:extLst>
              <a:ext uri="{FF2B5EF4-FFF2-40B4-BE49-F238E27FC236}">
                <a16:creationId xmlns:a16="http://schemas.microsoft.com/office/drawing/2014/main" id="{211F90D9-0635-46E9-8453-58FEB28FB017}"/>
              </a:ext>
            </a:extLst>
          </p:cNvPr>
          <p:cNvSpPr>
            <a:spLocks noGrp="1"/>
          </p:cNvSpPr>
          <p:nvPr>
            <p:ph sz="quarter" idx="11"/>
          </p:nvPr>
        </p:nvSpPr>
        <p:spPr>
          <a:xfrm>
            <a:off x="2212726" y="3584710"/>
            <a:ext cx="5909954" cy="1078057"/>
          </a:xfrm>
        </p:spPr>
        <p:txBody>
          <a:bodyPr/>
          <a:lstStyle/>
          <a:p>
            <a:r>
              <a:rPr lang="en-US" dirty="0"/>
              <a:t>Adobe Experience Manager– Deep Dive </a:t>
            </a:r>
          </a:p>
          <a:p>
            <a:r>
              <a:rPr lang="en-US" dirty="0"/>
              <a:t>Steve Cherneff</a:t>
            </a:r>
          </a:p>
        </p:txBody>
      </p:sp>
    </p:spTree>
    <p:extLst>
      <p:ext uri="{BB962C8B-B14F-4D97-AF65-F5344CB8AC3E}">
        <p14:creationId xmlns:p14="http://schemas.microsoft.com/office/powerpoint/2010/main" val="1260899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4CA75F-5348-18AC-33AE-DBBF98AD86A1}"/>
              </a:ext>
            </a:extLst>
          </p:cNvPr>
          <p:cNvSpPr>
            <a:spLocks noGrp="1"/>
          </p:cNvSpPr>
          <p:nvPr>
            <p:ph sz="quarter" idx="12"/>
          </p:nvPr>
        </p:nvSpPr>
        <p:spPr>
          <a:xfrm>
            <a:off x="2185176" y="1520687"/>
            <a:ext cx="8857198" cy="2739977"/>
          </a:xfrm>
        </p:spPr>
        <p:txBody>
          <a:bodyPr/>
          <a:lstStyle/>
          <a:p>
            <a:pPr marL="571500" indent="-571500">
              <a:buFont typeface="Arial" panose="020B0604020202020204" pitchFamily="34" charset="0"/>
              <a:buChar char="•"/>
            </a:pPr>
            <a:r>
              <a:rPr lang="en-US" dirty="0"/>
              <a:t>Overview/History</a:t>
            </a:r>
          </a:p>
          <a:p>
            <a:pPr marL="571500" indent="-571500">
              <a:buFont typeface="Arial" panose="020B0604020202020204" pitchFamily="34" charset="0"/>
              <a:buChar char="•"/>
            </a:pPr>
            <a:r>
              <a:rPr lang="en-US" dirty="0"/>
              <a:t>Demos</a:t>
            </a:r>
          </a:p>
          <a:p>
            <a:pPr marL="571500" indent="-571500">
              <a:buFont typeface="Arial" panose="020B0604020202020204" pitchFamily="34" charset="0"/>
              <a:buChar char="•"/>
            </a:pPr>
            <a:r>
              <a:rPr lang="en-US" dirty="0"/>
              <a:t>Architecture</a:t>
            </a:r>
          </a:p>
          <a:p>
            <a:pPr marL="571500" indent="-571500">
              <a:buFont typeface="Arial" panose="020B0604020202020204" pitchFamily="34" charset="0"/>
              <a:buChar char="•"/>
            </a:pPr>
            <a:r>
              <a:rPr lang="en-US" dirty="0" err="1"/>
              <a:t>Integragtions</a:t>
            </a:r>
            <a:r>
              <a:rPr lang="en-US" dirty="0"/>
              <a:t> </a:t>
            </a:r>
          </a:p>
          <a:p>
            <a:endParaRPr lang="en-US" dirty="0"/>
          </a:p>
        </p:txBody>
      </p:sp>
    </p:spTree>
    <p:extLst>
      <p:ext uri="{BB962C8B-B14F-4D97-AF65-F5344CB8AC3E}">
        <p14:creationId xmlns:p14="http://schemas.microsoft.com/office/powerpoint/2010/main" val="68023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4F070AAE-610F-41D5-9FE8-2A543CDCB8D0}"/>
              </a:ext>
            </a:extLst>
          </p:cNvPr>
          <p:cNvSpPr/>
          <p:nvPr/>
        </p:nvSpPr>
        <p:spPr>
          <a:xfrm>
            <a:off x="1" y="1556371"/>
            <a:ext cx="12192000" cy="467481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C2C2C"/>
              </a:solidFill>
              <a:effectLst/>
              <a:uLnTx/>
              <a:uFillTx/>
              <a:latin typeface="Adobe Clean SemiLight"/>
              <a:ea typeface="+mn-ea"/>
              <a:cs typeface="+mn-cs"/>
            </a:endParaRPr>
          </a:p>
        </p:txBody>
      </p:sp>
      <p:sp>
        <p:nvSpPr>
          <p:cNvPr id="2" name="Title 1">
            <a:extLst>
              <a:ext uri="{FF2B5EF4-FFF2-40B4-BE49-F238E27FC236}">
                <a16:creationId xmlns:a16="http://schemas.microsoft.com/office/drawing/2014/main" id="{DE20001B-D699-4FF9-98C8-576B8141A165}"/>
              </a:ext>
            </a:extLst>
          </p:cNvPr>
          <p:cNvSpPr>
            <a:spLocks noGrp="1"/>
          </p:cNvSpPr>
          <p:nvPr>
            <p:ph type="title"/>
          </p:nvPr>
        </p:nvSpPr>
        <p:spPr/>
        <p:txBody>
          <a:bodyPr/>
          <a:lstStyle/>
          <a:p>
            <a:r>
              <a:rPr lang="en-US" sz="2800" dirty="0"/>
              <a:t>Adobe Experience Manager</a:t>
            </a:r>
            <a:br>
              <a:rPr lang="en-US" dirty="0"/>
            </a:br>
            <a:endParaRPr lang="en-US" dirty="0"/>
          </a:p>
        </p:txBody>
      </p:sp>
      <p:sp>
        <p:nvSpPr>
          <p:cNvPr id="3" name="Content Placeholder 2">
            <a:extLst>
              <a:ext uri="{FF2B5EF4-FFF2-40B4-BE49-F238E27FC236}">
                <a16:creationId xmlns:a16="http://schemas.microsoft.com/office/drawing/2014/main" id="{905FCD07-C792-4DC7-8785-4BA0BBFC16A1}"/>
              </a:ext>
            </a:extLst>
          </p:cNvPr>
          <p:cNvSpPr>
            <a:spLocks noGrp="1"/>
          </p:cNvSpPr>
          <p:nvPr>
            <p:ph sz="quarter" idx="13"/>
          </p:nvPr>
        </p:nvSpPr>
        <p:spPr>
          <a:xfrm>
            <a:off x="291060" y="777207"/>
            <a:ext cx="11521440" cy="912386"/>
          </a:xfrm>
        </p:spPr>
        <p:txBody>
          <a:bodyPr/>
          <a:lstStyle/>
          <a:p>
            <a:pPr marL="0" indent="0">
              <a:buNone/>
            </a:pPr>
            <a:r>
              <a:rPr lang="en-US" dirty="0">
                <a:solidFill>
                  <a:schemeClr val="tx2"/>
                </a:solidFill>
              </a:rPr>
              <a:t>Modern cloud application that accelerates creation, management and delivery of personalized experiences across any touchpoint</a:t>
            </a:r>
          </a:p>
        </p:txBody>
      </p:sp>
      <p:grpSp>
        <p:nvGrpSpPr>
          <p:cNvPr id="6" name="Group 5">
            <a:extLst>
              <a:ext uri="{FF2B5EF4-FFF2-40B4-BE49-F238E27FC236}">
                <a16:creationId xmlns:a16="http://schemas.microsoft.com/office/drawing/2014/main" id="{4ABB21DD-F301-45AE-97AE-419D0AD014B7}"/>
              </a:ext>
            </a:extLst>
          </p:cNvPr>
          <p:cNvGrpSpPr/>
          <p:nvPr/>
        </p:nvGrpSpPr>
        <p:grpSpPr>
          <a:xfrm>
            <a:off x="8174454" y="4121304"/>
            <a:ext cx="809511" cy="397544"/>
            <a:chOff x="9077165" y="3975391"/>
            <a:chExt cx="809511" cy="397544"/>
          </a:xfrm>
        </p:grpSpPr>
        <p:sp>
          <p:nvSpPr>
            <p:cNvPr id="7" name="Rectangle 6">
              <a:extLst>
                <a:ext uri="{FF2B5EF4-FFF2-40B4-BE49-F238E27FC236}">
                  <a16:creationId xmlns:a16="http://schemas.microsoft.com/office/drawing/2014/main" id="{85CE6759-CB45-4D03-A191-84EAEBA2B563}"/>
                </a:ext>
              </a:extLst>
            </p:cNvPr>
            <p:cNvSpPr/>
            <p:nvPr/>
          </p:nvSpPr>
          <p:spPr>
            <a:xfrm>
              <a:off x="9077165" y="4234472"/>
              <a:ext cx="809511" cy="138463"/>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Email</a:t>
              </a:r>
            </a:p>
          </p:txBody>
        </p:sp>
        <p:pic>
          <p:nvPicPr>
            <p:cNvPr id="8" name="Graphic 7">
              <a:extLst>
                <a:ext uri="{FF2B5EF4-FFF2-40B4-BE49-F238E27FC236}">
                  <a16:creationId xmlns:a16="http://schemas.microsoft.com/office/drawing/2014/main" id="{77FC16EA-F76A-4AAF-B72A-DC117D2F1D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9990" y="3975391"/>
              <a:ext cx="303861" cy="206978"/>
            </a:xfrm>
            <a:prstGeom prst="rect">
              <a:avLst/>
            </a:prstGeom>
          </p:spPr>
        </p:pic>
      </p:grpSp>
      <p:grpSp>
        <p:nvGrpSpPr>
          <p:cNvPr id="9" name="Group 8">
            <a:extLst>
              <a:ext uri="{FF2B5EF4-FFF2-40B4-BE49-F238E27FC236}">
                <a16:creationId xmlns:a16="http://schemas.microsoft.com/office/drawing/2014/main" id="{33BF0C32-C163-45F9-9664-7E7511470E32}"/>
              </a:ext>
            </a:extLst>
          </p:cNvPr>
          <p:cNvGrpSpPr/>
          <p:nvPr/>
        </p:nvGrpSpPr>
        <p:grpSpPr>
          <a:xfrm>
            <a:off x="8505685" y="4826979"/>
            <a:ext cx="809512" cy="512328"/>
            <a:chOff x="8740636" y="4593312"/>
            <a:chExt cx="809512" cy="512328"/>
          </a:xfrm>
        </p:grpSpPr>
        <p:sp>
          <p:nvSpPr>
            <p:cNvPr id="10" name="Rectangle 9">
              <a:extLst>
                <a:ext uri="{FF2B5EF4-FFF2-40B4-BE49-F238E27FC236}">
                  <a16:creationId xmlns:a16="http://schemas.microsoft.com/office/drawing/2014/main" id="{F6BD2A23-EFE9-42B4-BE72-FDC18037C3A0}"/>
                </a:ext>
              </a:extLst>
            </p:cNvPr>
            <p:cNvSpPr/>
            <p:nvPr/>
          </p:nvSpPr>
          <p:spPr>
            <a:xfrm>
              <a:off x="8740636" y="4828713"/>
              <a:ext cx="809512" cy="276927"/>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Single </a:t>
              </a:r>
            </a:p>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Page App</a:t>
              </a:r>
            </a:p>
          </p:txBody>
        </p:sp>
        <p:pic>
          <p:nvPicPr>
            <p:cNvPr id="11" name="Graphic 10">
              <a:extLst>
                <a:ext uri="{FF2B5EF4-FFF2-40B4-BE49-F238E27FC236}">
                  <a16:creationId xmlns:a16="http://schemas.microsoft.com/office/drawing/2014/main" id="{18E7B669-B868-445E-9345-F7AEFE09036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19071" y="4593312"/>
              <a:ext cx="252640" cy="230016"/>
            </a:xfrm>
            <a:prstGeom prst="rect">
              <a:avLst/>
            </a:prstGeom>
          </p:spPr>
        </p:pic>
      </p:grpSp>
      <p:pic>
        <p:nvPicPr>
          <p:cNvPr id="14" name="Picture 13">
            <a:extLst>
              <a:ext uri="{FF2B5EF4-FFF2-40B4-BE49-F238E27FC236}">
                <a16:creationId xmlns:a16="http://schemas.microsoft.com/office/drawing/2014/main" id="{95597B3D-B69F-41A6-B0CA-C6D7CB6A8EB0}"/>
              </a:ext>
            </a:extLst>
          </p:cNvPr>
          <p:cNvPicPr>
            <a:picLocks noChangeAspect="1"/>
          </p:cNvPicPr>
          <p:nvPr/>
        </p:nvPicPr>
        <p:blipFill>
          <a:blip r:embed="rId6" cstate="print">
            <a:extLst>
              <a:ext uri="{BEBA8EAE-BF5A-486C-A8C5-ECC9F3942E4B}">
                <a14:imgProps xmlns:a14="http://schemas.microsoft.com/office/drawing/2010/main">
                  <a14:imgLayer r:embed="rId7">
                    <a14:imgEffect>
                      <a14:artisticPencilSketch/>
                    </a14:imgEffect>
                    <a14:imgEffect>
                      <a14:brightnessContrast bright="-100000"/>
                    </a14:imgEffect>
                  </a14:imgLayer>
                </a14:imgProps>
              </a:ext>
              <a:ext uri="{28A0092B-C50C-407E-A947-70E740481C1C}">
                <a14:useLocalDpi xmlns:a14="http://schemas.microsoft.com/office/drawing/2010/main"/>
              </a:ext>
            </a:extLst>
          </a:blip>
          <a:stretch>
            <a:fillRect/>
          </a:stretch>
        </p:blipFill>
        <p:spPr>
          <a:xfrm>
            <a:off x="1691935" y="4135290"/>
            <a:ext cx="711399" cy="521766"/>
          </a:xfrm>
          <a:prstGeom prst="rect">
            <a:avLst/>
          </a:prstGeom>
        </p:spPr>
      </p:pic>
      <p:sp>
        <p:nvSpPr>
          <p:cNvPr id="15" name="TextBox 14">
            <a:extLst>
              <a:ext uri="{FF2B5EF4-FFF2-40B4-BE49-F238E27FC236}">
                <a16:creationId xmlns:a16="http://schemas.microsoft.com/office/drawing/2014/main" id="{82692A55-F126-4AA5-95EC-6AD45F94C834}"/>
              </a:ext>
            </a:extLst>
          </p:cNvPr>
          <p:cNvSpPr txBox="1"/>
          <p:nvPr/>
        </p:nvSpPr>
        <p:spPr>
          <a:xfrm>
            <a:off x="554245" y="5869294"/>
            <a:ext cx="11146573" cy="338466"/>
          </a:xfrm>
          <a:prstGeom prst="rect">
            <a:avLst/>
          </a:prstGeom>
          <a:solidFill>
            <a:schemeClr val="bg2">
              <a:lumMod val="5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dobe Clean Light" panose="020B0303020404020204" pitchFamily="34" charset="0"/>
                <a:ea typeface="+mn-ea"/>
                <a:cs typeface="+mn-cs"/>
              </a:rPr>
              <a:t>Smart Content Services</a:t>
            </a:r>
          </a:p>
        </p:txBody>
      </p:sp>
      <p:cxnSp>
        <p:nvCxnSpPr>
          <p:cNvPr id="16" name="Straight Connector 15">
            <a:extLst>
              <a:ext uri="{FF2B5EF4-FFF2-40B4-BE49-F238E27FC236}">
                <a16:creationId xmlns:a16="http://schemas.microsoft.com/office/drawing/2014/main" id="{AFF6424E-577F-4DE2-873B-1439A12AB9A9}"/>
              </a:ext>
            </a:extLst>
          </p:cNvPr>
          <p:cNvCxnSpPr>
            <a:cxnSpLocks/>
          </p:cNvCxnSpPr>
          <p:nvPr/>
        </p:nvCxnSpPr>
        <p:spPr>
          <a:xfrm>
            <a:off x="596359" y="6038527"/>
            <a:ext cx="4471347" cy="0"/>
          </a:xfrm>
          <a:prstGeom prst="line">
            <a:avLst/>
          </a:prstGeom>
          <a:ln w="57150">
            <a:solidFill>
              <a:schemeClr val="bg1"/>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59225E0-835C-4572-9516-3B7F8CB87EC8}"/>
              </a:ext>
            </a:extLst>
          </p:cNvPr>
          <p:cNvSpPr txBox="1"/>
          <p:nvPr/>
        </p:nvSpPr>
        <p:spPr>
          <a:xfrm>
            <a:off x="5067706" y="6231184"/>
            <a:ext cx="2119650" cy="446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dobe Clean Light" panose="020B0303020404020204" pitchFamily="34" charset="0"/>
                <a:ea typeface="+mn-ea"/>
                <a:cs typeface="+mn-cs"/>
              </a:rPr>
              <a:t>Powered by Adobe Sensei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2C2C"/>
                </a:solidFill>
                <a:effectLst/>
                <a:uLnTx/>
                <a:uFillTx/>
                <a:latin typeface="Adobe Clean Light" panose="020B0303020404020204" pitchFamily="34" charset="0"/>
                <a:ea typeface="+mn-ea"/>
                <a:cs typeface="+mn-cs"/>
              </a:rPr>
              <a:t>Artificial Intelligence &amp; Machine Learning</a:t>
            </a:r>
          </a:p>
        </p:txBody>
      </p:sp>
      <p:pic>
        <p:nvPicPr>
          <p:cNvPr id="18" name="Picture 17" descr="A picture containing drawing, necklace&#10;&#10;Description automatically generated">
            <a:extLst>
              <a:ext uri="{FF2B5EF4-FFF2-40B4-BE49-F238E27FC236}">
                <a16:creationId xmlns:a16="http://schemas.microsoft.com/office/drawing/2014/main" id="{947C6888-5213-442A-93DD-D7155FB91271}"/>
              </a:ext>
            </a:extLst>
          </p:cNvPr>
          <p:cNvPicPr>
            <a:picLocks noChangeAspect="1"/>
          </p:cNvPicPr>
          <p:nvPr/>
        </p:nvPicPr>
        <p:blipFill>
          <a:blip r:embed="rId8">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1216325" y="3913493"/>
            <a:ext cx="387173" cy="574007"/>
          </a:xfrm>
          <a:prstGeom prst="rect">
            <a:avLst/>
          </a:prstGeom>
        </p:spPr>
      </p:pic>
      <p:pic>
        <p:nvPicPr>
          <p:cNvPr id="19" name="Picture 18" descr="A picture containing necklace, drawing, knot&#10;&#10;Description automatically generated">
            <a:extLst>
              <a:ext uri="{FF2B5EF4-FFF2-40B4-BE49-F238E27FC236}">
                <a16:creationId xmlns:a16="http://schemas.microsoft.com/office/drawing/2014/main" id="{6F3A424D-0E1D-4260-BFB3-B26E7A13CBF8}"/>
              </a:ext>
            </a:extLst>
          </p:cNvPr>
          <p:cNvPicPr>
            <a:picLocks noChangeAspect="1"/>
          </p:cNvPicPr>
          <p:nvPr/>
        </p:nvPicPr>
        <p:blipFill>
          <a:blip r:embed="rId9">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1179183" y="2910126"/>
            <a:ext cx="461456" cy="558250"/>
          </a:xfrm>
          <a:prstGeom prst="rect">
            <a:avLst/>
          </a:prstGeom>
        </p:spPr>
      </p:pic>
      <p:pic>
        <p:nvPicPr>
          <p:cNvPr id="20" name="Picture 19" descr="A picture containing necklace, drawing&#10;&#10;Description automatically generated">
            <a:extLst>
              <a:ext uri="{FF2B5EF4-FFF2-40B4-BE49-F238E27FC236}">
                <a16:creationId xmlns:a16="http://schemas.microsoft.com/office/drawing/2014/main" id="{90BEDF7D-D8E3-4DF6-9FDE-95D72C04B987}"/>
              </a:ext>
            </a:extLst>
          </p:cNvPr>
          <p:cNvPicPr>
            <a:picLocks noChangeAspect="1"/>
          </p:cNvPicPr>
          <p:nvPr/>
        </p:nvPicPr>
        <p:blipFill>
          <a:blip r:embed="rId10">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1214111" y="4926988"/>
            <a:ext cx="391600" cy="558089"/>
          </a:xfrm>
          <a:prstGeom prst="rect">
            <a:avLst/>
          </a:prstGeom>
        </p:spPr>
      </p:pic>
      <p:sp>
        <p:nvSpPr>
          <p:cNvPr id="21" name="Oval 20">
            <a:extLst>
              <a:ext uri="{FF2B5EF4-FFF2-40B4-BE49-F238E27FC236}">
                <a16:creationId xmlns:a16="http://schemas.microsoft.com/office/drawing/2014/main" id="{EDF2DEC8-AFD9-462C-B69F-8454DBCABCC3}"/>
              </a:ext>
            </a:extLst>
          </p:cNvPr>
          <p:cNvSpPr/>
          <p:nvPr/>
        </p:nvSpPr>
        <p:spPr>
          <a:xfrm>
            <a:off x="11031697" y="4861300"/>
            <a:ext cx="754929" cy="754929"/>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22" name="Rectangle 21">
            <a:extLst>
              <a:ext uri="{FF2B5EF4-FFF2-40B4-BE49-F238E27FC236}">
                <a16:creationId xmlns:a16="http://schemas.microsoft.com/office/drawing/2014/main" id="{F7B7DDA8-A053-473B-BF0F-2DD7A3E1213E}"/>
              </a:ext>
            </a:extLst>
          </p:cNvPr>
          <p:cNvSpPr/>
          <p:nvPr/>
        </p:nvSpPr>
        <p:spPr>
          <a:xfrm>
            <a:off x="1580195" y="1651907"/>
            <a:ext cx="2143536" cy="461537"/>
          </a:xfrm>
          <a:prstGeom prst="rect">
            <a:avLst/>
          </a:prstGeom>
        </p:spPr>
        <p:txBody>
          <a:bodyPr wrap="none">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a:ln>
                  <a:noFill/>
                </a:ln>
                <a:solidFill>
                  <a:srgbClr val="2C2C2C"/>
                </a:solidFill>
                <a:effectLst/>
                <a:uLnTx/>
                <a:uFillTx/>
                <a:latin typeface="Adobe Clean SemiLight"/>
                <a:ea typeface="+mn-ea"/>
                <a:cs typeface="+mn-cs"/>
              </a:rPr>
              <a:t>Source | Create</a:t>
            </a:r>
          </a:p>
        </p:txBody>
      </p:sp>
      <p:sp>
        <p:nvSpPr>
          <p:cNvPr id="23" name="Rectangle 22">
            <a:extLst>
              <a:ext uri="{FF2B5EF4-FFF2-40B4-BE49-F238E27FC236}">
                <a16:creationId xmlns:a16="http://schemas.microsoft.com/office/drawing/2014/main" id="{BE77AADC-2E82-4B59-A448-A42C2F232F0D}"/>
              </a:ext>
            </a:extLst>
          </p:cNvPr>
          <p:cNvSpPr/>
          <p:nvPr/>
        </p:nvSpPr>
        <p:spPr>
          <a:xfrm>
            <a:off x="4762215" y="1651907"/>
            <a:ext cx="2680542" cy="461537"/>
          </a:xfrm>
          <a:prstGeom prst="rect">
            <a:avLst/>
          </a:prstGeom>
        </p:spPr>
        <p:txBody>
          <a:bodyPr wrap="none">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srgbClr val="2C2C2C"/>
                </a:solidFill>
                <a:effectLst/>
                <a:uLnTx/>
                <a:uFillTx/>
                <a:latin typeface="Adobe Clean SemiLight"/>
                <a:ea typeface="+mn-ea"/>
                <a:cs typeface="+mn-cs"/>
              </a:rPr>
              <a:t>Manage | Assemble</a:t>
            </a:r>
          </a:p>
        </p:txBody>
      </p:sp>
      <p:sp>
        <p:nvSpPr>
          <p:cNvPr id="24" name="Rectangle 23">
            <a:extLst>
              <a:ext uri="{FF2B5EF4-FFF2-40B4-BE49-F238E27FC236}">
                <a16:creationId xmlns:a16="http://schemas.microsoft.com/office/drawing/2014/main" id="{C4FF2C03-2094-4300-886F-54B8DE21F967}"/>
              </a:ext>
            </a:extLst>
          </p:cNvPr>
          <p:cNvSpPr/>
          <p:nvPr/>
        </p:nvSpPr>
        <p:spPr>
          <a:xfrm>
            <a:off x="8244401" y="1651907"/>
            <a:ext cx="2770310" cy="461537"/>
          </a:xfrm>
          <a:prstGeom prst="rect">
            <a:avLst/>
          </a:prstGeom>
        </p:spPr>
        <p:txBody>
          <a:bodyPr wrap="none">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srgbClr val="2C2C2C"/>
                </a:solidFill>
                <a:effectLst/>
                <a:uLnTx/>
                <a:uFillTx/>
                <a:latin typeface="Adobe Clean SemiLight"/>
                <a:ea typeface="+mn-ea"/>
                <a:cs typeface="+mn-cs"/>
              </a:rPr>
              <a:t>Personalize | Deliver</a:t>
            </a:r>
          </a:p>
        </p:txBody>
      </p:sp>
      <p:sp>
        <p:nvSpPr>
          <p:cNvPr id="25" name="TextBox 24">
            <a:extLst>
              <a:ext uri="{FF2B5EF4-FFF2-40B4-BE49-F238E27FC236}">
                <a16:creationId xmlns:a16="http://schemas.microsoft.com/office/drawing/2014/main" id="{31CEA226-22BF-438C-BDAB-3008A579822D}"/>
              </a:ext>
            </a:extLst>
          </p:cNvPr>
          <p:cNvSpPr txBox="1"/>
          <p:nvPr/>
        </p:nvSpPr>
        <p:spPr>
          <a:xfrm>
            <a:off x="1392168" y="2065374"/>
            <a:ext cx="2519586" cy="73847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Ingest any number of content types: Creative Cloud, Stock, Brand Assets and more</a:t>
            </a:r>
          </a:p>
        </p:txBody>
      </p:sp>
      <p:sp>
        <p:nvSpPr>
          <p:cNvPr id="26" name="TextBox 25">
            <a:extLst>
              <a:ext uri="{FF2B5EF4-FFF2-40B4-BE49-F238E27FC236}">
                <a16:creationId xmlns:a16="http://schemas.microsoft.com/office/drawing/2014/main" id="{8093E763-0074-4CD5-A539-DDBFD1156B4F}"/>
              </a:ext>
            </a:extLst>
          </p:cNvPr>
          <p:cNvSpPr txBox="1"/>
          <p:nvPr/>
        </p:nvSpPr>
        <p:spPr>
          <a:xfrm>
            <a:off x="4731745" y="2089784"/>
            <a:ext cx="2684959" cy="52308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dobe Clean SemiLight"/>
                <a:ea typeface="+mn-ea"/>
                <a:cs typeface="+mn-cs"/>
              </a:rPr>
              <a:t>Easily store, find and compose varied experiences</a:t>
            </a:r>
          </a:p>
        </p:txBody>
      </p:sp>
      <p:sp>
        <p:nvSpPr>
          <p:cNvPr id="27" name="TextBox 26">
            <a:extLst>
              <a:ext uri="{FF2B5EF4-FFF2-40B4-BE49-F238E27FC236}">
                <a16:creationId xmlns:a16="http://schemas.microsoft.com/office/drawing/2014/main" id="{756E8EAC-003B-4FA7-AE10-B39BAF9C4FBC}"/>
              </a:ext>
            </a:extLst>
          </p:cNvPr>
          <p:cNvSpPr txBox="1"/>
          <p:nvPr/>
        </p:nvSpPr>
        <p:spPr>
          <a:xfrm>
            <a:off x="8236695" y="2065374"/>
            <a:ext cx="276158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Intelligent personalization and channel-agnostic content delivery</a:t>
            </a:r>
          </a:p>
        </p:txBody>
      </p:sp>
      <p:grpSp>
        <p:nvGrpSpPr>
          <p:cNvPr id="28" name="Group 27">
            <a:extLst>
              <a:ext uri="{FF2B5EF4-FFF2-40B4-BE49-F238E27FC236}">
                <a16:creationId xmlns:a16="http://schemas.microsoft.com/office/drawing/2014/main" id="{5724E286-0711-4449-9781-49C05EC32ED8}"/>
              </a:ext>
            </a:extLst>
          </p:cNvPr>
          <p:cNvGrpSpPr/>
          <p:nvPr/>
        </p:nvGrpSpPr>
        <p:grpSpPr>
          <a:xfrm>
            <a:off x="9104132" y="3926313"/>
            <a:ext cx="809512" cy="569222"/>
            <a:chOff x="8286943" y="3084012"/>
            <a:chExt cx="809512" cy="569222"/>
          </a:xfrm>
        </p:grpSpPr>
        <p:sp>
          <p:nvSpPr>
            <p:cNvPr id="29" name="Rectangle 28">
              <a:extLst>
                <a:ext uri="{FF2B5EF4-FFF2-40B4-BE49-F238E27FC236}">
                  <a16:creationId xmlns:a16="http://schemas.microsoft.com/office/drawing/2014/main" id="{B9875A7E-52C4-432B-AACD-2F5DD8BB7F1B}"/>
                </a:ext>
              </a:extLst>
            </p:cNvPr>
            <p:cNvSpPr/>
            <p:nvPr/>
          </p:nvSpPr>
          <p:spPr>
            <a:xfrm>
              <a:off x="8286943" y="3376307"/>
              <a:ext cx="809512" cy="276927"/>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Web &amp; Mobile Site</a:t>
              </a:r>
            </a:p>
          </p:txBody>
        </p:sp>
        <p:pic>
          <p:nvPicPr>
            <p:cNvPr id="30" name="Graphic 29">
              <a:extLst>
                <a:ext uri="{FF2B5EF4-FFF2-40B4-BE49-F238E27FC236}">
                  <a16:creationId xmlns:a16="http://schemas.microsoft.com/office/drawing/2014/main" id="{89DE44A8-D562-4C99-B622-9B1559ABAF2D}"/>
                </a:ext>
              </a:extLst>
            </p:cNvPr>
            <p:cNvPicPr>
              <a:picLocks noChangeAspect="1"/>
            </p:cNvPicPr>
            <p:nvPr/>
          </p:nvPicPr>
          <p:blipFill>
            <a:blip r:embed="rId11">
              <a:lum bright="-100000"/>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18895" y="3084012"/>
              <a:ext cx="145606" cy="250143"/>
            </a:xfrm>
            <a:prstGeom prst="rect">
              <a:avLst/>
            </a:prstGeom>
          </p:spPr>
        </p:pic>
      </p:grpSp>
      <p:sp>
        <p:nvSpPr>
          <p:cNvPr id="31" name="Rectangle 30">
            <a:extLst>
              <a:ext uri="{FF2B5EF4-FFF2-40B4-BE49-F238E27FC236}">
                <a16:creationId xmlns:a16="http://schemas.microsoft.com/office/drawing/2014/main" id="{B10690DA-8865-48E8-8534-558ABA2C0E14}"/>
              </a:ext>
            </a:extLst>
          </p:cNvPr>
          <p:cNvSpPr/>
          <p:nvPr/>
        </p:nvSpPr>
        <p:spPr>
          <a:xfrm>
            <a:off x="9089591" y="3184616"/>
            <a:ext cx="809512" cy="276927"/>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Dynamic Forms &amp; Docs</a:t>
            </a:r>
          </a:p>
        </p:txBody>
      </p:sp>
      <p:pic>
        <p:nvPicPr>
          <p:cNvPr id="32" name="Graphic 31">
            <a:extLst>
              <a:ext uri="{FF2B5EF4-FFF2-40B4-BE49-F238E27FC236}">
                <a16:creationId xmlns:a16="http://schemas.microsoft.com/office/drawing/2014/main" id="{E4F3C094-8A07-48DB-9C07-79FCC46E65EB}"/>
              </a:ext>
            </a:extLst>
          </p:cNvPr>
          <p:cNvPicPr>
            <a:picLocks noChangeAspect="1"/>
          </p:cNvPicPr>
          <p:nvPr/>
        </p:nvPicPr>
        <p:blipFill>
          <a:blip r:embed="rId13">
            <a:lum bright="-100000"/>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79334" y="2922624"/>
            <a:ext cx="178665" cy="178665"/>
          </a:xfrm>
          <a:prstGeom prst="rect">
            <a:avLst/>
          </a:prstGeom>
        </p:spPr>
      </p:pic>
      <p:grpSp>
        <p:nvGrpSpPr>
          <p:cNvPr id="33" name="Group 32">
            <a:extLst>
              <a:ext uri="{FF2B5EF4-FFF2-40B4-BE49-F238E27FC236}">
                <a16:creationId xmlns:a16="http://schemas.microsoft.com/office/drawing/2014/main" id="{1B0DD7E0-D402-4580-8FCF-D715F16DDCE6}"/>
              </a:ext>
            </a:extLst>
          </p:cNvPr>
          <p:cNvGrpSpPr/>
          <p:nvPr/>
        </p:nvGrpSpPr>
        <p:grpSpPr>
          <a:xfrm>
            <a:off x="8257505" y="3307976"/>
            <a:ext cx="809512" cy="543409"/>
            <a:chOff x="9052448" y="3287312"/>
            <a:chExt cx="809512" cy="543409"/>
          </a:xfrm>
        </p:grpSpPr>
        <p:sp>
          <p:nvSpPr>
            <p:cNvPr id="34" name="Rectangle 33">
              <a:extLst>
                <a:ext uri="{FF2B5EF4-FFF2-40B4-BE49-F238E27FC236}">
                  <a16:creationId xmlns:a16="http://schemas.microsoft.com/office/drawing/2014/main" id="{19207A93-00AE-4220-8C82-DE410C3761D9}"/>
                </a:ext>
              </a:extLst>
            </p:cNvPr>
            <p:cNvSpPr/>
            <p:nvPr/>
          </p:nvSpPr>
          <p:spPr>
            <a:xfrm>
              <a:off x="9052448" y="3553794"/>
              <a:ext cx="809512" cy="276927"/>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Connected Screens</a:t>
              </a:r>
            </a:p>
          </p:txBody>
        </p:sp>
        <p:pic>
          <p:nvPicPr>
            <p:cNvPr id="35" name="Graphic 34">
              <a:extLst>
                <a:ext uri="{FF2B5EF4-FFF2-40B4-BE49-F238E27FC236}">
                  <a16:creationId xmlns:a16="http://schemas.microsoft.com/office/drawing/2014/main" id="{195B04AB-AD6E-4D47-B0D4-B2FE50524BD5}"/>
                </a:ext>
              </a:extLst>
            </p:cNvPr>
            <p:cNvPicPr>
              <a:picLocks noChangeAspect="1"/>
            </p:cNvPicPr>
            <p:nvPr/>
          </p:nvPicPr>
          <p:blipFill>
            <a:blip r:embed="rId15">
              <a:lum bright="-100000"/>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20664" y="3287312"/>
              <a:ext cx="247586" cy="247586"/>
            </a:xfrm>
            <a:prstGeom prst="rect">
              <a:avLst/>
            </a:prstGeom>
          </p:spPr>
        </p:pic>
      </p:grpSp>
      <p:grpSp>
        <p:nvGrpSpPr>
          <p:cNvPr id="36" name="Group 35">
            <a:extLst>
              <a:ext uri="{FF2B5EF4-FFF2-40B4-BE49-F238E27FC236}">
                <a16:creationId xmlns:a16="http://schemas.microsoft.com/office/drawing/2014/main" id="{2664BD51-0CDA-4A74-95B3-BCA44523F5D2}"/>
              </a:ext>
            </a:extLst>
          </p:cNvPr>
          <p:cNvGrpSpPr/>
          <p:nvPr/>
        </p:nvGrpSpPr>
        <p:grpSpPr>
          <a:xfrm>
            <a:off x="8174454" y="4121304"/>
            <a:ext cx="809511" cy="397544"/>
            <a:chOff x="9077165" y="3975391"/>
            <a:chExt cx="809511" cy="397544"/>
          </a:xfrm>
        </p:grpSpPr>
        <p:sp>
          <p:nvSpPr>
            <p:cNvPr id="37" name="Rectangle 36">
              <a:extLst>
                <a:ext uri="{FF2B5EF4-FFF2-40B4-BE49-F238E27FC236}">
                  <a16:creationId xmlns:a16="http://schemas.microsoft.com/office/drawing/2014/main" id="{08AE29AA-2432-4698-8B18-034F843C661D}"/>
                </a:ext>
              </a:extLst>
            </p:cNvPr>
            <p:cNvSpPr/>
            <p:nvPr/>
          </p:nvSpPr>
          <p:spPr>
            <a:xfrm>
              <a:off x="9077165" y="4234472"/>
              <a:ext cx="809511" cy="138463"/>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Email</a:t>
              </a:r>
            </a:p>
          </p:txBody>
        </p:sp>
        <p:pic>
          <p:nvPicPr>
            <p:cNvPr id="38" name="Graphic 37">
              <a:extLst>
                <a:ext uri="{FF2B5EF4-FFF2-40B4-BE49-F238E27FC236}">
                  <a16:creationId xmlns:a16="http://schemas.microsoft.com/office/drawing/2014/main" id="{972A8B35-7672-4699-A920-8CD86B609515}"/>
                </a:ext>
              </a:extLst>
            </p:cNvPr>
            <p:cNvPicPr>
              <a:picLocks noChangeAspect="1"/>
            </p:cNvPicPr>
            <p:nvPr/>
          </p:nvPicPr>
          <p:blipFill>
            <a:blip r:embed="rId2">
              <a:lum bright="-100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9990" y="3975391"/>
              <a:ext cx="303861" cy="206978"/>
            </a:xfrm>
            <a:prstGeom prst="rect">
              <a:avLst/>
            </a:prstGeom>
          </p:spPr>
        </p:pic>
      </p:grpSp>
      <p:grpSp>
        <p:nvGrpSpPr>
          <p:cNvPr id="39" name="Group 38">
            <a:extLst>
              <a:ext uri="{FF2B5EF4-FFF2-40B4-BE49-F238E27FC236}">
                <a16:creationId xmlns:a16="http://schemas.microsoft.com/office/drawing/2014/main" id="{AA2B7FC8-9D5B-4B04-AD40-7C9208936C1C}"/>
              </a:ext>
            </a:extLst>
          </p:cNvPr>
          <p:cNvGrpSpPr/>
          <p:nvPr/>
        </p:nvGrpSpPr>
        <p:grpSpPr>
          <a:xfrm>
            <a:off x="8505685" y="4826979"/>
            <a:ext cx="809512" cy="512328"/>
            <a:chOff x="8740636" y="4593312"/>
            <a:chExt cx="809512" cy="512328"/>
          </a:xfrm>
        </p:grpSpPr>
        <p:sp>
          <p:nvSpPr>
            <p:cNvPr id="40" name="Rectangle 39">
              <a:extLst>
                <a:ext uri="{FF2B5EF4-FFF2-40B4-BE49-F238E27FC236}">
                  <a16:creationId xmlns:a16="http://schemas.microsoft.com/office/drawing/2014/main" id="{BD51C9EA-9FAF-4A3E-9AFB-EBC9D32CECF5}"/>
                </a:ext>
              </a:extLst>
            </p:cNvPr>
            <p:cNvSpPr/>
            <p:nvPr/>
          </p:nvSpPr>
          <p:spPr>
            <a:xfrm>
              <a:off x="8740636" y="4828713"/>
              <a:ext cx="809512" cy="276927"/>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Single </a:t>
              </a:r>
            </a:p>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Page App</a:t>
              </a:r>
            </a:p>
          </p:txBody>
        </p:sp>
        <p:pic>
          <p:nvPicPr>
            <p:cNvPr id="41" name="Graphic 40">
              <a:extLst>
                <a:ext uri="{FF2B5EF4-FFF2-40B4-BE49-F238E27FC236}">
                  <a16:creationId xmlns:a16="http://schemas.microsoft.com/office/drawing/2014/main" id="{DA819128-26C1-4E56-B09B-AF418EA308AF}"/>
                </a:ext>
              </a:extLst>
            </p:cNvPr>
            <p:cNvPicPr>
              <a:picLocks noChangeAspect="1"/>
            </p:cNvPicPr>
            <p:nvPr/>
          </p:nvPicPr>
          <p:blipFill>
            <a:blip r:embed="rId4">
              <a:lum bright="-10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19071" y="4593312"/>
              <a:ext cx="252640" cy="230016"/>
            </a:xfrm>
            <a:prstGeom prst="rect">
              <a:avLst/>
            </a:prstGeom>
          </p:spPr>
        </p:pic>
      </p:grpSp>
      <p:sp>
        <p:nvSpPr>
          <p:cNvPr id="42" name="Rectangle 41">
            <a:extLst>
              <a:ext uri="{FF2B5EF4-FFF2-40B4-BE49-F238E27FC236}">
                <a16:creationId xmlns:a16="http://schemas.microsoft.com/office/drawing/2014/main" id="{439B3502-4CB0-44CE-9B1D-88FA0809BF14}"/>
              </a:ext>
            </a:extLst>
          </p:cNvPr>
          <p:cNvSpPr/>
          <p:nvPr/>
        </p:nvSpPr>
        <p:spPr>
          <a:xfrm>
            <a:off x="9678873" y="5196329"/>
            <a:ext cx="809512" cy="138463"/>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IoT Apps</a:t>
            </a:r>
          </a:p>
        </p:txBody>
      </p:sp>
      <p:grpSp>
        <p:nvGrpSpPr>
          <p:cNvPr id="43" name="Group 42">
            <a:extLst>
              <a:ext uri="{FF2B5EF4-FFF2-40B4-BE49-F238E27FC236}">
                <a16:creationId xmlns:a16="http://schemas.microsoft.com/office/drawing/2014/main" id="{0259D07E-E9C1-461A-A6AF-83BC0C2E7367}"/>
              </a:ext>
            </a:extLst>
          </p:cNvPr>
          <p:cNvGrpSpPr/>
          <p:nvPr/>
        </p:nvGrpSpPr>
        <p:grpSpPr>
          <a:xfrm>
            <a:off x="9776871" y="4699210"/>
            <a:ext cx="494975" cy="468271"/>
            <a:chOff x="8499743" y="4031366"/>
            <a:chExt cx="495104" cy="468393"/>
          </a:xfrm>
        </p:grpSpPr>
        <p:pic>
          <p:nvPicPr>
            <p:cNvPr id="44" name="Picture 43">
              <a:extLst>
                <a:ext uri="{FF2B5EF4-FFF2-40B4-BE49-F238E27FC236}">
                  <a16:creationId xmlns:a16="http://schemas.microsoft.com/office/drawing/2014/main" id="{D028F184-A937-449D-A659-D1FB14777A46}"/>
                </a:ext>
              </a:extLst>
            </p:cNvPr>
            <p:cNvPicPr>
              <a:picLocks noChangeAspect="1"/>
            </p:cNvPicPr>
            <p:nvPr/>
          </p:nvPicPr>
          <p:blipFill>
            <a:blip r:embed="rId17" cstate="print">
              <a:extLst>
                <a:ext uri="{BEBA8EAE-BF5A-486C-A8C5-ECC9F3942E4B}">
                  <a14:imgProps xmlns:a14="http://schemas.microsoft.com/office/drawing/2010/main">
                    <a14:imgLayer r:embed="rId18">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8742632" y="4031366"/>
              <a:ext cx="241845" cy="241845"/>
            </a:xfrm>
            <a:prstGeom prst="rect">
              <a:avLst/>
            </a:prstGeom>
          </p:spPr>
        </p:pic>
        <p:pic>
          <p:nvPicPr>
            <p:cNvPr id="45" name="Picture 44">
              <a:extLst>
                <a:ext uri="{FF2B5EF4-FFF2-40B4-BE49-F238E27FC236}">
                  <a16:creationId xmlns:a16="http://schemas.microsoft.com/office/drawing/2014/main" id="{8CC0E40A-BD30-4DAF-B21C-2100B57A0E9C}"/>
                </a:ext>
              </a:extLst>
            </p:cNvPr>
            <p:cNvPicPr>
              <a:picLocks noChangeAspect="1"/>
            </p:cNvPicPr>
            <p:nvPr/>
          </p:nvPicPr>
          <p:blipFill>
            <a:blip r:embed="rId19" cstate="print">
              <a:extLst>
                <a:ext uri="{BEBA8EAE-BF5A-486C-A8C5-ECC9F3942E4B}">
                  <a14:imgProps xmlns:a14="http://schemas.microsoft.com/office/drawing/2010/main">
                    <a14:imgLayer r:embed="rId20">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8499743" y="4145252"/>
              <a:ext cx="302411" cy="302411"/>
            </a:xfrm>
            <a:prstGeom prst="rect">
              <a:avLst/>
            </a:prstGeom>
          </p:spPr>
        </p:pic>
        <p:pic>
          <p:nvPicPr>
            <p:cNvPr id="46" name="Picture 45">
              <a:extLst>
                <a:ext uri="{FF2B5EF4-FFF2-40B4-BE49-F238E27FC236}">
                  <a16:creationId xmlns:a16="http://schemas.microsoft.com/office/drawing/2014/main" id="{038A03E2-B571-4298-B5CC-D594CA87CDF6}"/>
                </a:ext>
              </a:extLst>
            </p:cNvPr>
            <p:cNvPicPr>
              <a:picLocks noChangeAspect="1"/>
            </p:cNvPicPr>
            <p:nvPr/>
          </p:nvPicPr>
          <p:blipFill>
            <a:blip r:embed="rId21" cstate="print">
              <a:extLst>
                <a:ext uri="{BEBA8EAE-BF5A-486C-A8C5-ECC9F3942E4B}">
                  <a14:imgProps xmlns:a14="http://schemas.microsoft.com/office/drawing/2010/main">
                    <a14:imgLayer r:embed="rId22">
                      <a14:imgEffect>
                        <a14:artisticPhotocopy/>
                      </a14:imgEffect>
                      <a14:imgEffect>
                        <a14:brightnessContrast bright="-100000"/>
                      </a14:imgEffect>
                    </a14:imgLayer>
                  </a14:imgProps>
                </a:ext>
                <a:ext uri="{28A0092B-C50C-407E-A947-70E740481C1C}">
                  <a14:useLocalDpi xmlns:a14="http://schemas.microsoft.com/office/drawing/2010/main"/>
                </a:ext>
              </a:extLst>
            </a:blip>
            <a:stretch>
              <a:fillRect/>
            </a:stretch>
          </p:blipFill>
          <p:spPr>
            <a:xfrm>
              <a:off x="8755838" y="4260750"/>
              <a:ext cx="239009" cy="239009"/>
            </a:xfrm>
            <a:prstGeom prst="rect">
              <a:avLst/>
            </a:prstGeom>
          </p:spPr>
        </p:pic>
      </p:grpSp>
      <p:grpSp>
        <p:nvGrpSpPr>
          <p:cNvPr id="47" name="Group 46">
            <a:extLst>
              <a:ext uri="{FF2B5EF4-FFF2-40B4-BE49-F238E27FC236}">
                <a16:creationId xmlns:a16="http://schemas.microsoft.com/office/drawing/2014/main" id="{84925363-F34C-45B1-B7DD-682BBE20CB32}"/>
              </a:ext>
            </a:extLst>
          </p:cNvPr>
          <p:cNvGrpSpPr/>
          <p:nvPr/>
        </p:nvGrpSpPr>
        <p:grpSpPr>
          <a:xfrm>
            <a:off x="9823536" y="3227059"/>
            <a:ext cx="809511" cy="531975"/>
            <a:chOff x="9859030" y="2931558"/>
            <a:chExt cx="809511" cy="531975"/>
          </a:xfrm>
        </p:grpSpPr>
        <p:sp>
          <p:nvSpPr>
            <p:cNvPr id="48" name="Freeform 33">
              <a:extLst>
                <a:ext uri="{FF2B5EF4-FFF2-40B4-BE49-F238E27FC236}">
                  <a16:creationId xmlns:a16="http://schemas.microsoft.com/office/drawing/2014/main" id="{96B39EAA-9A87-41DA-BD90-EE9CF25A7DDF}"/>
                </a:ext>
              </a:extLst>
            </p:cNvPr>
            <p:cNvSpPr>
              <a:spLocks noEditPoints="1"/>
            </p:cNvSpPr>
            <p:nvPr/>
          </p:nvSpPr>
          <p:spPr bwMode="auto">
            <a:xfrm flipH="1">
              <a:off x="10043506" y="2931558"/>
              <a:ext cx="440560" cy="323343"/>
            </a:xfrm>
            <a:custGeom>
              <a:avLst/>
              <a:gdLst>
                <a:gd name="T0" fmla="*/ 169 w 485"/>
                <a:gd name="T1" fmla="*/ 91 h 364"/>
                <a:gd name="T2" fmla="*/ 169 w 485"/>
                <a:gd name="T3" fmla="*/ 81 h 364"/>
                <a:gd name="T4" fmla="*/ 177 w 485"/>
                <a:gd name="T5" fmla="*/ 74 h 364"/>
                <a:gd name="T6" fmla="*/ 123 w 485"/>
                <a:gd name="T7" fmla="*/ 279 h 364"/>
                <a:gd name="T8" fmla="*/ 49 w 485"/>
                <a:gd name="T9" fmla="*/ 232 h 364"/>
                <a:gd name="T10" fmla="*/ 0 w 485"/>
                <a:gd name="T11" fmla="*/ 359 h 364"/>
                <a:gd name="T12" fmla="*/ 190 w 485"/>
                <a:gd name="T13" fmla="*/ 359 h 364"/>
                <a:gd name="T14" fmla="*/ 95 w 485"/>
                <a:gd name="T15" fmla="*/ 181 h 364"/>
                <a:gd name="T16" fmla="*/ 58 w 485"/>
                <a:gd name="T17" fmla="*/ 232 h 364"/>
                <a:gd name="T18" fmla="*/ 56 w 485"/>
                <a:gd name="T19" fmla="*/ 320 h 364"/>
                <a:gd name="T20" fmla="*/ 114 w 485"/>
                <a:gd name="T21" fmla="*/ 286 h 364"/>
                <a:gd name="T22" fmla="*/ 180 w 485"/>
                <a:gd name="T23" fmla="*/ 355 h 364"/>
                <a:gd name="T24" fmla="*/ 246 w 485"/>
                <a:gd name="T25" fmla="*/ 109 h 364"/>
                <a:gd name="T26" fmla="*/ 262 w 485"/>
                <a:gd name="T27" fmla="*/ 92 h 364"/>
                <a:gd name="T28" fmla="*/ 262 w 485"/>
                <a:gd name="T29" fmla="*/ 102 h 364"/>
                <a:gd name="T30" fmla="*/ 316 w 485"/>
                <a:gd name="T31" fmla="*/ 109 h 364"/>
                <a:gd name="T32" fmla="*/ 299 w 485"/>
                <a:gd name="T33" fmla="*/ 126 h 364"/>
                <a:gd name="T34" fmla="*/ 292 w 485"/>
                <a:gd name="T35" fmla="*/ 109 h 364"/>
                <a:gd name="T36" fmla="*/ 299 w 485"/>
                <a:gd name="T37" fmla="*/ 117 h 364"/>
                <a:gd name="T38" fmla="*/ 327 w 485"/>
                <a:gd name="T39" fmla="*/ 215 h 364"/>
                <a:gd name="T40" fmla="*/ 378 w 485"/>
                <a:gd name="T41" fmla="*/ 108 h 364"/>
                <a:gd name="T42" fmla="*/ 203 w 485"/>
                <a:gd name="T43" fmla="*/ 0 h 364"/>
                <a:gd name="T44" fmla="*/ 154 w 485"/>
                <a:gd name="T45" fmla="*/ 183 h 364"/>
                <a:gd name="T46" fmla="*/ 208 w 485"/>
                <a:gd name="T47" fmla="*/ 143 h 364"/>
                <a:gd name="T48" fmla="*/ 321 w 485"/>
                <a:gd name="T49" fmla="*/ 216 h 364"/>
                <a:gd name="T50" fmla="*/ 226 w 485"/>
                <a:gd name="T51" fmla="*/ 130 h 364"/>
                <a:gd name="T52" fmla="*/ 199 w 485"/>
                <a:gd name="T53" fmla="*/ 137 h 364"/>
                <a:gd name="T54" fmla="*/ 180 w 485"/>
                <a:gd name="T55" fmla="*/ 134 h 364"/>
                <a:gd name="T56" fmla="*/ 131 w 485"/>
                <a:gd name="T57" fmla="*/ 71 h 364"/>
                <a:gd name="T58" fmla="*/ 275 w 485"/>
                <a:gd name="T59" fmla="*/ 49 h 364"/>
                <a:gd name="T60" fmla="*/ 314 w 485"/>
                <a:gd name="T61" fmla="*/ 169 h 364"/>
                <a:gd name="T62" fmla="*/ 296 w 485"/>
                <a:gd name="T63" fmla="*/ 173 h 364"/>
                <a:gd name="T64" fmla="*/ 418 w 485"/>
                <a:gd name="T65" fmla="*/ 279 h 364"/>
                <a:gd name="T66" fmla="*/ 343 w 485"/>
                <a:gd name="T67" fmla="*/ 232 h 364"/>
                <a:gd name="T68" fmla="*/ 295 w 485"/>
                <a:gd name="T69" fmla="*/ 359 h 364"/>
                <a:gd name="T70" fmla="*/ 485 w 485"/>
                <a:gd name="T71" fmla="*/ 359 h 364"/>
                <a:gd name="T72" fmla="*/ 390 w 485"/>
                <a:gd name="T73" fmla="*/ 181 h 364"/>
                <a:gd name="T74" fmla="*/ 353 w 485"/>
                <a:gd name="T75" fmla="*/ 232 h 364"/>
                <a:gd name="T76" fmla="*/ 350 w 485"/>
                <a:gd name="T77" fmla="*/ 320 h 364"/>
                <a:gd name="T78" fmla="*/ 409 w 485"/>
                <a:gd name="T79" fmla="*/ 286 h 364"/>
                <a:gd name="T80" fmla="*/ 475 w 485"/>
                <a:gd name="T81" fmla="*/ 355 h 364"/>
                <a:gd name="T82" fmla="*/ 189 w 485"/>
                <a:gd name="T83" fmla="*/ 74 h 364"/>
                <a:gd name="T84" fmla="*/ 206 w 485"/>
                <a:gd name="T85" fmla="*/ 57 h 364"/>
                <a:gd name="T86" fmla="*/ 206 w 485"/>
                <a:gd name="T87" fmla="*/ 66 h 364"/>
                <a:gd name="T88" fmla="*/ 260 w 485"/>
                <a:gd name="T89" fmla="*/ 74 h 364"/>
                <a:gd name="T90" fmla="*/ 243 w 485"/>
                <a:gd name="T91" fmla="*/ 91 h 364"/>
                <a:gd name="T92" fmla="*/ 236 w 485"/>
                <a:gd name="T93" fmla="*/ 74 h 364"/>
                <a:gd name="T94" fmla="*/ 243 w 485"/>
                <a:gd name="T95" fmla="*/ 81 h 364"/>
                <a:gd name="T96" fmla="*/ 336 w 485"/>
                <a:gd name="T97" fmla="*/ 92 h 364"/>
                <a:gd name="T98" fmla="*/ 336 w 485"/>
                <a:gd name="T99" fmla="*/ 102 h 364"/>
                <a:gd name="T100" fmla="*/ 329 w 485"/>
                <a:gd name="T101" fmla="*/ 109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5" h="364">
                  <a:moveTo>
                    <a:pt x="169" y="57"/>
                  </a:moveTo>
                  <a:cubicBezTo>
                    <a:pt x="160" y="57"/>
                    <a:pt x="153" y="65"/>
                    <a:pt x="153" y="74"/>
                  </a:cubicBezTo>
                  <a:cubicBezTo>
                    <a:pt x="153" y="83"/>
                    <a:pt x="160" y="91"/>
                    <a:pt x="169" y="91"/>
                  </a:cubicBezTo>
                  <a:cubicBezTo>
                    <a:pt x="179" y="91"/>
                    <a:pt x="186" y="83"/>
                    <a:pt x="186" y="74"/>
                  </a:cubicBezTo>
                  <a:cubicBezTo>
                    <a:pt x="186" y="65"/>
                    <a:pt x="179" y="57"/>
                    <a:pt x="169" y="57"/>
                  </a:cubicBezTo>
                  <a:close/>
                  <a:moveTo>
                    <a:pt x="169" y="81"/>
                  </a:moveTo>
                  <a:cubicBezTo>
                    <a:pt x="165" y="81"/>
                    <a:pt x="162" y="78"/>
                    <a:pt x="162" y="74"/>
                  </a:cubicBezTo>
                  <a:cubicBezTo>
                    <a:pt x="162" y="70"/>
                    <a:pt x="165" y="66"/>
                    <a:pt x="169" y="66"/>
                  </a:cubicBezTo>
                  <a:cubicBezTo>
                    <a:pt x="173" y="66"/>
                    <a:pt x="177" y="70"/>
                    <a:pt x="177" y="74"/>
                  </a:cubicBezTo>
                  <a:cubicBezTo>
                    <a:pt x="177" y="78"/>
                    <a:pt x="173" y="81"/>
                    <a:pt x="169" y="81"/>
                  </a:cubicBezTo>
                  <a:close/>
                  <a:moveTo>
                    <a:pt x="138" y="312"/>
                  </a:moveTo>
                  <a:cubicBezTo>
                    <a:pt x="127" y="309"/>
                    <a:pt x="124" y="290"/>
                    <a:pt x="123" y="279"/>
                  </a:cubicBezTo>
                  <a:cubicBezTo>
                    <a:pt x="134" y="267"/>
                    <a:pt x="141" y="250"/>
                    <a:pt x="141" y="232"/>
                  </a:cubicBezTo>
                  <a:cubicBezTo>
                    <a:pt x="141" y="195"/>
                    <a:pt x="123" y="171"/>
                    <a:pt x="95" y="171"/>
                  </a:cubicBezTo>
                  <a:cubicBezTo>
                    <a:pt x="66" y="171"/>
                    <a:pt x="49" y="195"/>
                    <a:pt x="49" y="232"/>
                  </a:cubicBezTo>
                  <a:cubicBezTo>
                    <a:pt x="49" y="251"/>
                    <a:pt x="56" y="268"/>
                    <a:pt x="67" y="279"/>
                  </a:cubicBezTo>
                  <a:cubicBezTo>
                    <a:pt x="67" y="293"/>
                    <a:pt x="62" y="308"/>
                    <a:pt x="53" y="311"/>
                  </a:cubicBezTo>
                  <a:cubicBezTo>
                    <a:pt x="9" y="320"/>
                    <a:pt x="0" y="342"/>
                    <a:pt x="0" y="359"/>
                  </a:cubicBezTo>
                  <a:cubicBezTo>
                    <a:pt x="0" y="362"/>
                    <a:pt x="2" y="364"/>
                    <a:pt x="4" y="364"/>
                  </a:cubicBezTo>
                  <a:cubicBezTo>
                    <a:pt x="185" y="364"/>
                    <a:pt x="185" y="364"/>
                    <a:pt x="185" y="364"/>
                  </a:cubicBezTo>
                  <a:cubicBezTo>
                    <a:pt x="188" y="364"/>
                    <a:pt x="190" y="362"/>
                    <a:pt x="190" y="359"/>
                  </a:cubicBezTo>
                  <a:cubicBezTo>
                    <a:pt x="190" y="343"/>
                    <a:pt x="181" y="321"/>
                    <a:pt x="138" y="312"/>
                  </a:cubicBezTo>
                  <a:close/>
                  <a:moveTo>
                    <a:pt x="58" y="232"/>
                  </a:moveTo>
                  <a:cubicBezTo>
                    <a:pt x="58" y="185"/>
                    <a:pt x="86" y="181"/>
                    <a:pt x="95" y="181"/>
                  </a:cubicBezTo>
                  <a:cubicBezTo>
                    <a:pt x="104" y="181"/>
                    <a:pt x="132" y="185"/>
                    <a:pt x="132" y="232"/>
                  </a:cubicBezTo>
                  <a:cubicBezTo>
                    <a:pt x="132" y="261"/>
                    <a:pt x="112" y="283"/>
                    <a:pt x="95" y="283"/>
                  </a:cubicBezTo>
                  <a:cubicBezTo>
                    <a:pt x="77" y="283"/>
                    <a:pt x="58" y="261"/>
                    <a:pt x="58" y="232"/>
                  </a:cubicBezTo>
                  <a:close/>
                  <a:moveTo>
                    <a:pt x="9" y="355"/>
                  </a:moveTo>
                  <a:cubicBezTo>
                    <a:pt x="12" y="338"/>
                    <a:pt x="27" y="326"/>
                    <a:pt x="55" y="320"/>
                  </a:cubicBezTo>
                  <a:cubicBezTo>
                    <a:pt x="55" y="320"/>
                    <a:pt x="55" y="320"/>
                    <a:pt x="56" y="320"/>
                  </a:cubicBezTo>
                  <a:cubicBezTo>
                    <a:pt x="68" y="316"/>
                    <a:pt x="74" y="301"/>
                    <a:pt x="76" y="286"/>
                  </a:cubicBezTo>
                  <a:cubicBezTo>
                    <a:pt x="82" y="290"/>
                    <a:pt x="88" y="292"/>
                    <a:pt x="95" y="292"/>
                  </a:cubicBezTo>
                  <a:cubicBezTo>
                    <a:pt x="102" y="292"/>
                    <a:pt x="108" y="290"/>
                    <a:pt x="114" y="286"/>
                  </a:cubicBezTo>
                  <a:cubicBezTo>
                    <a:pt x="116" y="302"/>
                    <a:pt x="122" y="317"/>
                    <a:pt x="136" y="321"/>
                  </a:cubicBezTo>
                  <a:cubicBezTo>
                    <a:pt x="136" y="321"/>
                    <a:pt x="136" y="321"/>
                    <a:pt x="136" y="321"/>
                  </a:cubicBezTo>
                  <a:cubicBezTo>
                    <a:pt x="163" y="326"/>
                    <a:pt x="178" y="338"/>
                    <a:pt x="180" y="355"/>
                  </a:cubicBezTo>
                  <a:lnTo>
                    <a:pt x="9" y="355"/>
                  </a:lnTo>
                  <a:close/>
                  <a:moveTo>
                    <a:pt x="262" y="92"/>
                  </a:moveTo>
                  <a:cubicBezTo>
                    <a:pt x="253" y="92"/>
                    <a:pt x="246" y="100"/>
                    <a:pt x="246" y="109"/>
                  </a:cubicBezTo>
                  <a:cubicBezTo>
                    <a:pt x="246" y="118"/>
                    <a:pt x="253" y="126"/>
                    <a:pt x="262" y="126"/>
                  </a:cubicBezTo>
                  <a:cubicBezTo>
                    <a:pt x="272" y="126"/>
                    <a:pt x="279" y="118"/>
                    <a:pt x="279" y="109"/>
                  </a:cubicBezTo>
                  <a:cubicBezTo>
                    <a:pt x="279" y="100"/>
                    <a:pt x="272" y="92"/>
                    <a:pt x="262" y="92"/>
                  </a:cubicBezTo>
                  <a:close/>
                  <a:moveTo>
                    <a:pt x="262" y="117"/>
                  </a:moveTo>
                  <a:cubicBezTo>
                    <a:pt x="258" y="117"/>
                    <a:pt x="255" y="113"/>
                    <a:pt x="255" y="109"/>
                  </a:cubicBezTo>
                  <a:cubicBezTo>
                    <a:pt x="255" y="105"/>
                    <a:pt x="258" y="102"/>
                    <a:pt x="262" y="102"/>
                  </a:cubicBezTo>
                  <a:cubicBezTo>
                    <a:pt x="267" y="102"/>
                    <a:pt x="270" y="105"/>
                    <a:pt x="270" y="109"/>
                  </a:cubicBezTo>
                  <a:cubicBezTo>
                    <a:pt x="270" y="113"/>
                    <a:pt x="267" y="117"/>
                    <a:pt x="262" y="117"/>
                  </a:cubicBezTo>
                  <a:close/>
                  <a:moveTo>
                    <a:pt x="316" y="109"/>
                  </a:moveTo>
                  <a:cubicBezTo>
                    <a:pt x="316" y="100"/>
                    <a:pt x="308" y="92"/>
                    <a:pt x="299" y="92"/>
                  </a:cubicBezTo>
                  <a:cubicBezTo>
                    <a:pt x="290" y="92"/>
                    <a:pt x="282" y="100"/>
                    <a:pt x="282" y="109"/>
                  </a:cubicBezTo>
                  <a:cubicBezTo>
                    <a:pt x="282" y="118"/>
                    <a:pt x="290" y="126"/>
                    <a:pt x="299" y="126"/>
                  </a:cubicBezTo>
                  <a:cubicBezTo>
                    <a:pt x="308" y="126"/>
                    <a:pt x="316" y="118"/>
                    <a:pt x="316" y="109"/>
                  </a:cubicBezTo>
                  <a:close/>
                  <a:moveTo>
                    <a:pt x="299" y="117"/>
                  </a:moveTo>
                  <a:cubicBezTo>
                    <a:pt x="295" y="117"/>
                    <a:pt x="292" y="113"/>
                    <a:pt x="292" y="109"/>
                  </a:cubicBezTo>
                  <a:cubicBezTo>
                    <a:pt x="292" y="105"/>
                    <a:pt x="295" y="102"/>
                    <a:pt x="299" y="102"/>
                  </a:cubicBezTo>
                  <a:cubicBezTo>
                    <a:pt x="303" y="102"/>
                    <a:pt x="307" y="105"/>
                    <a:pt x="307" y="109"/>
                  </a:cubicBezTo>
                  <a:cubicBezTo>
                    <a:pt x="307" y="113"/>
                    <a:pt x="303" y="117"/>
                    <a:pt x="299" y="117"/>
                  </a:cubicBezTo>
                  <a:close/>
                  <a:moveTo>
                    <a:pt x="321" y="216"/>
                  </a:moveTo>
                  <a:cubicBezTo>
                    <a:pt x="322" y="216"/>
                    <a:pt x="323" y="216"/>
                    <a:pt x="324" y="216"/>
                  </a:cubicBezTo>
                  <a:cubicBezTo>
                    <a:pt x="325" y="216"/>
                    <a:pt x="326" y="216"/>
                    <a:pt x="327" y="215"/>
                  </a:cubicBezTo>
                  <a:cubicBezTo>
                    <a:pt x="328" y="214"/>
                    <a:pt x="329" y="212"/>
                    <a:pt x="328" y="210"/>
                  </a:cubicBezTo>
                  <a:cubicBezTo>
                    <a:pt x="328" y="210"/>
                    <a:pt x="321" y="195"/>
                    <a:pt x="320" y="177"/>
                  </a:cubicBezTo>
                  <a:cubicBezTo>
                    <a:pt x="354" y="168"/>
                    <a:pt x="378" y="140"/>
                    <a:pt x="378" y="108"/>
                  </a:cubicBezTo>
                  <a:cubicBezTo>
                    <a:pt x="378" y="69"/>
                    <a:pt x="341" y="37"/>
                    <a:pt x="296" y="37"/>
                  </a:cubicBezTo>
                  <a:cubicBezTo>
                    <a:pt x="289" y="37"/>
                    <a:pt x="283" y="37"/>
                    <a:pt x="276" y="39"/>
                  </a:cubicBezTo>
                  <a:cubicBezTo>
                    <a:pt x="262" y="15"/>
                    <a:pt x="234" y="0"/>
                    <a:pt x="203" y="0"/>
                  </a:cubicBezTo>
                  <a:cubicBezTo>
                    <a:pt x="158" y="0"/>
                    <a:pt x="122" y="32"/>
                    <a:pt x="122" y="71"/>
                  </a:cubicBezTo>
                  <a:cubicBezTo>
                    <a:pt x="122" y="100"/>
                    <a:pt x="141" y="125"/>
                    <a:pt x="171" y="137"/>
                  </a:cubicBezTo>
                  <a:cubicBezTo>
                    <a:pt x="169" y="163"/>
                    <a:pt x="154" y="183"/>
                    <a:pt x="154" y="183"/>
                  </a:cubicBezTo>
                  <a:cubicBezTo>
                    <a:pt x="152" y="185"/>
                    <a:pt x="152" y="188"/>
                    <a:pt x="154" y="189"/>
                  </a:cubicBezTo>
                  <a:cubicBezTo>
                    <a:pt x="155" y="191"/>
                    <a:pt x="157" y="191"/>
                    <a:pt x="159" y="191"/>
                  </a:cubicBezTo>
                  <a:cubicBezTo>
                    <a:pt x="184" y="179"/>
                    <a:pt x="200" y="164"/>
                    <a:pt x="208" y="143"/>
                  </a:cubicBezTo>
                  <a:cubicBezTo>
                    <a:pt x="213" y="142"/>
                    <a:pt x="218" y="142"/>
                    <a:pt x="224" y="141"/>
                  </a:cubicBezTo>
                  <a:cubicBezTo>
                    <a:pt x="236" y="163"/>
                    <a:pt x="261" y="177"/>
                    <a:pt x="289" y="179"/>
                  </a:cubicBezTo>
                  <a:cubicBezTo>
                    <a:pt x="295" y="193"/>
                    <a:pt x="306" y="205"/>
                    <a:pt x="321" y="216"/>
                  </a:cubicBezTo>
                  <a:close/>
                  <a:moveTo>
                    <a:pt x="292" y="170"/>
                  </a:moveTo>
                  <a:cubicBezTo>
                    <a:pt x="265" y="169"/>
                    <a:pt x="241" y="155"/>
                    <a:pt x="230" y="133"/>
                  </a:cubicBezTo>
                  <a:cubicBezTo>
                    <a:pt x="229" y="131"/>
                    <a:pt x="228" y="130"/>
                    <a:pt x="226" y="130"/>
                  </a:cubicBezTo>
                  <a:cubicBezTo>
                    <a:pt x="226" y="130"/>
                    <a:pt x="225" y="130"/>
                    <a:pt x="225" y="131"/>
                  </a:cubicBezTo>
                  <a:cubicBezTo>
                    <a:pt x="218" y="132"/>
                    <a:pt x="211" y="133"/>
                    <a:pt x="204" y="133"/>
                  </a:cubicBezTo>
                  <a:cubicBezTo>
                    <a:pt x="202" y="133"/>
                    <a:pt x="200" y="135"/>
                    <a:pt x="199" y="137"/>
                  </a:cubicBezTo>
                  <a:cubicBezTo>
                    <a:pt x="199" y="138"/>
                    <a:pt x="199" y="138"/>
                    <a:pt x="199" y="139"/>
                  </a:cubicBezTo>
                  <a:cubicBezTo>
                    <a:pt x="194" y="154"/>
                    <a:pt x="185" y="165"/>
                    <a:pt x="170" y="175"/>
                  </a:cubicBezTo>
                  <a:cubicBezTo>
                    <a:pt x="175" y="165"/>
                    <a:pt x="180" y="150"/>
                    <a:pt x="180" y="134"/>
                  </a:cubicBezTo>
                  <a:cubicBezTo>
                    <a:pt x="180" y="134"/>
                    <a:pt x="180" y="134"/>
                    <a:pt x="180" y="134"/>
                  </a:cubicBezTo>
                  <a:cubicBezTo>
                    <a:pt x="180" y="132"/>
                    <a:pt x="179" y="130"/>
                    <a:pt x="177" y="129"/>
                  </a:cubicBezTo>
                  <a:cubicBezTo>
                    <a:pt x="149" y="120"/>
                    <a:pt x="131" y="97"/>
                    <a:pt x="131" y="71"/>
                  </a:cubicBezTo>
                  <a:cubicBezTo>
                    <a:pt x="131" y="37"/>
                    <a:pt x="164" y="9"/>
                    <a:pt x="203" y="9"/>
                  </a:cubicBezTo>
                  <a:cubicBezTo>
                    <a:pt x="232" y="9"/>
                    <a:pt x="258" y="24"/>
                    <a:pt x="269" y="47"/>
                  </a:cubicBezTo>
                  <a:cubicBezTo>
                    <a:pt x="270" y="48"/>
                    <a:pt x="273" y="49"/>
                    <a:pt x="275" y="49"/>
                  </a:cubicBezTo>
                  <a:cubicBezTo>
                    <a:pt x="282" y="47"/>
                    <a:pt x="289" y="46"/>
                    <a:pt x="296" y="46"/>
                  </a:cubicBezTo>
                  <a:cubicBezTo>
                    <a:pt x="336" y="46"/>
                    <a:pt x="368" y="74"/>
                    <a:pt x="368" y="108"/>
                  </a:cubicBezTo>
                  <a:cubicBezTo>
                    <a:pt x="368" y="137"/>
                    <a:pt x="346" y="162"/>
                    <a:pt x="314" y="169"/>
                  </a:cubicBezTo>
                  <a:cubicBezTo>
                    <a:pt x="312" y="169"/>
                    <a:pt x="310" y="171"/>
                    <a:pt x="310" y="173"/>
                  </a:cubicBezTo>
                  <a:cubicBezTo>
                    <a:pt x="311" y="183"/>
                    <a:pt x="312" y="191"/>
                    <a:pt x="314" y="198"/>
                  </a:cubicBezTo>
                  <a:cubicBezTo>
                    <a:pt x="306" y="190"/>
                    <a:pt x="300" y="182"/>
                    <a:pt x="296" y="173"/>
                  </a:cubicBezTo>
                  <a:cubicBezTo>
                    <a:pt x="296" y="171"/>
                    <a:pt x="294" y="170"/>
                    <a:pt x="292" y="170"/>
                  </a:cubicBezTo>
                  <a:close/>
                  <a:moveTo>
                    <a:pt x="433" y="312"/>
                  </a:moveTo>
                  <a:cubicBezTo>
                    <a:pt x="422" y="309"/>
                    <a:pt x="418" y="290"/>
                    <a:pt x="418" y="279"/>
                  </a:cubicBezTo>
                  <a:cubicBezTo>
                    <a:pt x="429" y="267"/>
                    <a:pt x="436" y="250"/>
                    <a:pt x="436" y="232"/>
                  </a:cubicBezTo>
                  <a:cubicBezTo>
                    <a:pt x="436" y="195"/>
                    <a:pt x="418" y="171"/>
                    <a:pt x="390" y="171"/>
                  </a:cubicBezTo>
                  <a:cubicBezTo>
                    <a:pt x="361" y="171"/>
                    <a:pt x="343" y="195"/>
                    <a:pt x="343" y="232"/>
                  </a:cubicBezTo>
                  <a:cubicBezTo>
                    <a:pt x="343" y="251"/>
                    <a:pt x="351" y="268"/>
                    <a:pt x="362" y="279"/>
                  </a:cubicBezTo>
                  <a:cubicBezTo>
                    <a:pt x="362" y="293"/>
                    <a:pt x="357" y="308"/>
                    <a:pt x="348" y="311"/>
                  </a:cubicBezTo>
                  <a:cubicBezTo>
                    <a:pt x="304" y="320"/>
                    <a:pt x="295" y="342"/>
                    <a:pt x="295" y="359"/>
                  </a:cubicBezTo>
                  <a:cubicBezTo>
                    <a:pt x="295" y="362"/>
                    <a:pt x="297" y="364"/>
                    <a:pt x="299" y="364"/>
                  </a:cubicBezTo>
                  <a:cubicBezTo>
                    <a:pt x="480" y="364"/>
                    <a:pt x="480" y="364"/>
                    <a:pt x="480" y="364"/>
                  </a:cubicBezTo>
                  <a:cubicBezTo>
                    <a:pt x="483" y="364"/>
                    <a:pt x="485" y="362"/>
                    <a:pt x="485" y="359"/>
                  </a:cubicBezTo>
                  <a:cubicBezTo>
                    <a:pt x="485" y="343"/>
                    <a:pt x="476" y="321"/>
                    <a:pt x="433" y="312"/>
                  </a:cubicBezTo>
                  <a:close/>
                  <a:moveTo>
                    <a:pt x="353" y="232"/>
                  </a:moveTo>
                  <a:cubicBezTo>
                    <a:pt x="353" y="185"/>
                    <a:pt x="381" y="181"/>
                    <a:pt x="390" y="181"/>
                  </a:cubicBezTo>
                  <a:cubicBezTo>
                    <a:pt x="398" y="181"/>
                    <a:pt x="427" y="185"/>
                    <a:pt x="427" y="232"/>
                  </a:cubicBezTo>
                  <a:cubicBezTo>
                    <a:pt x="427" y="261"/>
                    <a:pt x="407" y="283"/>
                    <a:pt x="390" y="283"/>
                  </a:cubicBezTo>
                  <a:cubicBezTo>
                    <a:pt x="372" y="283"/>
                    <a:pt x="353" y="261"/>
                    <a:pt x="353" y="232"/>
                  </a:cubicBezTo>
                  <a:close/>
                  <a:moveTo>
                    <a:pt x="304" y="355"/>
                  </a:moveTo>
                  <a:cubicBezTo>
                    <a:pt x="307" y="338"/>
                    <a:pt x="322" y="326"/>
                    <a:pt x="350" y="320"/>
                  </a:cubicBezTo>
                  <a:cubicBezTo>
                    <a:pt x="350" y="320"/>
                    <a:pt x="350" y="320"/>
                    <a:pt x="350" y="320"/>
                  </a:cubicBezTo>
                  <a:cubicBezTo>
                    <a:pt x="363" y="316"/>
                    <a:pt x="369" y="301"/>
                    <a:pt x="371" y="286"/>
                  </a:cubicBezTo>
                  <a:cubicBezTo>
                    <a:pt x="377" y="290"/>
                    <a:pt x="383" y="292"/>
                    <a:pt x="390" y="292"/>
                  </a:cubicBezTo>
                  <a:cubicBezTo>
                    <a:pt x="397" y="292"/>
                    <a:pt x="403" y="290"/>
                    <a:pt x="409" y="286"/>
                  </a:cubicBezTo>
                  <a:cubicBezTo>
                    <a:pt x="411" y="302"/>
                    <a:pt x="417" y="317"/>
                    <a:pt x="431" y="321"/>
                  </a:cubicBezTo>
                  <a:cubicBezTo>
                    <a:pt x="431" y="321"/>
                    <a:pt x="431" y="321"/>
                    <a:pt x="431" y="321"/>
                  </a:cubicBezTo>
                  <a:cubicBezTo>
                    <a:pt x="458" y="326"/>
                    <a:pt x="473" y="338"/>
                    <a:pt x="475" y="355"/>
                  </a:cubicBezTo>
                  <a:lnTo>
                    <a:pt x="304" y="355"/>
                  </a:lnTo>
                  <a:close/>
                  <a:moveTo>
                    <a:pt x="206" y="57"/>
                  </a:moveTo>
                  <a:cubicBezTo>
                    <a:pt x="197" y="57"/>
                    <a:pt x="189" y="65"/>
                    <a:pt x="189" y="74"/>
                  </a:cubicBezTo>
                  <a:cubicBezTo>
                    <a:pt x="189" y="83"/>
                    <a:pt x="197" y="91"/>
                    <a:pt x="206" y="91"/>
                  </a:cubicBezTo>
                  <a:cubicBezTo>
                    <a:pt x="215" y="91"/>
                    <a:pt x="223" y="83"/>
                    <a:pt x="223" y="74"/>
                  </a:cubicBezTo>
                  <a:cubicBezTo>
                    <a:pt x="223" y="65"/>
                    <a:pt x="215" y="57"/>
                    <a:pt x="206" y="57"/>
                  </a:cubicBezTo>
                  <a:close/>
                  <a:moveTo>
                    <a:pt x="206" y="81"/>
                  </a:moveTo>
                  <a:cubicBezTo>
                    <a:pt x="202" y="81"/>
                    <a:pt x="199" y="78"/>
                    <a:pt x="199" y="74"/>
                  </a:cubicBezTo>
                  <a:cubicBezTo>
                    <a:pt x="199" y="70"/>
                    <a:pt x="202" y="66"/>
                    <a:pt x="206" y="66"/>
                  </a:cubicBezTo>
                  <a:cubicBezTo>
                    <a:pt x="210" y="66"/>
                    <a:pt x="214" y="70"/>
                    <a:pt x="214" y="74"/>
                  </a:cubicBezTo>
                  <a:cubicBezTo>
                    <a:pt x="214" y="78"/>
                    <a:pt x="210" y="81"/>
                    <a:pt x="206" y="81"/>
                  </a:cubicBezTo>
                  <a:close/>
                  <a:moveTo>
                    <a:pt x="260" y="74"/>
                  </a:moveTo>
                  <a:cubicBezTo>
                    <a:pt x="260" y="65"/>
                    <a:pt x="252" y="57"/>
                    <a:pt x="243" y="57"/>
                  </a:cubicBezTo>
                  <a:cubicBezTo>
                    <a:pt x="234" y="57"/>
                    <a:pt x="226" y="65"/>
                    <a:pt x="226" y="74"/>
                  </a:cubicBezTo>
                  <a:cubicBezTo>
                    <a:pt x="226" y="83"/>
                    <a:pt x="234" y="91"/>
                    <a:pt x="243" y="91"/>
                  </a:cubicBezTo>
                  <a:cubicBezTo>
                    <a:pt x="252" y="91"/>
                    <a:pt x="260" y="83"/>
                    <a:pt x="260" y="74"/>
                  </a:cubicBezTo>
                  <a:close/>
                  <a:moveTo>
                    <a:pt x="243" y="81"/>
                  </a:moveTo>
                  <a:cubicBezTo>
                    <a:pt x="239" y="81"/>
                    <a:pt x="236" y="78"/>
                    <a:pt x="236" y="74"/>
                  </a:cubicBezTo>
                  <a:cubicBezTo>
                    <a:pt x="236" y="70"/>
                    <a:pt x="239" y="66"/>
                    <a:pt x="243" y="66"/>
                  </a:cubicBezTo>
                  <a:cubicBezTo>
                    <a:pt x="247" y="66"/>
                    <a:pt x="250" y="70"/>
                    <a:pt x="250" y="74"/>
                  </a:cubicBezTo>
                  <a:cubicBezTo>
                    <a:pt x="250" y="78"/>
                    <a:pt x="247" y="81"/>
                    <a:pt x="243" y="81"/>
                  </a:cubicBezTo>
                  <a:close/>
                  <a:moveTo>
                    <a:pt x="336" y="126"/>
                  </a:moveTo>
                  <a:cubicBezTo>
                    <a:pt x="345" y="126"/>
                    <a:pt x="353" y="118"/>
                    <a:pt x="353" y="109"/>
                  </a:cubicBezTo>
                  <a:cubicBezTo>
                    <a:pt x="353" y="100"/>
                    <a:pt x="345" y="92"/>
                    <a:pt x="336" y="92"/>
                  </a:cubicBezTo>
                  <a:cubicBezTo>
                    <a:pt x="327" y="92"/>
                    <a:pt x="319" y="100"/>
                    <a:pt x="319" y="109"/>
                  </a:cubicBezTo>
                  <a:cubicBezTo>
                    <a:pt x="319" y="118"/>
                    <a:pt x="327" y="126"/>
                    <a:pt x="336" y="126"/>
                  </a:cubicBezTo>
                  <a:close/>
                  <a:moveTo>
                    <a:pt x="336" y="102"/>
                  </a:moveTo>
                  <a:cubicBezTo>
                    <a:pt x="340" y="102"/>
                    <a:pt x="343" y="105"/>
                    <a:pt x="343" y="109"/>
                  </a:cubicBezTo>
                  <a:cubicBezTo>
                    <a:pt x="343" y="113"/>
                    <a:pt x="340" y="117"/>
                    <a:pt x="336" y="117"/>
                  </a:cubicBezTo>
                  <a:cubicBezTo>
                    <a:pt x="332" y="117"/>
                    <a:pt x="329" y="113"/>
                    <a:pt x="329" y="109"/>
                  </a:cubicBezTo>
                  <a:cubicBezTo>
                    <a:pt x="329" y="105"/>
                    <a:pt x="332" y="102"/>
                    <a:pt x="336" y="102"/>
                  </a:cubicBezTo>
                  <a:close/>
                </a:path>
              </a:pathLst>
            </a:custGeom>
            <a:solidFill>
              <a:schemeClr val="tx2"/>
            </a:solidFill>
            <a:ln>
              <a:noFill/>
            </a:ln>
          </p:spPr>
          <p:txBody>
            <a:bodyPr vert="horz" wrap="square" lIns="78731" tIns="39366" rIns="78731" bIns="39366"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550" b="0" i="0" u="none" strike="noStrike" kern="1200" cap="none" spc="0" normalizeH="0" baseline="0" noProof="0">
                <a:ln>
                  <a:noFill/>
                </a:ln>
                <a:solidFill>
                  <a:srgbClr val="2C2C2C"/>
                </a:solidFill>
                <a:effectLst/>
                <a:uLnTx/>
                <a:uFillTx/>
                <a:latin typeface="Adobe Clean"/>
                <a:ea typeface="+mn-ea"/>
                <a:cs typeface="+mn-cs"/>
              </a:endParaRPr>
            </a:p>
          </p:txBody>
        </p:sp>
        <p:sp>
          <p:nvSpPr>
            <p:cNvPr id="49" name="Rectangle 48">
              <a:extLst>
                <a:ext uri="{FF2B5EF4-FFF2-40B4-BE49-F238E27FC236}">
                  <a16:creationId xmlns:a16="http://schemas.microsoft.com/office/drawing/2014/main" id="{BA7C249F-447D-445D-BF44-F107A07B5035}"/>
                </a:ext>
              </a:extLst>
            </p:cNvPr>
            <p:cNvSpPr/>
            <p:nvPr/>
          </p:nvSpPr>
          <p:spPr>
            <a:xfrm>
              <a:off x="9859030" y="3325070"/>
              <a:ext cx="809511" cy="138463"/>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C2C2C"/>
                  </a:solidFill>
                  <a:effectLst/>
                  <a:uLnTx/>
                  <a:uFillTx/>
                  <a:latin typeface="Adobe Clean"/>
                  <a:ea typeface="+mn-ea"/>
                  <a:cs typeface="+mn-cs"/>
                </a:rPr>
                <a:t>Social Media</a:t>
              </a:r>
            </a:p>
          </p:txBody>
        </p:sp>
      </p:grpSp>
      <p:grpSp>
        <p:nvGrpSpPr>
          <p:cNvPr id="50" name="Group 49">
            <a:extLst>
              <a:ext uri="{FF2B5EF4-FFF2-40B4-BE49-F238E27FC236}">
                <a16:creationId xmlns:a16="http://schemas.microsoft.com/office/drawing/2014/main" id="{48217205-C96E-4AB0-908D-8FB00DF18967}"/>
              </a:ext>
            </a:extLst>
          </p:cNvPr>
          <p:cNvGrpSpPr/>
          <p:nvPr/>
        </p:nvGrpSpPr>
        <p:grpSpPr>
          <a:xfrm>
            <a:off x="10081939" y="4021514"/>
            <a:ext cx="809511" cy="497334"/>
            <a:chOff x="9894919" y="3694816"/>
            <a:chExt cx="809511" cy="497334"/>
          </a:xfrm>
        </p:grpSpPr>
        <p:pic>
          <p:nvPicPr>
            <p:cNvPr id="51" name="Picture 50">
              <a:extLst>
                <a:ext uri="{FF2B5EF4-FFF2-40B4-BE49-F238E27FC236}">
                  <a16:creationId xmlns:a16="http://schemas.microsoft.com/office/drawing/2014/main" id="{0ECFFCEB-C5E3-44C6-B12D-221399784076}"/>
                </a:ext>
              </a:extLst>
            </p:cNvPr>
            <p:cNvPicPr>
              <a:picLocks noChangeAspect="1"/>
            </p:cNvPicPr>
            <p:nvPr/>
          </p:nvPicPr>
          <p:blipFill>
            <a:blip r:embed="rId23" cstate="print">
              <a:extLst>
                <a:ext uri="{BEBA8EAE-BF5A-486C-A8C5-ECC9F3942E4B}">
                  <a14:imgProps xmlns:a14="http://schemas.microsoft.com/office/drawing/2010/main">
                    <a14:imgLayer r:embed="rId24">
                      <a14:imgEffect>
                        <a14:artisticPhotocopy/>
                      </a14:imgEffect>
                      <a14:imgEffect>
                        <a14:brightnessContrast bright="-100000"/>
                      </a14:imgEffect>
                    </a14:imgLayer>
                  </a14:imgProps>
                </a:ext>
                <a:ext uri="{28A0092B-C50C-407E-A947-70E740481C1C}">
                  <a14:useLocalDpi xmlns:a14="http://schemas.microsoft.com/office/drawing/2010/main"/>
                </a:ext>
              </a:extLst>
            </a:blip>
            <a:stretch>
              <a:fillRect/>
            </a:stretch>
          </p:blipFill>
          <p:spPr>
            <a:xfrm>
              <a:off x="10207928" y="3694816"/>
              <a:ext cx="248332" cy="248332"/>
            </a:xfrm>
            <a:prstGeom prst="rect">
              <a:avLst/>
            </a:prstGeom>
          </p:spPr>
        </p:pic>
        <p:sp>
          <p:nvSpPr>
            <p:cNvPr id="52" name="Rectangle 51">
              <a:extLst>
                <a:ext uri="{FF2B5EF4-FFF2-40B4-BE49-F238E27FC236}">
                  <a16:creationId xmlns:a16="http://schemas.microsoft.com/office/drawing/2014/main" id="{5BC49B19-8533-4580-B6A0-E9B5ED9314D7}"/>
                </a:ext>
              </a:extLst>
            </p:cNvPr>
            <p:cNvSpPr/>
            <p:nvPr/>
          </p:nvSpPr>
          <p:spPr>
            <a:xfrm>
              <a:off x="9894919" y="4053687"/>
              <a:ext cx="809511" cy="138463"/>
            </a:xfrm>
            <a:prstGeom prst="rect">
              <a:avLst/>
            </a:prstGeom>
            <a:noFill/>
            <a:ln w="25400" cap="flat" cmpd="sng" algn="ctr">
              <a:noFill/>
              <a:prstDash val="solid"/>
            </a:ln>
            <a:effectLst/>
          </p:spPr>
          <p:txBody>
            <a:bodyPr lIns="0" tIns="0" rIns="0" bIns="0" rtlCol="0" anchor="ctr">
              <a:spAutoFit/>
            </a:bodyPr>
            <a:lstStyle/>
            <a:p>
              <a:pPr marL="0" marR="0" lvl="0" indent="0" algn="ctr" defTabSz="787245"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C2C2C"/>
                  </a:solidFill>
                  <a:effectLst/>
                  <a:uLnTx/>
                  <a:uFillTx/>
                  <a:latin typeface="Adobe Clean"/>
                  <a:ea typeface="+mn-ea"/>
                  <a:cs typeface="+mn-cs"/>
                </a:rPr>
                <a:t>Mobile Apps</a:t>
              </a:r>
            </a:p>
          </p:txBody>
        </p:sp>
      </p:grpSp>
      <p:cxnSp>
        <p:nvCxnSpPr>
          <p:cNvPr id="53" name="Straight Connector 52">
            <a:extLst>
              <a:ext uri="{FF2B5EF4-FFF2-40B4-BE49-F238E27FC236}">
                <a16:creationId xmlns:a16="http://schemas.microsoft.com/office/drawing/2014/main" id="{12D71C8B-B377-4618-A7F0-5B1176E923D1}"/>
              </a:ext>
            </a:extLst>
          </p:cNvPr>
          <p:cNvCxnSpPr>
            <a:cxnSpLocks/>
          </p:cNvCxnSpPr>
          <p:nvPr/>
        </p:nvCxnSpPr>
        <p:spPr>
          <a:xfrm>
            <a:off x="7154237" y="6038527"/>
            <a:ext cx="4471347" cy="0"/>
          </a:xfrm>
          <a:prstGeom prst="line">
            <a:avLst/>
          </a:prstGeom>
          <a:ln w="57150">
            <a:solidFill>
              <a:schemeClr val="bg1"/>
            </a:solidFill>
            <a:headEnd type="none"/>
            <a:tailEnd type="stealth"/>
          </a:ln>
        </p:spPr>
        <p:style>
          <a:lnRef idx="1">
            <a:schemeClr val="accent1"/>
          </a:lnRef>
          <a:fillRef idx="0">
            <a:schemeClr val="accent1"/>
          </a:fillRef>
          <a:effectRef idx="0">
            <a:schemeClr val="accent1"/>
          </a:effectRef>
          <a:fontRef idx="minor">
            <a:schemeClr val="tx1"/>
          </a:fontRef>
        </p:style>
      </p:cxnSp>
      <p:pic>
        <p:nvPicPr>
          <p:cNvPr id="54" name="Picture 53" descr="A picture containing drawing&#10;&#10;Description automatically generated">
            <a:extLst>
              <a:ext uri="{FF2B5EF4-FFF2-40B4-BE49-F238E27FC236}">
                <a16:creationId xmlns:a16="http://schemas.microsoft.com/office/drawing/2014/main" id="{1546E7D1-D75F-4D31-84E0-9937D10E210F}"/>
              </a:ext>
            </a:extLst>
          </p:cNvPr>
          <p:cNvPicPr>
            <a:picLocks noChangeAspect="1"/>
          </p:cNvPicPr>
          <p:nvPr/>
        </p:nvPicPr>
        <p:blipFill>
          <a:blip r:embed="rId25">
            <a:extLst>
              <a:ext uri="{BEBA8EAE-BF5A-486C-A8C5-ECC9F3942E4B}">
                <a14:imgProps xmlns:a14="http://schemas.microsoft.com/office/drawing/2010/main">
                  <a14:imgLayer r:embed="rId26">
                    <a14:imgEffect>
                      <a14:brightnessContrast bright="-81000"/>
                    </a14:imgEffect>
                  </a14:imgLayer>
                </a14:imgProps>
              </a:ext>
              <a:ext uri="{28A0092B-C50C-407E-A947-70E740481C1C}">
                <a14:useLocalDpi xmlns:a14="http://schemas.microsoft.com/office/drawing/2010/main" val="0"/>
              </a:ext>
            </a:extLst>
          </a:blip>
          <a:stretch>
            <a:fillRect/>
          </a:stretch>
        </p:blipFill>
        <p:spPr>
          <a:xfrm>
            <a:off x="2477424" y="3625910"/>
            <a:ext cx="2628350" cy="1498287"/>
          </a:xfrm>
          <a:prstGeom prst="rect">
            <a:avLst/>
          </a:prstGeom>
        </p:spPr>
      </p:pic>
      <p:pic>
        <p:nvPicPr>
          <p:cNvPr id="55" name="Picture 54" descr="A close up of a flag&#10;&#10;Description automatically generated">
            <a:extLst>
              <a:ext uri="{FF2B5EF4-FFF2-40B4-BE49-F238E27FC236}">
                <a16:creationId xmlns:a16="http://schemas.microsoft.com/office/drawing/2014/main" id="{A8B5FEAA-A87B-4073-9AFE-A6F61358808B}"/>
              </a:ext>
            </a:extLst>
          </p:cNvPr>
          <p:cNvPicPr>
            <a:picLocks noChangeAspect="1"/>
          </p:cNvPicPr>
          <p:nvPr/>
        </p:nvPicPr>
        <p:blipFill>
          <a:blip r:embed="rId27">
            <a:extLst>
              <a:ext uri="{BEBA8EAE-BF5A-486C-A8C5-ECC9F3942E4B}">
                <a14:imgProps xmlns:a14="http://schemas.microsoft.com/office/drawing/2010/main">
                  <a14:imgLayer r:embed="rId28">
                    <a14:imgEffect>
                      <a14:brightnessContrast bright="-100000"/>
                    </a14:imgEffect>
                  </a14:imgLayer>
                </a14:imgProps>
              </a:ext>
            </a:extLst>
          </a:blip>
          <a:stretch>
            <a:fillRect/>
          </a:stretch>
        </p:blipFill>
        <p:spPr>
          <a:xfrm>
            <a:off x="5540980" y="3426210"/>
            <a:ext cx="2470277" cy="1752690"/>
          </a:xfrm>
          <a:prstGeom prst="rect">
            <a:avLst/>
          </a:prstGeom>
        </p:spPr>
      </p:pic>
      <p:sp>
        <p:nvSpPr>
          <p:cNvPr id="61" name="Arc 60">
            <a:extLst>
              <a:ext uri="{FF2B5EF4-FFF2-40B4-BE49-F238E27FC236}">
                <a16:creationId xmlns:a16="http://schemas.microsoft.com/office/drawing/2014/main" id="{4373F2ED-CF9B-4E3B-B4DC-8B8C8CF6696D}"/>
              </a:ext>
            </a:extLst>
          </p:cNvPr>
          <p:cNvSpPr/>
          <p:nvPr/>
        </p:nvSpPr>
        <p:spPr>
          <a:xfrm>
            <a:off x="10261480" y="4954474"/>
            <a:ext cx="1019302" cy="608871"/>
          </a:xfrm>
          <a:prstGeom prst="arc">
            <a:avLst>
              <a:gd name="adj1" fmla="val 3107141"/>
              <a:gd name="adj2" fmla="val 9714781"/>
            </a:avLst>
          </a:prstGeom>
          <a:ln w="889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62" name="Oval 61">
            <a:extLst>
              <a:ext uri="{FF2B5EF4-FFF2-40B4-BE49-F238E27FC236}">
                <a16:creationId xmlns:a16="http://schemas.microsoft.com/office/drawing/2014/main" id="{DEF41FDC-80BE-4E60-9449-3478EE3A5EF7}"/>
              </a:ext>
            </a:extLst>
          </p:cNvPr>
          <p:cNvSpPr/>
          <p:nvPr/>
        </p:nvSpPr>
        <p:spPr>
          <a:xfrm>
            <a:off x="8042994" y="2718971"/>
            <a:ext cx="2933352" cy="2933352"/>
          </a:xfrm>
          <a:prstGeom prst="ellipse">
            <a:avLst/>
          </a:prstGeom>
          <a:noFill/>
          <a:ln w="1905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2C2C2C"/>
              </a:solidFill>
              <a:effectLst/>
              <a:uLnTx/>
              <a:uFillTx/>
              <a:latin typeface="Adobe Clean SemiLight"/>
              <a:ea typeface="+mn-ea"/>
              <a:cs typeface="+mn-cs"/>
            </a:endParaRPr>
          </a:p>
        </p:txBody>
      </p:sp>
      <p:pic>
        <p:nvPicPr>
          <p:cNvPr id="64" name="Picture 63" descr="A picture containing table&#10;&#10;Description automatically generated">
            <a:extLst>
              <a:ext uri="{FF2B5EF4-FFF2-40B4-BE49-F238E27FC236}">
                <a16:creationId xmlns:a16="http://schemas.microsoft.com/office/drawing/2014/main" id="{6F2C1AF9-4DEA-4232-9EBB-B8A8D9D07CC9}"/>
              </a:ext>
            </a:extLst>
          </p:cNvPr>
          <p:cNvPicPr>
            <a:picLocks noChangeAspect="1"/>
          </p:cNvPicPr>
          <p:nvPr/>
        </p:nvPicPr>
        <p:blipFill>
          <a:blip r:embed="rId29">
            <a:extLst>
              <a:ext uri="{BEBA8EAE-BF5A-486C-A8C5-ECC9F3942E4B}">
                <a14:imgProps xmlns:a14="http://schemas.microsoft.com/office/drawing/2010/main">
                  <a14:imgLayer r:embed="rId30">
                    <a14:imgEffect>
                      <a14:brightnessContrast bright="-100000"/>
                    </a14:imgEffect>
                  </a14:imgLayer>
                </a14:imgProps>
              </a:ext>
            </a:extLst>
          </a:blip>
          <a:stretch>
            <a:fillRect/>
          </a:stretch>
        </p:blipFill>
        <p:spPr>
          <a:xfrm>
            <a:off x="1716301" y="3255140"/>
            <a:ext cx="631579" cy="631579"/>
          </a:xfrm>
          <a:prstGeom prst="rect">
            <a:avLst/>
          </a:prstGeom>
        </p:spPr>
      </p:pic>
      <p:pic>
        <p:nvPicPr>
          <p:cNvPr id="70" name="Picture 69" descr="A close up of a logo&#10;&#10;Description automatically generated">
            <a:extLst>
              <a:ext uri="{FF2B5EF4-FFF2-40B4-BE49-F238E27FC236}">
                <a16:creationId xmlns:a16="http://schemas.microsoft.com/office/drawing/2014/main" id="{C82727F2-0117-443A-AF7D-E129B52A9C41}"/>
              </a:ext>
            </a:extLst>
          </p:cNvPr>
          <p:cNvPicPr>
            <a:picLocks noChangeAspect="1"/>
          </p:cNvPicPr>
          <p:nvPr/>
        </p:nvPicPr>
        <p:blipFill>
          <a:blip r:embed="rId31">
            <a:extLst>
              <a:ext uri="{BEBA8EAE-BF5A-486C-A8C5-ECC9F3942E4B}">
                <a14:imgProps xmlns:a14="http://schemas.microsoft.com/office/drawing/2010/main">
                  <a14:imgLayer r:embed="rId32">
                    <a14:imgEffect>
                      <a14:brightnessContrast bright="-100000"/>
                    </a14:imgEffect>
                  </a14:imgLayer>
                </a14:imgProps>
              </a:ext>
            </a:extLst>
          </a:blip>
          <a:stretch>
            <a:fillRect/>
          </a:stretch>
        </p:blipFill>
        <p:spPr>
          <a:xfrm>
            <a:off x="1780109" y="4810905"/>
            <a:ext cx="567771" cy="567771"/>
          </a:xfrm>
          <a:prstGeom prst="rect">
            <a:avLst/>
          </a:prstGeom>
        </p:spPr>
      </p:pic>
      <p:sp>
        <p:nvSpPr>
          <p:cNvPr id="4" name="Rectangle: Rounded Corners 3">
            <a:extLst>
              <a:ext uri="{FF2B5EF4-FFF2-40B4-BE49-F238E27FC236}">
                <a16:creationId xmlns:a16="http://schemas.microsoft.com/office/drawing/2014/main" id="{7103B8B0-57A7-4BAD-97BB-5B4460914073}"/>
              </a:ext>
            </a:extLst>
          </p:cNvPr>
          <p:cNvSpPr/>
          <p:nvPr/>
        </p:nvSpPr>
        <p:spPr>
          <a:xfrm>
            <a:off x="5141364" y="3307976"/>
            <a:ext cx="1898117" cy="189811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SemiLight"/>
              <a:ea typeface="+mn-ea"/>
              <a:cs typeface="+mn-cs"/>
            </a:endParaRPr>
          </a:p>
        </p:txBody>
      </p:sp>
      <p:sp>
        <p:nvSpPr>
          <p:cNvPr id="5" name="TextBox 4">
            <a:extLst>
              <a:ext uri="{FF2B5EF4-FFF2-40B4-BE49-F238E27FC236}">
                <a16:creationId xmlns:a16="http://schemas.microsoft.com/office/drawing/2014/main" id="{3398F5FC-6229-4DFB-A66B-BC9C95FFDCCB}"/>
              </a:ext>
            </a:extLst>
          </p:cNvPr>
          <p:cNvSpPr txBox="1"/>
          <p:nvPr/>
        </p:nvSpPr>
        <p:spPr>
          <a:xfrm>
            <a:off x="5226791" y="3669681"/>
            <a:ext cx="1727262"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dobe Clean ExtraBold"/>
                <a:ea typeface="+mn-ea"/>
                <a:cs typeface="+mn-cs"/>
              </a:rPr>
              <a:t>Adobe Experience Manager</a:t>
            </a:r>
          </a:p>
        </p:txBody>
      </p:sp>
    </p:spTree>
    <p:extLst>
      <p:ext uri="{BB962C8B-B14F-4D97-AF65-F5344CB8AC3E}">
        <p14:creationId xmlns:p14="http://schemas.microsoft.com/office/powerpoint/2010/main" val="220197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500"/>
                                        <p:tgtEl>
                                          <p:spTgt spid="5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wipe(left)">
                                      <p:cBhvr>
                                        <p:cTn id="25" dur="500"/>
                                        <p:tgtEl>
                                          <p:spTgt spid="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6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449B6-4C14-437A-ACCC-B59C6A3C003C}"/>
              </a:ext>
            </a:extLst>
          </p:cNvPr>
          <p:cNvSpPr>
            <a:spLocks noGrp="1"/>
          </p:cNvSpPr>
          <p:nvPr>
            <p:ph type="title"/>
          </p:nvPr>
        </p:nvSpPr>
        <p:spPr/>
        <p:txBody>
          <a:bodyPr/>
          <a:lstStyle/>
          <a:p>
            <a:r>
              <a:rPr lang="en-US" dirty="0"/>
              <a:t>Adobe Experience Manager</a:t>
            </a:r>
          </a:p>
        </p:txBody>
      </p:sp>
      <p:sp>
        <p:nvSpPr>
          <p:cNvPr id="4" name="Oval 3">
            <a:extLst>
              <a:ext uri="{FF2B5EF4-FFF2-40B4-BE49-F238E27FC236}">
                <a16:creationId xmlns:a16="http://schemas.microsoft.com/office/drawing/2014/main" id="{4289CF4B-4F44-4AB4-B45B-AAC4E37FEE92}"/>
              </a:ext>
            </a:extLst>
          </p:cNvPr>
          <p:cNvSpPr/>
          <p:nvPr/>
        </p:nvSpPr>
        <p:spPr>
          <a:xfrm>
            <a:off x="1473526"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5" name="Oval 4">
            <a:extLst>
              <a:ext uri="{FF2B5EF4-FFF2-40B4-BE49-F238E27FC236}">
                <a16:creationId xmlns:a16="http://schemas.microsoft.com/office/drawing/2014/main" id="{785B65FD-1650-46D4-A438-B262DFE32C7C}"/>
              </a:ext>
            </a:extLst>
          </p:cNvPr>
          <p:cNvSpPr/>
          <p:nvPr/>
        </p:nvSpPr>
        <p:spPr>
          <a:xfrm>
            <a:off x="4212242"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6" name="Oval 5">
            <a:extLst>
              <a:ext uri="{FF2B5EF4-FFF2-40B4-BE49-F238E27FC236}">
                <a16:creationId xmlns:a16="http://schemas.microsoft.com/office/drawing/2014/main" id="{A39A5B53-CA1D-4BCA-86F1-8257C5EED2DD}"/>
              </a:ext>
            </a:extLst>
          </p:cNvPr>
          <p:cNvSpPr/>
          <p:nvPr/>
        </p:nvSpPr>
        <p:spPr>
          <a:xfrm>
            <a:off x="6950958"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7" name="Oval 6">
            <a:extLst>
              <a:ext uri="{FF2B5EF4-FFF2-40B4-BE49-F238E27FC236}">
                <a16:creationId xmlns:a16="http://schemas.microsoft.com/office/drawing/2014/main" id="{EA2A1180-FBBD-4ACD-B9A2-00B576A36CCA}"/>
              </a:ext>
            </a:extLst>
          </p:cNvPr>
          <p:cNvSpPr/>
          <p:nvPr/>
        </p:nvSpPr>
        <p:spPr>
          <a:xfrm>
            <a:off x="9689673"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8" name="Rectangle 7">
            <a:extLst>
              <a:ext uri="{FF2B5EF4-FFF2-40B4-BE49-F238E27FC236}">
                <a16:creationId xmlns:a16="http://schemas.microsoft.com/office/drawing/2014/main" id="{BE2C45F4-F4FE-46DE-A4B6-BA4B4822DEB9}"/>
              </a:ext>
            </a:extLst>
          </p:cNvPr>
          <p:cNvSpPr/>
          <p:nvPr/>
        </p:nvSpPr>
        <p:spPr>
          <a:xfrm>
            <a:off x="1546863" y="3450354"/>
            <a:ext cx="830677"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Sites</a:t>
            </a:r>
          </a:p>
        </p:txBody>
      </p:sp>
      <p:sp>
        <p:nvSpPr>
          <p:cNvPr id="9" name="Rectangle 8">
            <a:extLst>
              <a:ext uri="{FF2B5EF4-FFF2-40B4-BE49-F238E27FC236}">
                <a16:creationId xmlns:a16="http://schemas.microsoft.com/office/drawing/2014/main" id="{9873E271-9003-489E-90D3-DA3CF19C7C78}"/>
              </a:ext>
            </a:extLst>
          </p:cNvPr>
          <p:cNvSpPr/>
          <p:nvPr/>
        </p:nvSpPr>
        <p:spPr>
          <a:xfrm>
            <a:off x="4196839" y="3450354"/>
            <a:ext cx="1053494"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Assets</a:t>
            </a:r>
          </a:p>
        </p:txBody>
      </p:sp>
      <p:sp>
        <p:nvSpPr>
          <p:cNvPr id="10" name="Rectangle 9">
            <a:extLst>
              <a:ext uri="{FF2B5EF4-FFF2-40B4-BE49-F238E27FC236}">
                <a16:creationId xmlns:a16="http://schemas.microsoft.com/office/drawing/2014/main" id="{B899682C-9969-4E31-AC52-EA5FA2BE617B}"/>
              </a:ext>
            </a:extLst>
          </p:cNvPr>
          <p:cNvSpPr/>
          <p:nvPr/>
        </p:nvSpPr>
        <p:spPr>
          <a:xfrm>
            <a:off x="6939041" y="3450354"/>
            <a:ext cx="1043877"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Forms</a:t>
            </a:r>
          </a:p>
        </p:txBody>
      </p:sp>
      <p:sp>
        <p:nvSpPr>
          <p:cNvPr id="11" name="Rectangle 10">
            <a:extLst>
              <a:ext uri="{FF2B5EF4-FFF2-40B4-BE49-F238E27FC236}">
                <a16:creationId xmlns:a16="http://schemas.microsoft.com/office/drawing/2014/main" id="{3DBE9E96-4228-4944-8D1E-38B58CE51225}"/>
              </a:ext>
            </a:extLst>
          </p:cNvPr>
          <p:cNvSpPr/>
          <p:nvPr/>
        </p:nvSpPr>
        <p:spPr>
          <a:xfrm>
            <a:off x="9568765" y="3450354"/>
            <a:ext cx="1241045"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Screens</a:t>
            </a:r>
          </a:p>
        </p:txBody>
      </p:sp>
      <p:sp>
        <p:nvSpPr>
          <p:cNvPr id="12" name="Rectangle 11">
            <a:extLst>
              <a:ext uri="{FF2B5EF4-FFF2-40B4-BE49-F238E27FC236}">
                <a16:creationId xmlns:a16="http://schemas.microsoft.com/office/drawing/2014/main" id="{DF3AEF4C-4C31-4881-9B63-D774EDBFD1D8}"/>
              </a:ext>
            </a:extLst>
          </p:cNvPr>
          <p:cNvSpPr/>
          <p:nvPr/>
        </p:nvSpPr>
        <p:spPr>
          <a:xfrm>
            <a:off x="906084" y="3966776"/>
            <a:ext cx="2112235" cy="867930"/>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fr-FR" sz="1400" b="0" i="0" u="none" strike="noStrike" kern="1200" cap="none" spc="0" normalizeH="0" baseline="0" noProof="0" dirty="0">
                <a:ln>
                  <a:noFill/>
                </a:ln>
                <a:solidFill>
                  <a:srgbClr val="2C2C2C"/>
                </a:solidFill>
                <a:effectLst/>
                <a:uLnTx/>
                <a:uFillTx/>
                <a:latin typeface="Adobe Clean SemiLight"/>
                <a:ea typeface="+mn-ea"/>
                <a:cs typeface="+mn-cs"/>
              </a:rPr>
              <a:t>Easily compose and deliver digital experiences across online &amp; physical touch points</a:t>
            </a:r>
            <a:endParaRPr kumimoji="0" lang="en-US" sz="1400" b="0" i="0" u="none" strike="noStrike" kern="1200" cap="none" spc="0" normalizeH="0" baseline="0" noProof="0" dirty="0">
              <a:ln>
                <a:noFill/>
              </a:ln>
              <a:solidFill>
                <a:srgbClr val="2C2C2C"/>
              </a:solidFill>
              <a:effectLst/>
              <a:uLnTx/>
              <a:uFillTx/>
              <a:latin typeface="Adobe Clean SemiLight"/>
              <a:ea typeface="+mn-ea"/>
              <a:cs typeface="+mn-cs"/>
            </a:endParaRPr>
          </a:p>
        </p:txBody>
      </p:sp>
      <p:sp>
        <p:nvSpPr>
          <p:cNvPr id="13" name="Rectangle 12">
            <a:extLst>
              <a:ext uri="{FF2B5EF4-FFF2-40B4-BE49-F238E27FC236}">
                <a16:creationId xmlns:a16="http://schemas.microsoft.com/office/drawing/2014/main" id="{285CEFD7-3385-4A0D-ACF6-C33909605F78}"/>
              </a:ext>
            </a:extLst>
          </p:cNvPr>
          <p:cNvSpPr/>
          <p:nvPr/>
        </p:nvSpPr>
        <p:spPr>
          <a:xfrm>
            <a:off x="3614571" y="3966776"/>
            <a:ext cx="2218028" cy="480131"/>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fr-FR" sz="1400" b="0" i="0" u="none" strike="noStrike" kern="1200" cap="none" spc="0" normalizeH="0" baseline="0" noProof="0" dirty="0">
                <a:ln>
                  <a:noFill/>
                </a:ln>
                <a:solidFill>
                  <a:srgbClr val="2C2C2C"/>
                </a:solidFill>
                <a:effectLst/>
                <a:uLnTx/>
                <a:uFillTx/>
                <a:latin typeface="Adobe Clean SemiLight"/>
                <a:ea typeface="+mn-ea"/>
                <a:cs typeface="+mn-cs"/>
              </a:rPr>
              <a:t>Digital asset creation, management and delivery</a:t>
            </a:r>
            <a:endParaRPr kumimoji="0" lang="en-US" sz="1400" b="0" i="0" u="none" strike="noStrike" kern="1200" cap="none" spc="0" normalizeH="0" baseline="0" noProof="0" dirty="0">
              <a:ln>
                <a:noFill/>
              </a:ln>
              <a:solidFill>
                <a:srgbClr val="2C2C2C"/>
              </a:solidFill>
              <a:effectLst/>
              <a:uLnTx/>
              <a:uFillTx/>
              <a:latin typeface="Adobe Clean SemiLight"/>
              <a:ea typeface="+mn-ea"/>
              <a:cs typeface="+mn-cs"/>
            </a:endParaRPr>
          </a:p>
        </p:txBody>
      </p:sp>
      <p:sp>
        <p:nvSpPr>
          <p:cNvPr id="14" name="Rectangle 13">
            <a:extLst>
              <a:ext uri="{FF2B5EF4-FFF2-40B4-BE49-F238E27FC236}">
                <a16:creationId xmlns:a16="http://schemas.microsoft.com/office/drawing/2014/main" id="{FADE0846-830D-4C89-9458-AB7B132308B4}"/>
              </a:ext>
            </a:extLst>
          </p:cNvPr>
          <p:cNvSpPr/>
          <p:nvPr/>
        </p:nvSpPr>
        <p:spPr>
          <a:xfrm>
            <a:off x="6404861" y="3966776"/>
            <a:ext cx="2112235" cy="867930"/>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Multi-channel forms, onboarding, and customer communications management</a:t>
            </a:r>
          </a:p>
        </p:txBody>
      </p:sp>
      <p:sp>
        <p:nvSpPr>
          <p:cNvPr id="15" name="Rectangle 14">
            <a:extLst>
              <a:ext uri="{FF2B5EF4-FFF2-40B4-BE49-F238E27FC236}">
                <a16:creationId xmlns:a16="http://schemas.microsoft.com/office/drawing/2014/main" id="{B050E199-A753-4AD0-8B69-6E335EFC59FB}"/>
              </a:ext>
            </a:extLst>
          </p:cNvPr>
          <p:cNvSpPr/>
          <p:nvPr/>
        </p:nvSpPr>
        <p:spPr>
          <a:xfrm>
            <a:off x="9133169" y="3966776"/>
            <a:ext cx="2112235" cy="90640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Deliver dynamic</a:t>
            </a:r>
          </a:p>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and interactive digital experiences into physical places</a:t>
            </a:r>
          </a:p>
        </p:txBody>
      </p:sp>
      <p:sp>
        <p:nvSpPr>
          <p:cNvPr id="16" name="Rounded Rectangle 183">
            <a:extLst>
              <a:ext uri="{FF2B5EF4-FFF2-40B4-BE49-F238E27FC236}">
                <a16:creationId xmlns:a16="http://schemas.microsoft.com/office/drawing/2014/main" id="{A6C43A95-943C-4465-855E-93F43BF93EF8}"/>
              </a:ext>
            </a:extLst>
          </p:cNvPr>
          <p:cNvSpPr/>
          <p:nvPr/>
        </p:nvSpPr>
        <p:spPr>
          <a:xfrm>
            <a:off x="825500" y="4975352"/>
            <a:ext cx="10483849" cy="344793"/>
          </a:xfrm>
          <a:prstGeom prst="rect">
            <a:avLst/>
          </a:prstGeom>
          <a:solidFill>
            <a:srgbClr val="F4F6F8"/>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2C2C"/>
                </a:solidFill>
                <a:effectLst/>
                <a:uLnTx/>
                <a:uFillTx/>
                <a:latin typeface="Adobe Clean SemiLight"/>
                <a:ea typeface="+mn-ea"/>
                <a:cs typeface="+mn-cs"/>
              </a:rPr>
              <a:t>Experience Intelligence </a:t>
            </a:r>
          </a:p>
        </p:txBody>
      </p:sp>
      <p:sp>
        <p:nvSpPr>
          <p:cNvPr id="17" name="Rectangle 16">
            <a:extLst>
              <a:ext uri="{FF2B5EF4-FFF2-40B4-BE49-F238E27FC236}">
                <a16:creationId xmlns:a16="http://schemas.microsoft.com/office/drawing/2014/main" id="{7B218E1D-FF0F-4650-88F0-D34EA08F8604}"/>
              </a:ext>
            </a:extLst>
          </p:cNvPr>
          <p:cNvSpPr/>
          <p:nvPr/>
        </p:nvSpPr>
        <p:spPr>
          <a:xfrm>
            <a:off x="3548733" y="5356652"/>
            <a:ext cx="5118889" cy="31393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600" b="0" i="0" u="none" strike="noStrike" kern="1200" cap="none" spc="0" normalizeH="0" baseline="0" noProof="0" dirty="0">
                <a:ln>
                  <a:noFill/>
                </a:ln>
                <a:solidFill>
                  <a:srgbClr val="2C2C2C"/>
                </a:solidFill>
                <a:effectLst/>
                <a:uLnTx/>
                <a:uFillTx/>
                <a:latin typeface="Adobe Clean SemiLight"/>
                <a:ea typeface="+mn-ea"/>
                <a:cs typeface="+mn-cs"/>
              </a:rPr>
              <a:t>Powered by Adobe Sensei</a:t>
            </a:r>
          </a:p>
        </p:txBody>
      </p:sp>
      <p:sp>
        <p:nvSpPr>
          <p:cNvPr id="18" name="Rounded Rectangle 183">
            <a:extLst>
              <a:ext uri="{FF2B5EF4-FFF2-40B4-BE49-F238E27FC236}">
                <a16:creationId xmlns:a16="http://schemas.microsoft.com/office/drawing/2014/main" id="{E8B8178B-0810-43E9-A616-C992ABE67F7C}"/>
              </a:ext>
            </a:extLst>
          </p:cNvPr>
          <p:cNvSpPr/>
          <p:nvPr/>
        </p:nvSpPr>
        <p:spPr>
          <a:xfrm>
            <a:off x="825500" y="5677770"/>
            <a:ext cx="10483849" cy="344793"/>
          </a:xfrm>
          <a:prstGeom prst="roundRect">
            <a:avLst>
              <a:gd name="adj" fmla="val 0"/>
            </a:avLst>
          </a:prstGeom>
          <a:solidFill>
            <a:srgbClr val="F4F6F8"/>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2C2C"/>
                </a:solidFill>
                <a:effectLst/>
                <a:uLnTx/>
                <a:uFillTx/>
                <a:latin typeface="Adobe Clean SemiLight"/>
                <a:ea typeface="+mn-ea"/>
                <a:cs typeface="+mn-cs"/>
              </a:rPr>
              <a:t>Open &amp; extensible APIs</a:t>
            </a:r>
          </a:p>
        </p:txBody>
      </p:sp>
      <p:pic>
        <p:nvPicPr>
          <p:cNvPr id="19" name="Graphic 18">
            <a:extLst>
              <a:ext uri="{FF2B5EF4-FFF2-40B4-BE49-F238E27FC236}">
                <a16:creationId xmlns:a16="http://schemas.microsoft.com/office/drawing/2014/main" id="{40E8CB53-3AE0-48D7-AF0B-00D7B927D9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8950" y="2745537"/>
            <a:ext cx="604218" cy="477014"/>
          </a:xfrm>
          <a:prstGeom prst="rect">
            <a:avLst/>
          </a:prstGeom>
        </p:spPr>
      </p:pic>
      <p:sp>
        <p:nvSpPr>
          <p:cNvPr id="20" name="Left Bracket 19">
            <a:extLst>
              <a:ext uri="{FF2B5EF4-FFF2-40B4-BE49-F238E27FC236}">
                <a16:creationId xmlns:a16="http://schemas.microsoft.com/office/drawing/2014/main" id="{2214BDE0-980D-4B66-8365-24CEE6180FE5}"/>
              </a:ext>
            </a:extLst>
          </p:cNvPr>
          <p:cNvSpPr/>
          <p:nvPr/>
        </p:nvSpPr>
        <p:spPr>
          <a:xfrm rot="5400000">
            <a:off x="5801384" y="-2094409"/>
            <a:ext cx="593723" cy="8178497"/>
          </a:xfrm>
          <a:prstGeom prst="leftBracket">
            <a:avLst>
              <a:gd name="adj" fmla="val 0"/>
            </a:avLst>
          </a:prstGeom>
          <a:ln w="28575">
            <a:solidFill>
              <a:schemeClr val="tx2"/>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cxnSp>
        <p:nvCxnSpPr>
          <p:cNvPr id="26" name="Straight Connector 25">
            <a:extLst>
              <a:ext uri="{FF2B5EF4-FFF2-40B4-BE49-F238E27FC236}">
                <a16:creationId xmlns:a16="http://schemas.microsoft.com/office/drawing/2014/main" id="{348C07F5-7295-4E58-B457-441CF63ED9C6}"/>
              </a:ext>
            </a:extLst>
          </p:cNvPr>
          <p:cNvCxnSpPr>
            <a:cxnSpLocks/>
          </p:cNvCxnSpPr>
          <p:nvPr/>
        </p:nvCxnSpPr>
        <p:spPr>
          <a:xfrm flipV="1">
            <a:off x="4733365" y="1697978"/>
            <a:ext cx="0" cy="593723"/>
          </a:xfrm>
          <a:prstGeom prst="line">
            <a:avLst/>
          </a:prstGeom>
          <a:ln w="28575">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824377E-8C39-4162-A55C-D2C3C633C601}"/>
              </a:ext>
            </a:extLst>
          </p:cNvPr>
          <p:cNvCxnSpPr>
            <a:cxnSpLocks/>
          </p:cNvCxnSpPr>
          <p:nvPr/>
        </p:nvCxnSpPr>
        <p:spPr>
          <a:xfrm flipV="1">
            <a:off x="7455049" y="1697978"/>
            <a:ext cx="0" cy="593723"/>
          </a:xfrm>
          <a:prstGeom prst="line">
            <a:avLst/>
          </a:prstGeom>
          <a:ln w="28575">
            <a:solidFill>
              <a:schemeClr val="tx2"/>
            </a:solidFill>
            <a:headEnd type="ova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1BE6632F-63B4-4368-B1AB-0B26463F57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94353" y="2695949"/>
            <a:ext cx="498381" cy="483504"/>
          </a:xfrm>
          <a:prstGeom prst="rect">
            <a:avLst/>
          </a:prstGeom>
        </p:spPr>
      </p:pic>
      <p:pic>
        <p:nvPicPr>
          <p:cNvPr id="29" name="Graphic 28">
            <a:extLst>
              <a:ext uri="{FF2B5EF4-FFF2-40B4-BE49-F238E27FC236}">
                <a16:creationId xmlns:a16="http://schemas.microsoft.com/office/drawing/2014/main" id="{3306D176-FFEE-4482-8A01-4F276DB2676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9193" y="2698808"/>
            <a:ext cx="516989" cy="465290"/>
          </a:xfrm>
          <a:prstGeom prst="rect">
            <a:avLst/>
          </a:prstGeom>
        </p:spPr>
      </p:pic>
      <p:pic>
        <p:nvPicPr>
          <p:cNvPr id="30" name="Graphic 29">
            <a:extLst>
              <a:ext uri="{FF2B5EF4-FFF2-40B4-BE49-F238E27FC236}">
                <a16:creationId xmlns:a16="http://schemas.microsoft.com/office/drawing/2014/main" id="{CFD2C7E3-9CC0-4A23-8010-DE98F6BDAA1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31791" y="2717251"/>
            <a:ext cx="544566" cy="425878"/>
          </a:xfrm>
          <a:prstGeom prst="rect">
            <a:avLst/>
          </a:prstGeom>
        </p:spPr>
      </p:pic>
      <p:sp>
        <p:nvSpPr>
          <p:cNvPr id="3" name="Rectangle: Rounded Corners 2">
            <a:extLst>
              <a:ext uri="{FF2B5EF4-FFF2-40B4-BE49-F238E27FC236}">
                <a16:creationId xmlns:a16="http://schemas.microsoft.com/office/drawing/2014/main" id="{81CAA3AA-8CB5-4165-B36F-7FDF2C5584A1}"/>
              </a:ext>
            </a:extLst>
          </p:cNvPr>
          <p:cNvSpPr/>
          <p:nvPr/>
        </p:nvSpPr>
        <p:spPr>
          <a:xfrm>
            <a:off x="5055936" y="714699"/>
            <a:ext cx="1898117" cy="189811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SemiLight"/>
              <a:ea typeface="+mn-ea"/>
              <a:cs typeface="+mn-cs"/>
            </a:endParaRPr>
          </a:p>
        </p:txBody>
      </p:sp>
      <p:sp>
        <p:nvSpPr>
          <p:cNvPr id="21" name="TextBox 20">
            <a:extLst>
              <a:ext uri="{FF2B5EF4-FFF2-40B4-BE49-F238E27FC236}">
                <a16:creationId xmlns:a16="http://schemas.microsoft.com/office/drawing/2014/main" id="{B8D6B2CC-F2F0-42F9-A5A2-E98F2D3DA0F7}"/>
              </a:ext>
            </a:extLst>
          </p:cNvPr>
          <p:cNvSpPr txBox="1"/>
          <p:nvPr/>
        </p:nvSpPr>
        <p:spPr>
          <a:xfrm>
            <a:off x="5141363" y="1076404"/>
            <a:ext cx="1727262"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dobe Clean ExtraBold"/>
                <a:ea typeface="+mn-ea"/>
                <a:cs typeface="+mn-cs"/>
              </a:rPr>
              <a:t>Adobe Experience Manager</a:t>
            </a:r>
          </a:p>
        </p:txBody>
      </p:sp>
    </p:spTree>
    <p:extLst>
      <p:ext uri="{BB962C8B-B14F-4D97-AF65-F5344CB8AC3E}">
        <p14:creationId xmlns:p14="http://schemas.microsoft.com/office/powerpoint/2010/main" val="2996381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752600" y="3276600"/>
            <a:ext cx="8686800" cy="411162"/>
          </a:xfrm>
        </p:spPr>
        <p:txBody>
          <a:bodyPr>
            <a:noAutofit/>
          </a:bodyPr>
          <a:lstStyle/>
          <a:p>
            <a:pPr algn="ctr"/>
            <a:r>
              <a:rPr lang="en-US" sz="3600" dirty="0">
                <a:solidFill>
                  <a:schemeClr val="bg1"/>
                </a:solidFill>
                <a:ea typeface="Lucida Grande" charset="0"/>
                <a:cs typeface="Lucida Grande" charset="0"/>
                <a:sym typeface="Lucida Grande" charset="0"/>
              </a:rPr>
              <a:t>Day Software</a:t>
            </a:r>
          </a:p>
        </p:txBody>
      </p:sp>
    </p:spTree>
    <p:extLst>
      <p:ext uri="{BB962C8B-B14F-4D97-AF65-F5344CB8AC3E}">
        <p14:creationId xmlns:p14="http://schemas.microsoft.com/office/powerpoint/2010/main" val="402903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1"/>
          <p:cNvSpPr>
            <a:spLocks noGrp="1" noChangeArrowheads="1"/>
          </p:cNvSpPr>
          <p:nvPr>
            <p:ph type="title"/>
          </p:nvPr>
        </p:nvSpPr>
        <p:spPr/>
        <p:txBody>
          <a:bodyPr>
            <a:normAutofit fontScale="90000"/>
          </a:bodyPr>
          <a:lstStyle/>
          <a:p>
            <a:pPr eaLnBrk="1" hangingPunct="1"/>
            <a:r>
              <a:rPr lang="en-US" dirty="0"/>
              <a:t>Re-architecting Web Content Management</a:t>
            </a:r>
          </a:p>
        </p:txBody>
      </p:sp>
      <p:grpSp>
        <p:nvGrpSpPr>
          <p:cNvPr id="12294" name="Group 6"/>
          <p:cNvGrpSpPr>
            <a:grpSpLocks/>
          </p:cNvGrpSpPr>
          <p:nvPr/>
        </p:nvGrpSpPr>
        <p:grpSpPr bwMode="auto">
          <a:xfrm>
            <a:off x="4044404" y="2723267"/>
            <a:ext cx="1589484" cy="1772543"/>
            <a:chOff x="0" y="0"/>
            <a:chExt cx="1423" cy="1588"/>
          </a:xfrm>
        </p:grpSpPr>
        <p:sp>
          <p:nvSpPr>
            <p:cNvPr id="2" name="Rectangle 4"/>
            <p:cNvSpPr>
              <a:spLocks/>
            </p:cNvSpPr>
            <p:nvPr/>
          </p:nvSpPr>
          <p:spPr bwMode="auto">
            <a:xfrm rot="180000">
              <a:off x="38" y="34"/>
              <a:ext cx="1346" cy="1520"/>
            </a:xfrm>
            <a:prstGeom prst="rect">
              <a:avLst/>
            </a:prstGeom>
            <a:solidFill>
              <a:srgbClr val="FFFFFF"/>
            </a:solidFill>
            <a:ln>
              <a:noFill/>
            </a:ln>
            <a:effectLst>
              <a:outerShdw blurRad="63500" dist="38099" dir="2700000" algn="ctr" rotWithShape="0">
                <a:schemeClr val="bg2">
                  <a:alpha val="39999"/>
                </a:schemeClr>
              </a:outerShdw>
            </a:effectLst>
            <a:extLst>
              <a:ext uri="{91240B29-F687-4f45-9708-019B960494DF}">
                <a14:hiddenLine xmlns:a14="http://schemas.microsoft.com/office/drawing/2010/main" xmlns="" w="12700" cap="flat">
                  <a:solidFill>
                    <a:srgbClr val="869099"/>
                  </a:solidFill>
                  <a:round/>
                  <a:headEnd type="none" w="med" len="med"/>
                  <a:tailEnd type="arrow" w="med" len="med"/>
                </a14:hiddenLine>
              </a:ext>
            </a:extLst>
          </p:spPr>
          <p:txBody>
            <a:bodyPr lIns="63500" tIns="63500" rIns="63500" bIns="63500" anchor="b"/>
            <a:lstStyle/>
            <a:p>
              <a:pPr algn="ctr">
                <a:lnSpc>
                  <a:spcPct val="60000"/>
                </a:lnSpc>
                <a:spcBef>
                  <a:spcPts val="633"/>
                </a:spcBef>
                <a:defRPr/>
              </a:pPr>
              <a:r>
                <a:rPr lang="en-US" sz="1300" dirty="0">
                  <a:solidFill>
                    <a:srgbClr val="191919"/>
                  </a:solidFill>
                  <a:latin typeface="Marker Felt" charset="0"/>
                  <a:ea typeface="Marker Felt" charset="0"/>
                  <a:cs typeface="Marker Felt" charset="0"/>
                  <a:sym typeface="Marker Felt" charset="0"/>
                </a:rPr>
                <a:t>Roy</a:t>
              </a:r>
            </a:p>
          </p:txBody>
        </p:sp>
        <p:pic>
          <p:nvPicPr>
            <p:cNvPr id="12307" name="Picture 5"/>
            <p:cNvPicPr>
              <a:picLocks noChangeAspect="1" noChangeArrowheads="1"/>
            </p:cNvPicPr>
            <p:nvPr/>
          </p:nvPicPr>
          <p:blipFill>
            <a:blip r:embed="rId2">
              <a:lum bright="30000" contrast="-40000"/>
              <a:grayscl/>
              <a:extLst>
                <a:ext uri="{28A0092B-C50C-407E-A947-70E740481C1C}">
                  <a14:useLocalDpi xmlns:a14="http://schemas.microsoft.com/office/drawing/2010/main" val="0"/>
                </a:ext>
              </a:extLst>
            </a:blip>
            <a:srcRect l="1332" t="2673" r="1332" b="21924"/>
            <a:stretch>
              <a:fillRect/>
            </a:stretch>
          </p:blipFill>
          <p:spPr bwMode="auto">
            <a:xfrm rot="180000">
              <a:off x="111" y="92"/>
              <a:ext cx="1212" cy="1171"/>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xmlns="">
                  <a:solidFill>
                    <a:srgbClr val="FFFFFF"/>
                  </a:solidFill>
                </a14:hiddenFill>
              </a:ext>
            </a:extLst>
          </p:spPr>
        </p:pic>
      </p:grpSp>
      <p:grpSp>
        <p:nvGrpSpPr>
          <p:cNvPr id="12295" name="Group 9"/>
          <p:cNvGrpSpPr>
            <a:grpSpLocks/>
          </p:cNvGrpSpPr>
          <p:nvPr/>
        </p:nvGrpSpPr>
        <p:grpSpPr bwMode="auto">
          <a:xfrm>
            <a:off x="6310331" y="2722877"/>
            <a:ext cx="1520279" cy="1690428"/>
            <a:chOff x="45" y="33"/>
            <a:chExt cx="1362" cy="1630"/>
          </a:xfrm>
        </p:grpSpPr>
        <p:sp>
          <p:nvSpPr>
            <p:cNvPr id="3" name="Rectangle 7"/>
            <p:cNvSpPr>
              <a:spLocks/>
            </p:cNvSpPr>
            <p:nvPr/>
          </p:nvSpPr>
          <p:spPr bwMode="auto">
            <a:xfrm rot="21398014">
              <a:off x="45" y="33"/>
              <a:ext cx="1362" cy="1630"/>
            </a:xfrm>
            <a:prstGeom prst="rect">
              <a:avLst/>
            </a:prstGeom>
            <a:solidFill>
              <a:srgbClr val="FFFFFF"/>
            </a:solidFill>
            <a:ln>
              <a:noFill/>
            </a:ln>
            <a:effectLst>
              <a:outerShdw blurRad="63500" dist="38099" dir="2700000" algn="ctr" rotWithShape="0">
                <a:schemeClr val="bg2">
                  <a:alpha val="39999"/>
                </a:schemeClr>
              </a:outerShdw>
            </a:effectLst>
            <a:extLst>
              <a:ext uri="{91240B29-F687-4f45-9708-019B960494DF}">
                <a14:hiddenLine xmlns:a14="http://schemas.microsoft.com/office/drawing/2010/main" xmlns="" w="12700" cap="flat">
                  <a:solidFill>
                    <a:srgbClr val="869099"/>
                  </a:solidFill>
                  <a:round/>
                  <a:headEnd type="none" w="med" len="med"/>
                  <a:tailEnd type="arrow" w="med" len="med"/>
                </a14:hiddenLine>
              </a:ext>
            </a:extLst>
          </p:spPr>
          <p:txBody>
            <a:bodyPr lIns="63500" tIns="63500" rIns="63500" bIns="63500" anchor="b"/>
            <a:lstStyle/>
            <a:p>
              <a:pPr algn="ctr">
                <a:lnSpc>
                  <a:spcPct val="60000"/>
                </a:lnSpc>
                <a:spcBef>
                  <a:spcPts val="633"/>
                </a:spcBef>
                <a:defRPr/>
              </a:pPr>
              <a:r>
                <a:rPr lang="en-US" sz="1300" dirty="0">
                  <a:solidFill>
                    <a:srgbClr val="191919"/>
                  </a:solidFill>
                  <a:latin typeface="Marker Felt" charset="0"/>
                  <a:ea typeface="Marker Felt" charset="0"/>
                  <a:cs typeface="Marker Felt" charset="0"/>
                  <a:sym typeface="Marker Felt" charset="0"/>
                </a:rPr>
                <a:t>D</a:t>
              </a:r>
              <a:br>
                <a:rPr lang="en-US" sz="1300" dirty="0">
                  <a:solidFill>
                    <a:srgbClr val="191919"/>
                  </a:solidFill>
                  <a:latin typeface="Marker Felt" charset="0"/>
                  <a:ea typeface="Marker Felt" charset="0"/>
                  <a:cs typeface="Marker Felt" charset="0"/>
                  <a:sym typeface="Marker Felt" charset="0"/>
                </a:rPr>
              </a:br>
              <a:endParaRPr lang="en-US" sz="1300" dirty="0">
                <a:solidFill>
                  <a:srgbClr val="191919"/>
                </a:solidFill>
                <a:latin typeface="Marker Felt" charset="0"/>
                <a:ea typeface="Marker Felt" charset="0"/>
                <a:cs typeface="Marker Felt" charset="0"/>
                <a:sym typeface="Marker Felt" charset="0"/>
              </a:endParaRPr>
            </a:p>
            <a:p>
              <a:pPr algn="ctr">
                <a:lnSpc>
                  <a:spcPct val="60000"/>
                </a:lnSpc>
                <a:spcBef>
                  <a:spcPts val="633"/>
                </a:spcBef>
                <a:defRPr/>
              </a:pPr>
              <a:endParaRPr lang="en-US" sz="1300" dirty="0">
                <a:solidFill>
                  <a:srgbClr val="191919"/>
                </a:solidFill>
                <a:latin typeface="Marker Felt" charset="0"/>
                <a:ea typeface="Marker Felt" charset="0"/>
                <a:cs typeface="Marker Felt" charset="0"/>
                <a:sym typeface="Marker Felt" charset="0"/>
              </a:endParaRPr>
            </a:p>
            <a:p>
              <a:pPr algn="ctr">
                <a:lnSpc>
                  <a:spcPct val="60000"/>
                </a:lnSpc>
                <a:spcBef>
                  <a:spcPts val="633"/>
                </a:spcBef>
                <a:defRPr/>
              </a:pPr>
              <a:endParaRPr lang="en-US" sz="1300" dirty="0">
                <a:solidFill>
                  <a:srgbClr val="191919"/>
                </a:solidFill>
                <a:latin typeface="Marker Felt" charset="0"/>
                <a:ea typeface="Marker Felt" charset="0"/>
                <a:cs typeface="Marker Felt" charset="0"/>
                <a:sym typeface="Marker Felt" charset="0"/>
              </a:endParaRPr>
            </a:p>
            <a:p>
              <a:pPr algn="ctr">
                <a:lnSpc>
                  <a:spcPct val="60000"/>
                </a:lnSpc>
                <a:spcBef>
                  <a:spcPts val="633"/>
                </a:spcBef>
                <a:defRPr/>
              </a:pPr>
              <a:r>
                <a:rPr lang="en-US" sz="1300" dirty="0">
                  <a:solidFill>
                    <a:srgbClr val="191919"/>
                  </a:solidFill>
                  <a:latin typeface="Marker Felt" charset="0"/>
                  <a:ea typeface="Marker Felt" charset="0"/>
                  <a:cs typeface="Marker Felt" charset="0"/>
                  <a:sym typeface="Marker Felt" charset="0"/>
                </a:rPr>
                <a:t>David</a:t>
              </a:r>
            </a:p>
          </p:txBody>
        </p:sp>
        <p:pic>
          <p:nvPicPr>
            <p:cNvPr id="4" name="Picture 8"/>
            <p:cNvPicPr>
              <a:picLocks noChangeAspect="1" noChangeArrowheads="1"/>
            </p:cNvPicPr>
            <p:nvPr/>
          </p:nvPicPr>
          <p:blipFill>
            <a:blip r:embed="rId3">
              <a:lum bright="20000" contrast="-30000"/>
              <a:grayscl/>
              <a:extLst>
                <a:ext uri="{28A0092B-C50C-407E-A947-70E740481C1C}">
                  <a14:useLocalDpi xmlns:a14="http://schemas.microsoft.com/office/drawing/2010/main" val="0"/>
                </a:ext>
              </a:extLst>
            </a:blip>
            <a:srcRect/>
            <a:stretch>
              <a:fillRect/>
            </a:stretch>
          </p:blipFill>
          <p:spPr bwMode="auto">
            <a:xfrm rot="21398014">
              <a:off x="91" y="97"/>
              <a:ext cx="1230" cy="126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xmlns="">
                  <a:solidFill>
                    <a:srgbClr val="FFFFFF"/>
                  </a:solidFill>
                </a14:hiddenFill>
              </a:ext>
            </a:extLst>
          </p:spPr>
        </p:pic>
      </p:grpSp>
      <p:sp>
        <p:nvSpPr>
          <p:cNvPr id="12298" name="Rectangle 12"/>
          <p:cNvSpPr>
            <a:spLocks/>
          </p:cNvSpPr>
          <p:nvPr/>
        </p:nvSpPr>
        <p:spPr bwMode="auto">
          <a:xfrm>
            <a:off x="2713458" y="3164227"/>
            <a:ext cx="907300"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none" lIns="0" tIns="0" rIns="0" bIns="0" anchor="ctr">
            <a:spAutoFit/>
          </a:bodyPr>
          <a:lstStyle/>
          <a:p>
            <a:r>
              <a:rPr lang="en-US" sz="3800" dirty="0">
                <a:solidFill>
                  <a:srgbClr val="000000"/>
                </a:solidFill>
                <a:latin typeface="Adobe Clean"/>
                <a:ea typeface="Lucida Grande" charset="0"/>
                <a:cs typeface="Lucida Grande" charset="0"/>
                <a:sym typeface="Lucida Grande" charset="0"/>
              </a:rPr>
              <a:t>Web</a:t>
            </a:r>
          </a:p>
        </p:txBody>
      </p:sp>
      <p:sp>
        <p:nvSpPr>
          <p:cNvPr id="12299" name="Rectangle 13"/>
          <p:cNvSpPr>
            <a:spLocks/>
          </p:cNvSpPr>
          <p:nvPr/>
        </p:nvSpPr>
        <p:spPr bwMode="auto">
          <a:xfrm>
            <a:off x="7911767" y="3189909"/>
            <a:ext cx="1569340"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none" lIns="0" tIns="0" rIns="0" bIns="0" anchor="ctr">
            <a:spAutoFit/>
          </a:bodyPr>
          <a:lstStyle/>
          <a:p>
            <a:r>
              <a:rPr lang="en-US" sz="3800" dirty="0">
                <a:solidFill>
                  <a:srgbClr val="000000"/>
                </a:solidFill>
                <a:latin typeface="Adobe Clean"/>
                <a:ea typeface="Lucida Grande" charset="0"/>
                <a:cs typeface="Lucida Grande" charset="0"/>
                <a:sym typeface="Lucida Grande" charset="0"/>
              </a:rPr>
              <a:t>Content</a:t>
            </a:r>
          </a:p>
        </p:txBody>
      </p:sp>
      <p:sp>
        <p:nvSpPr>
          <p:cNvPr id="5" name="Rectangle 4"/>
          <p:cNvSpPr/>
          <p:nvPr/>
        </p:nvSpPr>
        <p:spPr>
          <a:xfrm>
            <a:off x="3796953" y="1287993"/>
            <a:ext cx="4114799" cy="769441"/>
          </a:xfrm>
          <a:prstGeom prst="rect">
            <a:avLst/>
          </a:prstGeom>
        </p:spPr>
        <p:txBody>
          <a:bodyPr wrap="square">
            <a:spAutoFit/>
          </a:bodyPr>
          <a:lstStyle/>
          <a:p>
            <a:pPr algn="ctr"/>
            <a:r>
              <a:rPr lang="en-US" sz="4400" dirty="0">
                <a:solidFill>
                  <a:srgbClr val="000000"/>
                </a:solidFill>
                <a:latin typeface="Adobe Clean"/>
                <a:ea typeface="Lucida Grande" charset="0"/>
                <a:cs typeface="Lucida Grande" charset="0"/>
                <a:sym typeface="Lucida Grande" charset="0"/>
              </a:rPr>
              <a:t>Founders</a:t>
            </a:r>
            <a:endParaRPr lang="en-US" sz="4400" dirty="0">
              <a:solidFill>
                <a:srgbClr val="000000"/>
              </a:solidFill>
              <a:latin typeface="Adobe Clean"/>
            </a:endParaRPr>
          </a:p>
        </p:txBody>
      </p:sp>
    </p:spTree>
    <p:extLst>
      <p:ext uri="{BB962C8B-B14F-4D97-AF65-F5344CB8AC3E}">
        <p14:creationId xmlns:p14="http://schemas.microsoft.com/office/powerpoint/2010/main" val="132920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8"/>
                                        </p:tgtEl>
                                        <p:attrNameLst>
                                          <p:attrName>style.visibility</p:attrName>
                                        </p:attrNameLst>
                                      </p:cBhvr>
                                      <p:to>
                                        <p:strVal val="visible"/>
                                      </p:to>
                                    </p:set>
                                    <p:animEffect transition="in" filter="fade">
                                      <p:cBhvr>
                                        <p:cTn id="7" dur="500"/>
                                        <p:tgtEl>
                                          <p:spTgt spid="122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9"/>
                                        </p:tgtEl>
                                        <p:attrNameLst>
                                          <p:attrName>style.visibility</p:attrName>
                                        </p:attrNameLst>
                                      </p:cBhvr>
                                      <p:to>
                                        <p:strVal val="visible"/>
                                      </p:to>
                                    </p:set>
                                    <p:animEffect transition="in" filter="fade">
                                      <p:cBhvr>
                                        <p:cTn id="12" dur="500"/>
                                        <p:tgtEl>
                                          <p:spTgt spid="12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8" grpId="0"/>
      <p:bldP spid="1229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Content Standards</a:t>
            </a:r>
          </a:p>
        </p:txBody>
      </p:sp>
      <p:pic>
        <p:nvPicPr>
          <p:cNvPr id="10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1588" y="1752605"/>
            <a:ext cx="5316193" cy="43905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13"/>
          <p:cNvSpPr>
            <a:spLocks/>
          </p:cNvSpPr>
          <p:nvPr/>
        </p:nvSpPr>
        <p:spPr bwMode="auto">
          <a:xfrm>
            <a:off x="1589" y="1074726"/>
            <a:ext cx="12188825"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square" lIns="0" tIns="0" rIns="0" bIns="0" anchor="ctr">
            <a:spAutoFit/>
          </a:bodyPr>
          <a:lstStyle/>
          <a:p>
            <a:pPr algn="ctr"/>
            <a:r>
              <a:rPr lang="en-US" sz="3800" b="1" dirty="0">
                <a:solidFill>
                  <a:srgbClr val="000000"/>
                </a:solidFill>
                <a:latin typeface="Adobe Clean"/>
                <a:ea typeface="Lucida Grande" charset="0"/>
                <a:cs typeface="Lucida Grande" charset="0"/>
                <a:sym typeface="Lucida Grande" charset="0"/>
              </a:rPr>
              <a:t>Content Repository</a:t>
            </a:r>
          </a:p>
        </p:txBody>
      </p:sp>
    </p:spTree>
    <p:extLst>
      <p:ext uri="{BB962C8B-B14F-4D97-AF65-F5344CB8AC3E}">
        <p14:creationId xmlns:p14="http://schemas.microsoft.com/office/powerpoint/2010/main" val="150388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45"/>
                                        </p:tgtEl>
                                        <p:attrNameLst>
                                          <p:attrName>style.visibility</p:attrName>
                                        </p:attrNameLst>
                                      </p:cBhvr>
                                      <p:to>
                                        <p:strVal val="visible"/>
                                      </p:to>
                                    </p:set>
                                    <p:animEffect transition="in" filter="fade">
                                      <p:cBhvr>
                                        <p:cTn id="12" dur="10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Web Standards</a:t>
            </a:r>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1" y="2584952"/>
            <a:ext cx="6243686" cy="2466975"/>
          </a:xfrm>
          <a:prstGeom prst="rect">
            <a:avLst/>
          </a:prstGeom>
          <a:noFill/>
          <a:ln>
            <a:noFill/>
          </a:ln>
          <a:effectLst>
            <a:outerShdw blurRad="190500" dist="152400" dir="2700000" algn="tl" rotWithShape="0">
              <a:prstClr val="black">
                <a:alpha val="40000"/>
              </a:prstClr>
            </a:outer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Rectangle 13"/>
          <p:cNvSpPr>
            <a:spLocks/>
          </p:cNvSpPr>
          <p:nvPr/>
        </p:nvSpPr>
        <p:spPr bwMode="auto">
          <a:xfrm>
            <a:off x="5595225" y="1828834"/>
            <a:ext cx="1082027"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none" lIns="0" tIns="0" rIns="0" bIns="0" anchor="ctr">
            <a:spAutoFit/>
          </a:bodyPr>
          <a:lstStyle/>
          <a:p>
            <a:r>
              <a:rPr lang="en-US" sz="3800" b="1" dirty="0">
                <a:solidFill>
                  <a:srgbClr val="000000"/>
                </a:solidFill>
                <a:latin typeface="Adobe Clean"/>
                <a:ea typeface="Lucida Grande" charset="0"/>
                <a:cs typeface="Lucida Grande" charset="0"/>
                <a:sym typeface="Lucida Grande" charset="0"/>
              </a:rPr>
              <a:t>REST</a:t>
            </a:r>
          </a:p>
        </p:txBody>
      </p:sp>
    </p:spTree>
    <p:extLst>
      <p:ext uri="{BB962C8B-B14F-4D97-AF65-F5344CB8AC3E}">
        <p14:creationId xmlns:p14="http://schemas.microsoft.com/office/powerpoint/2010/main" val="121940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fade">
                                      <p:cBhvr>
                                        <p:cTn id="12" dur="500"/>
                                        <p:tgtEl>
                                          <p:spTgt spid="1024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2000" fill="hold"/>
                                        <p:tgtEl>
                                          <p:spTgt spid="10244"/>
                                        </p:tgtEl>
                                      </p:cBhvr>
                                      <p:by x="135000" y="13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752600" y="3276600"/>
            <a:ext cx="8686800" cy="411162"/>
          </a:xfrm>
        </p:spPr>
        <p:txBody>
          <a:bodyPr>
            <a:noAutofit/>
          </a:bodyPr>
          <a:lstStyle/>
          <a:p>
            <a:pPr algn="ctr"/>
            <a:r>
              <a:rPr lang="en-US" sz="3600" dirty="0">
                <a:solidFill>
                  <a:schemeClr val="bg1"/>
                </a:solidFill>
                <a:ea typeface="Lucida Grande" charset="0"/>
                <a:cs typeface="Lucida Grande" charset="0"/>
                <a:sym typeface="Lucida Grande" charset="0"/>
              </a:rPr>
              <a:t>Open</a:t>
            </a:r>
            <a:br>
              <a:rPr lang="en-US" sz="3600" dirty="0">
                <a:solidFill>
                  <a:schemeClr val="bg1"/>
                </a:solidFill>
                <a:ea typeface="Lucida Grande" charset="0"/>
                <a:cs typeface="Lucida Grande" charset="0"/>
                <a:sym typeface="Lucida Grande" charset="0"/>
              </a:rPr>
            </a:br>
            <a:r>
              <a:rPr lang="en-US" sz="3600" dirty="0">
                <a:solidFill>
                  <a:schemeClr val="bg1"/>
                </a:solidFill>
                <a:ea typeface="Lucida Grande" charset="0"/>
                <a:cs typeface="Lucida Grande" charset="0"/>
                <a:sym typeface="Lucida Grande" charset="0"/>
              </a:rPr>
              <a:t>Agile</a:t>
            </a:r>
            <a:br>
              <a:rPr lang="en-US" sz="3600" dirty="0">
                <a:solidFill>
                  <a:schemeClr val="bg1"/>
                </a:solidFill>
                <a:ea typeface="Lucida Grande" charset="0"/>
                <a:cs typeface="Lucida Grande" charset="0"/>
                <a:sym typeface="Lucida Grande" charset="0"/>
              </a:rPr>
            </a:br>
            <a:r>
              <a:rPr lang="en-US" sz="3600" dirty="0">
                <a:solidFill>
                  <a:schemeClr val="bg1"/>
                </a:solidFill>
                <a:ea typeface="Lucida Grande" charset="0"/>
                <a:cs typeface="Lucida Grande" charset="0"/>
                <a:sym typeface="Lucida Grande" charset="0"/>
              </a:rPr>
              <a:t>Modern</a:t>
            </a:r>
            <a:br>
              <a:rPr lang="en-US" sz="3600" dirty="0">
                <a:solidFill>
                  <a:schemeClr val="bg1"/>
                </a:solidFill>
                <a:ea typeface="Lucida Grande" charset="0"/>
                <a:cs typeface="Lucida Grande" charset="0"/>
                <a:sym typeface="Lucida Grande" charset="0"/>
              </a:rPr>
            </a:br>
            <a:r>
              <a:rPr lang="en-US" sz="3600" dirty="0">
                <a:solidFill>
                  <a:schemeClr val="bg1"/>
                </a:solidFill>
                <a:ea typeface="Lucida Grande" charset="0"/>
                <a:cs typeface="Lucida Grande" charset="0"/>
                <a:sym typeface="Lucida Grande" charset="0"/>
              </a:rPr>
              <a:t>Standard</a:t>
            </a:r>
          </a:p>
        </p:txBody>
      </p:sp>
    </p:spTree>
    <p:extLst>
      <p:ext uri="{BB962C8B-B14F-4D97-AF65-F5344CB8AC3E}">
        <p14:creationId xmlns:p14="http://schemas.microsoft.com/office/powerpoint/2010/main" val="24190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449B6-4C14-437A-ACCC-B59C6A3C003C}"/>
              </a:ext>
            </a:extLst>
          </p:cNvPr>
          <p:cNvSpPr>
            <a:spLocks noGrp="1"/>
          </p:cNvSpPr>
          <p:nvPr>
            <p:ph type="title"/>
          </p:nvPr>
        </p:nvSpPr>
        <p:spPr/>
        <p:txBody>
          <a:bodyPr/>
          <a:lstStyle/>
          <a:p>
            <a:r>
              <a:rPr lang="en-US" dirty="0"/>
              <a:t>Adobe Experience Manager</a:t>
            </a:r>
          </a:p>
        </p:txBody>
      </p:sp>
      <p:sp>
        <p:nvSpPr>
          <p:cNvPr id="4" name="Oval 3">
            <a:extLst>
              <a:ext uri="{FF2B5EF4-FFF2-40B4-BE49-F238E27FC236}">
                <a16:creationId xmlns:a16="http://schemas.microsoft.com/office/drawing/2014/main" id="{4289CF4B-4F44-4AB4-B45B-AAC4E37FEE92}"/>
              </a:ext>
            </a:extLst>
          </p:cNvPr>
          <p:cNvSpPr/>
          <p:nvPr/>
        </p:nvSpPr>
        <p:spPr>
          <a:xfrm>
            <a:off x="1473526"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5" name="Oval 4">
            <a:extLst>
              <a:ext uri="{FF2B5EF4-FFF2-40B4-BE49-F238E27FC236}">
                <a16:creationId xmlns:a16="http://schemas.microsoft.com/office/drawing/2014/main" id="{785B65FD-1650-46D4-A438-B262DFE32C7C}"/>
              </a:ext>
            </a:extLst>
          </p:cNvPr>
          <p:cNvSpPr/>
          <p:nvPr/>
        </p:nvSpPr>
        <p:spPr>
          <a:xfrm>
            <a:off x="4212242"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6" name="Oval 5">
            <a:extLst>
              <a:ext uri="{FF2B5EF4-FFF2-40B4-BE49-F238E27FC236}">
                <a16:creationId xmlns:a16="http://schemas.microsoft.com/office/drawing/2014/main" id="{A39A5B53-CA1D-4BCA-86F1-8257C5EED2DD}"/>
              </a:ext>
            </a:extLst>
          </p:cNvPr>
          <p:cNvSpPr/>
          <p:nvPr/>
        </p:nvSpPr>
        <p:spPr>
          <a:xfrm>
            <a:off x="6950958"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7" name="Oval 6">
            <a:extLst>
              <a:ext uri="{FF2B5EF4-FFF2-40B4-BE49-F238E27FC236}">
                <a16:creationId xmlns:a16="http://schemas.microsoft.com/office/drawing/2014/main" id="{EA2A1180-FBBD-4ACD-B9A2-00B576A36CCA}"/>
              </a:ext>
            </a:extLst>
          </p:cNvPr>
          <p:cNvSpPr/>
          <p:nvPr/>
        </p:nvSpPr>
        <p:spPr>
          <a:xfrm>
            <a:off x="9689673" y="2413647"/>
            <a:ext cx="1028802" cy="10288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sp>
        <p:nvSpPr>
          <p:cNvPr id="8" name="Rectangle 7">
            <a:extLst>
              <a:ext uri="{FF2B5EF4-FFF2-40B4-BE49-F238E27FC236}">
                <a16:creationId xmlns:a16="http://schemas.microsoft.com/office/drawing/2014/main" id="{BE2C45F4-F4FE-46DE-A4B6-BA4B4822DEB9}"/>
              </a:ext>
            </a:extLst>
          </p:cNvPr>
          <p:cNvSpPr/>
          <p:nvPr/>
        </p:nvSpPr>
        <p:spPr>
          <a:xfrm>
            <a:off x="1546863" y="3450354"/>
            <a:ext cx="830677"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Sites</a:t>
            </a:r>
          </a:p>
        </p:txBody>
      </p:sp>
      <p:sp>
        <p:nvSpPr>
          <p:cNvPr id="9" name="Rectangle 8">
            <a:extLst>
              <a:ext uri="{FF2B5EF4-FFF2-40B4-BE49-F238E27FC236}">
                <a16:creationId xmlns:a16="http://schemas.microsoft.com/office/drawing/2014/main" id="{9873E271-9003-489E-90D3-DA3CF19C7C78}"/>
              </a:ext>
            </a:extLst>
          </p:cNvPr>
          <p:cNvSpPr/>
          <p:nvPr/>
        </p:nvSpPr>
        <p:spPr>
          <a:xfrm>
            <a:off x="4196839" y="3450354"/>
            <a:ext cx="1053494"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Assets</a:t>
            </a:r>
          </a:p>
        </p:txBody>
      </p:sp>
      <p:sp>
        <p:nvSpPr>
          <p:cNvPr id="10" name="Rectangle 9">
            <a:extLst>
              <a:ext uri="{FF2B5EF4-FFF2-40B4-BE49-F238E27FC236}">
                <a16:creationId xmlns:a16="http://schemas.microsoft.com/office/drawing/2014/main" id="{B899682C-9969-4E31-AC52-EA5FA2BE617B}"/>
              </a:ext>
            </a:extLst>
          </p:cNvPr>
          <p:cNvSpPr/>
          <p:nvPr/>
        </p:nvSpPr>
        <p:spPr>
          <a:xfrm>
            <a:off x="6939041" y="3450354"/>
            <a:ext cx="1043877"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Forms</a:t>
            </a:r>
          </a:p>
        </p:txBody>
      </p:sp>
      <p:sp>
        <p:nvSpPr>
          <p:cNvPr id="11" name="Rectangle 10">
            <a:extLst>
              <a:ext uri="{FF2B5EF4-FFF2-40B4-BE49-F238E27FC236}">
                <a16:creationId xmlns:a16="http://schemas.microsoft.com/office/drawing/2014/main" id="{3DBE9E96-4228-4944-8D1E-38B58CE51225}"/>
              </a:ext>
            </a:extLst>
          </p:cNvPr>
          <p:cNvSpPr/>
          <p:nvPr/>
        </p:nvSpPr>
        <p:spPr>
          <a:xfrm>
            <a:off x="9568765" y="3450354"/>
            <a:ext cx="1241045" cy="461665"/>
          </a:xfrm>
          <a:prstGeom prst="rect">
            <a:avLst/>
          </a:prstGeom>
        </p:spPr>
        <p:txBody>
          <a:bodyPr wrap="none">
            <a:spAutoFit/>
          </a:bodyPr>
          <a:lstStyle/>
          <a:p>
            <a:pPr marL="0" marR="0" lvl="0" indent="0" algn="ctr" defTabSz="787481"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C2C2C"/>
                </a:solidFill>
                <a:effectLst/>
                <a:uLnTx/>
                <a:uFillTx/>
                <a:latin typeface="Adobe Clean ExtraBold"/>
                <a:ea typeface="+mn-ea"/>
                <a:cs typeface="+mn-cs"/>
              </a:rPr>
              <a:t>Screens</a:t>
            </a:r>
          </a:p>
        </p:txBody>
      </p:sp>
      <p:sp>
        <p:nvSpPr>
          <p:cNvPr id="12" name="Rectangle 11">
            <a:extLst>
              <a:ext uri="{FF2B5EF4-FFF2-40B4-BE49-F238E27FC236}">
                <a16:creationId xmlns:a16="http://schemas.microsoft.com/office/drawing/2014/main" id="{DF3AEF4C-4C31-4881-9B63-D774EDBFD1D8}"/>
              </a:ext>
            </a:extLst>
          </p:cNvPr>
          <p:cNvSpPr/>
          <p:nvPr/>
        </p:nvSpPr>
        <p:spPr>
          <a:xfrm>
            <a:off x="906084" y="3966776"/>
            <a:ext cx="2112235" cy="867930"/>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fr-FR" sz="1400" b="0" i="0" u="none" strike="noStrike" kern="1200" cap="none" spc="0" normalizeH="0" baseline="0" noProof="0" dirty="0">
                <a:ln>
                  <a:noFill/>
                </a:ln>
                <a:solidFill>
                  <a:srgbClr val="2C2C2C"/>
                </a:solidFill>
                <a:effectLst/>
                <a:uLnTx/>
                <a:uFillTx/>
                <a:latin typeface="Adobe Clean SemiLight"/>
                <a:ea typeface="+mn-ea"/>
                <a:cs typeface="+mn-cs"/>
              </a:rPr>
              <a:t>Easily compose and deliver digital experiences across online &amp; physical touch points</a:t>
            </a:r>
            <a:endParaRPr kumimoji="0" lang="en-US" sz="1400" b="0" i="0" u="none" strike="noStrike" kern="1200" cap="none" spc="0" normalizeH="0" baseline="0" noProof="0" dirty="0">
              <a:ln>
                <a:noFill/>
              </a:ln>
              <a:solidFill>
                <a:srgbClr val="2C2C2C"/>
              </a:solidFill>
              <a:effectLst/>
              <a:uLnTx/>
              <a:uFillTx/>
              <a:latin typeface="Adobe Clean SemiLight"/>
              <a:ea typeface="+mn-ea"/>
              <a:cs typeface="+mn-cs"/>
            </a:endParaRPr>
          </a:p>
        </p:txBody>
      </p:sp>
      <p:sp>
        <p:nvSpPr>
          <p:cNvPr id="13" name="Rectangle 12">
            <a:extLst>
              <a:ext uri="{FF2B5EF4-FFF2-40B4-BE49-F238E27FC236}">
                <a16:creationId xmlns:a16="http://schemas.microsoft.com/office/drawing/2014/main" id="{285CEFD7-3385-4A0D-ACF6-C33909605F78}"/>
              </a:ext>
            </a:extLst>
          </p:cNvPr>
          <p:cNvSpPr/>
          <p:nvPr/>
        </p:nvSpPr>
        <p:spPr>
          <a:xfrm>
            <a:off x="3614571" y="3966776"/>
            <a:ext cx="2218028" cy="480131"/>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fr-FR" sz="1400" b="0" i="0" u="none" strike="noStrike" kern="1200" cap="none" spc="0" normalizeH="0" baseline="0" noProof="0" dirty="0">
                <a:ln>
                  <a:noFill/>
                </a:ln>
                <a:solidFill>
                  <a:srgbClr val="2C2C2C"/>
                </a:solidFill>
                <a:effectLst/>
                <a:uLnTx/>
                <a:uFillTx/>
                <a:latin typeface="Adobe Clean SemiLight"/>
                <a:ea typeface="+mn-ea"/>
                <a:cs typeface="+mn-cs"/>
              </a:rPr>
              <a:t>Digital asset creation, management and delivery</a:t>
            </a:r>
            <a:endParaRPr kumimoji="0" lang="en-US" sz="1400" b="0" i="0" u="none" strike="noStrike" kern="1200" cap="none" spc="0" normalizeH="0" baseline="0" noProof="0" dirty="0">
              <a:ln>
                <a:noFill/>
              </a:ln>
              <a:solidFill>
                <a:srgbClr val="2C2C2C"/>
              </a:solidFill>
              <a:effectLst/>
              <a:uLnTx/>
              <a:uFillTx/>
              <a:latin typeface="Adobe Clean SemiLight"/>
              <a:ea typeface="+mn-ea"/>
              <a:cs typeface="+mn-cs"/>
            </a:endParaRPr>
          </a:p>
        </p:txBody>
      </p:sp>
      <p:sp>
        <p:nvSpPr>
          <p:cNvPr id="14" name="Rectangle 13">
            <a:extLst>
              <a:ext uri="{FF2B5EF4-FFF2-40B4-BE49-F238E27FC236}">
                <a16:creationId xmlns:a16="http://schemas.microsoft.com/office/drawing/2014/main" id="{FADE0846-830D-4C89-9458-AB7B132308B4}"/>
              </a:ext>
            </a:extLst>
          </p:cNvPr>
          <p:cNvSpPr/>
          <p:nvPr/>
        </p:nvSpPr>
        <p:spPr>
          <a:xfrm>
            <a:off x="6404861" y="3966776"/>
            <a:ext cx="2112235" cy="867930"/>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Multi-channel forms, onboarding, and customer communications management</a:t>
            </a:r>
          </a:p>
        </p:txBody>
      </p:sp>
      <p:sp>
        <p:nvSpPr>
          <p:cNvPr id="15" name="Rectangle 14">
            <a:extLst>
              <a:ext uri="{FF2B5EF4-FFF2-40B4-BE49-F238E27FC236}">
                <a16:creationId xmlns:a16="http://schemas.microsoft.com/office/drawing/2014/main" id="{B050E199-A753-4AD0-8B69-6E335EFC59FB}"/>
              </a:ext>
            </a:extLst>
          </p:cNvPr>
          <p:cNvSpPr/>
          <p:nvPr/>
        </p:nvSpPr>
        <p:spPr>
          <a:xfrm>
            <a:off x="9133169" y="3966776"/>
            <a:ext cx="2112235" cy="90640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Deliver dynamic</a:t>
            </a:r>
          </a:p>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400" b="0" i="0" u="none" strike="noStrike" kern="1200" cap="none" spc="0" normalizeH="0" baseline="0" noProof="0" dirty="0">
                <a:ln>
                  <a:noFill/>
                </a:ln>
                <a:solidFill>
                  <a:srgbClr val="2C2C2C"/>
                </a:solidFill>
                <a:effectLst/>
                <a:uLnTx/>
                <a:uFillTx/>
                <a:latin typeface="Adobe Clean SemiLight"/>
                <a:ea typeface="+mn-ea"/>
                <a:cs typeface="+mn-cs"/>
              </a:rPr>
              <a:t>and interactive digital experiences into physical places</a:t>
            </a:r>
          </a:p>
        </p:txBody>
      </p:sp>
      <p:sp>
        <p:nvSpPr>
          <p:cNvPr id="16" name="Rounded Rectangle 183">
            <a:extLst>
              <a:ext uri="{FF2B5EF4-FFF2-40B4-BE49-F238E27FC236}">
                <a16:creationId xmlns:a16="http://schemas.microsoft.com/office/drawing/2014/main" id="{A6C43A95-943C-4465-855E-93F43BF93EF8}"/>
              </a:ext>
            </a:extLst>
          </p:cNvPr>
          <p:cNvSpPr/>
          <p:nvPr/>
        </p:nvSpPr>
        <p:spPr>
          <a:xfrm>
            <a:off x="825500" y="4975352"/>
            <a:ext cx="10483849" cy="344793"/>
          </a:xfrm>
          <a:prstGeom prst="rect">
            <a:avLst/>
          </a:prstGeom>
          <a:solidFill>
            <a:srgbClr val="F4F6F8"/>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2C2C"/>
                </a:solidFill>
                <a:effectLst/>
                <a:uLnTx/>
                <a:uFillTx/>
                <a:latin typeface="Adobe Clean SemiLight"/>
                <a:ea typeface="+mn-ea"/>
                <a:cs typeface="+mn-cs"/>
              </a:rPr>
              <a:t>Experience Intelligence </a:t>
            </a:r>
          </a:p>
        </p:txBody>
      </p:sp>
      <p:sp>
        <p:nvSpPr>
          <p:cNvPr id="17" name="Rectangle 16">
            <a:extLst>
              <a:ext uri="{FF2B5EF4-FFF2-40B4-BE49-F238E27FC236}">
                <a16:creationId xmlns:a16="http://schemas.microsoft.com/office/drawing/2014/main" id="{7B218E1D-FF0F-4650-88F0-D34EA08F8604}"/>
              </a:ext>
            </a:extLst>
          </p:cNvPr>
          <p:cNvSpPr/>
          <p:nvPr/>
        </p:nvSpPr>
        <p:spPr>
          <a:xfrm>
            <a:off x="3548733" y="5356652"/>
            <a:ext cx="5118889" cy="31393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258"/>
              </a:spcAft>
              <a:buClrTx/>
              <a:buSzTx/>
              <a:buFontTx/>
              <a:buNone/>
              <a:tabLst/>
              <a:defRPr/>
            </a:pPr>
            <a:r>
              <a:rPr kumimoji="0" lang="en-US" sz="1600" b="0" i="0" u="none" strike="noStrike" kern="1200" cap="none" spc="0" normalizeH="0" baseline="0" noProof="0" dirty="0">
                <a:ln>
                  <a:noFill/>
                </a:ln>
                <a:solidFill>
                  <a:srgbClr val="2C2C2C"/>
                </a:solidFill>
                <a:effectLst/>
                <a:uLnTx/>
                <a:uFillTx/>
                <a:latin typeface="Adobe Clean SemiLight"/>
                <a:ea typeface="+mn-ea"/>
                <a:cs typeface="+mn-cs"/>
              </a:rPr>
              <a:t>Powered by Adobe Sensei</a:t>
            </a:r>
          </a:p>
        </p:txBody>
      </p:sp>
      <p:sp>
        <p:nvSpPr>
          <p:cNvPr id="18" name="Rounded Rectangle 183">
            <a:extLst>
              <a:ext uri="{FF2B5EF4-FFF2-40B4-BE49-F238E27FC236}">
                <a16:creationId xmlns:a16="http://schemas.microsoft.com/office/drawing/2014/main" id="{E8B8178B-0810-43E9-A616-C992ABE67F7C}"/>
              </a:ext>
            </a:extLst>
          </p:cNvPr>
          <p:cNvSpPr/>
          <p:nvPr/>
        </p:nvSpPr>
        <p:spPr>
          <a:xfrm>
            <a:off x="825500" y="5677770"/>
            <a:ext cx="10483849" cy="344793"/>
          </a:xfrm>
          <a:prstGeom prst="roundRect">
            <a:avLst>
              <a:gd name="adj" fmla="val 0"/>
            </a:avLst>
          </a:prstGeom>
          <a:solidFill>
            <a:srgbClr val="F4F6F8"/>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C2C2C"/>
                </a:solidFill>
                <a:effectLst/>
                <a:uLnTx/>
                <a:uFillTx/>
                <a:latin typeface="Adobe Clean SemiLight"/>
                <a:ea typeface="+mn-ea"/>
                <a:cs typeface="+mn-cs"/>
              </a:rPr>
              <a:t>Open &amp; extensible APIs</a:t>
            </a:r>
          </a:p>
        </p:txBody>
      </p:sp>
      <p:pic>
        <p:nvPicPr>
          <p:cNvPr id="19" name="Graphic 18">
            <a:extLst>
              <a:ext uri="{FF2B5EF4-FFF2-40B4-BE49-F238E27FC236}">
                <a16:creationId xmlns:a16="http://schemas.microsoft.com/office/drawing/2014/main" id="{40E8CB53-3AE0-48D7-AF0B-00D7B927D9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8950" y="2745537"/>
            <a:ext cx="604218" cy="477014"/>
          </a:xfrm>
          <a:prstGeom prst="rect">
            <a:avLst/>
          </a:prstGeom>
        </p:spPr>
      </p:pic>
      <p:sp>
        <p:nvSpPr>
          <p:cNvPr id="20" name="Left Bracket 19">
            <a:extLst>
              <a:ext uri="{FF2B5EF4-FFF2-40B4-BE49-F238E27FC236}">
                <a16:creationId xmlns:a16="http://schemas.microsoft.com/office/drawing/2014/main" id="{2214BDE0-980D-4B66-8365-24CEE6180FE5}"/>
              </a:ext>
            </a:extLst>
          </p:cNvPr>
          <p:cNvSpPr/>
          <p:nvPr/>
        </p:nvSpPr>
        <p:spPr>
          <a:xfrm rot="5400000">
            <a:off x="5801384" y="-2094409"/>
            <a:ext cx="593723" cy="8178497"/>
          </a:xfrm>
          <a:prstGeom prst="leftBracket">
            <a:avLst>
              <a:gd name="adj" fmla="val 0"/>
            </a:avLst>
          </a:prstGeom>
          <a:ln w="28575">
            <a:solidFill>
              <a:schemeClr val="tx2"/>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C2C2C"/>
              </a:solidFill>
              <a:effectLst/>
              <a:uLnTx/>
              <a:uFillTx/>
              <a:latin typeface="Adobe Clean SemiLight"/>
              <a:ea typeface="+mn-ea"/>
              <a:cs typeface="+mn-cs"/>
            </a:endParaRPr>
          </a:p>
        </p:txBody>
      </p:sp>
      <p:cxnSp>
        <p:nvCxnSpPr>
          <p:cNvPr id="26" name="Straight Connector 25">
            <a:extLst>
              <a:ext uri="{FF2B5EF4-FFF2-40B4-BE49-F238E27FC236}">
                <a16:creationId xmlns:a16="http://schemas.microsoft.com/office/drawing/2014/main" id="{348C07F5-7295-4E58-B457-441CF63ED9C6}"/>
              </a:ext>
            </a:extLst>
          </p:cNvPr>
          <p:cNvCxnSpPr>
            <a:cxnSpLocks/>
          </p:cNvCxnSpPr>
          <p:nvPr/>
        </p:nvCxnSpPr>
        <p:spPr>
          <a:xfrm flipV="1">
            <a:off x="4733365" y="1697978"/>
            <a:ext cx="0" cy="593723"/>
          </a:xfrm>
          <a:prstGeom prst="line">
            <a:avLst/>
          </a:prstGeom>
          <a:ln w="28575">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824377E-8C39-4162-A55C-D2C3C633C601}"/>
              </a:ext>
            </a:extLst>
          </p:cNvPr>
          <p:cNvCxnSpPr>
            <a:cxnSpLocks/>
          </p:cNvCxnSpPr>
          <p:nvPr/>
        </p:nvCxnSpPr>
        <p:spPr>
          <a:xfrm flipV="1">
            <a:off x="7455049" y="1697978"/>
            <a:ext cx="0" cy="593723"/>
          </a:xfrm>
          <a:prstGeom prst="line">
            <a:avLst/>
          </a:prstGeom>
          <a:ln w="28575">
            <a:solidFill>
              <a:schemeClr val="tx2"/>
            </a:solidFill>
            <a:headEnd type="ova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1BE6632F-63B4-4368-B1AB-0B26463F57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94353" y="2695949"/>
            <a:ext cx="498381" cy="483504"/>
          </a:xfrm>
          <a:prstGeom prst="rect">
            <a:avLst/>
          </a:prstGeom>
        </p:spPr>
      </p:pic>
      <p:pic>
        <p:nvPicPr>
          <p:cNvPr id="29" name="Graphic 28">
            <a:extLst>
              <a:ext uri="{FF2B5EF4-FFF2-40B4-BE49-F238E27FC236}">
                <a16:creationId xmlns:a16="http://schemas.microsoft.com/office/drawing/2014/main" id="{3306D176-FFEE-4482-8A01-4F276DB2676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9193" y="2698808"/>
            <a:ext cx="516989" cy="465290"/>
          </a:xfrm>
          <a:prstGeom prst="rect">
            <a:avLst/>
          </a:prstGeom>
        </p:spPr>
      </p:pic>
      <p:pic>
        <p:nvPicPr>
          <p:cNvPr id="30" name="Graphic 29">
            <a:extLst>
              <a:ext uri="{FF2B5EF4-FFF2-40B4-BE49-F238E27FC236}">
                <a16:creationId xmlns:a16="http://schemas.microsoft.com/office/drawing/2014/main" id="{CFD2C7E3-9CC0-4A23-8010-DE98F6BDAA1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31791" y="2717251"/>
            <a:ext cx="544566" cy="425878"/>
          </a:xfrm>
          <a:prstGeom prst="rect">
            <a:avLst/>
          </a:prstGeom>
        </p:spPr>
      </p:pic>
      <p:sp>
        <p:nvSpPr>
          <p:cNvPr id="3" name="Rectangle: Rounded Corners 2">
            <a:extLst>
              <a:ext uri="{FF2B5EF4-FFF2-40B4-BE49-F238E27FC236}">
                <a16:creationId xmlns:a16="http://schemas.microsoft.com/office/drawing/2014/main" id="{81CAA3AA-8CB5-4165-B36F-7FDF2C5584A1}"/>
              </a:ext>
            </a:extLst>
          </p:cNvPr>
          <p:cNvSpPr/>
          <p:nvPr/>
        </p:nvSpPr>
        <p:spPr>
          <a:xfrm>
            <a:off x="5055936" y="714699"/>
            <a:ext cx="1898117" cy="189811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dobe Clean SemiLight"/>
              <a:ea typeface="+mn-ea"/>
              <a:cs typeface="+mn-cs"/>
            </a:endParaRPr>
          </a:p>
        </p:txBody>
      </p:sp>
      <p:sp>
        <p:nvSpPr>
          <p:cNvPr id="21" name="TextBox 20">
            <a:extLst>
              <a:ext uri="{FF2B5EF4-FFF2-40B4-BE49-F238E27FC236}">
                <a16:creationId xmlns:a16="http://schemas.microsoft.com/office/drawing/2014/main" id="{B8D6B2CC-F2F0-42F9-A5A2-E98F2D3DA0F7}"/>
              </a:ext>
            </a:extLst>
          </p:cNvPr>
          <p:cNvSpPr txBox="1"/>
          <p:nvPr/>
        </p:nvSpPr>
        <p:spPr>
          <a:xfrm>
            <a:off x="5141363" y="1076404"/>
            <a:ext cx="1727262"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dobe Clean ExtraBold"/>
                <a:ea typeface="+mn-ea"/>
                <a:cs typeface="+mn-cs"/>
              </a:rPr>
              <a:t>Adobe Experience Manager</a:t>
            </a:r>
          </a:p>
        </p:txBody>
      </p:sp>
    </p:spTree>
    <p:extLst>
      <p:ext uri="{BB962C8B-B14F-4D97-AF65-F5344CB8AC3E}">
        <p14:creationId xmlns:p14="http://schemas.microsoft.com/office/powerpoint/2010/main" val="4063932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752600" y="3276600"/>
            <a:ext cx="8686800" cy="411162"/>
          </a:xfrm>
        </p:spPr>
        <p:txBody>
          <a:bodyPr>
            <a:noAutofit/>
          </a:bodyPr>
          <a:lstStyle/>
          <a:p>
            <a:pPr algn="ctr"/>
            <a:r>
              <a:rPr lang="en-US" sz="3600" dirty="0">
                <a:solidFill>
                  <a:schemeClr val="bg1"/>
                </a:solidFill>
                <a:ea typeface="Lucida Grande" charset="0"/>
                <a:cs typeface="Lucida Grande" charset="0"/>
                <a:sym typeface="Lucida Grande" charset="0"/>
              </a:rPr>
              <a:t>Demo</a:t>
            </a:r>
          </a:p>
        </p:txBody>
      </p:sp>
    </p:spTree>
    <p:extLst>
      <p:ext uri="{BB962C8B-B14F-4D97-AF65-F5344CB8AC3E}">
        <p14:creationId xmlns:p14="http://schemas.microsoft.com/office/powerpoint/2010/main" val="2806181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752600" y="3276600"/>
            <a:ext cx="8686800" cy="411162"/>
          </a:xfrm>
        </p:spPr>
        <p:txBody>
          <a:bodyPr>
            <a:noAutofit/>
          </a:bodyPr>
          <a:lstStyle/>
          <a:p>
            <a:pPr algn="ctr"/>
            <a:r>
              <a:rPr lang="en-US" sz="3600" dirty="0">
                <a:solidFill>
                  <a:schemeClr val="bg1"/>
                </a:solidFill>
                <a:ea typeface="Lucida Grande" charset="0"/>
                <a:cs typeface="Lucida Grande" charset="0"/>
                <a:sym typeface="Lucida Grande" charset="0"/>
              </a:rPr>
              <a:t>Architecture</a:t>
            </a:r>
          </a:p>
        </p:txBody>
      </p:sp>
    </p:spTree>
    <p:extLst>
      <p:ext uri="{BB962C8B-B14F-4D97-AF65-F5344CB8AC3E}">
        <p14:creationId xmlns:p14="http://schemas.microsoft.com/office/powerpoint/2010/main" val="3470951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AutoShape 17"/>
          <p:cNvSpPr>
            <a:spLocks/>
          </p:cNvSpPr>
          <p:nvPr/>
        </p:nvSpPr>
        <p:spPr bwMode="auto">
          <a:xfrm>
            <a:off x="583077" y="1258045"/>
            <a:ext cx="8637222" cy="3924598"/>
          </a:xfrm>
          <a:prstGeom prst="roundRect">
            <a:avLst>
              <a:gd name="adj" fmla="val 4431"/>
            </a:avLst>
          </a:prstGeom>
          <a:solidFill>
            <a:schemeClr val="tx1">
              <a:alpha val="54000"/>
            </a:schemeClr>
          </a:solidFill>
          <a:ln w="25400" cap="flat">
            <a:noFill/>
            <a:prstDash val="dash"/>
            <a:round/>
            <a:headEnd type="none" w="med" len="med"/>
            <a:tailEnd type="none" w="med" len="med"/>
          </a:ln>
        </p:spPr>
        <p:txBody>
          <a:bodyPr lIns="0" tIns="0" rIns="0" bIns="0"/>
          <a:lstStyle/>
          <a:p>
            <a:endParaRPr lang="en-US">
              <a:latin typeface="Adobe Clean"/>
              <a:cs typeface="Adobe Clean"/>
            </a:endParaRPr>
          </a:p>
        </p:txBody>
      </p:sp>
      <p:sp>
        <p:nvSpPr>
          <p:cNvPr id="58385" name="AutoShape 17"/>
          <p:cNvSpPr>
            <a:spLocks/>
          </p:cNvSpPr>
          <p:nvPr/>
        </p:nvSpPr>
        <p:spPr bwMode="auto">
          <a:xfrm>
            <a:off x="559551" y="1234529"/>
            <a:ext cx="8637222" cy="3924598"/>
          </a:xfrm>
          <a:prstGeom prst="roundRect">
            <a:avLst>
              <a:gd name="adj" fmla="val 4431"/>
            </a:avLst>
          </a:prstGeom>
          <a:noFill/>
          <a:ln w="25400" cap="flat">
            <a:solidFill>
              <a:srgbClr val="F7F8F8"/>
            </a:solidFill>
            <a:prstDash val="dash"/>
            <a:round/>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latin typeface="Adobe Clean"/>
              <a:cs typeface="Adobe Clean"/>
            </a:endParaRPr>
          </a:p>
        </p:txBody>
      </p:sp>
      <p:sp>
        <p:nvSpPr>
          <p:cNvPr id="58386" name="Rectangle 18"/>
          <p:cNvSpPr>
            <a:spLocks/>
          </p:cNvSpPr>
          <p:nvPr/>
        </p:nvSpPr>
        <p:spPr bwMode="auto">
          <a:xfrm>
            <a:off x="3241552" y="5282454"/>
            <a:ext cx="3509123" cy="733351"/>
          </a:xfrm>
          <a:prstGeom prst="rect">
            <a:avLst/>
          </a:prstGeom>
          <a:solidFill>
            <a:srgbClr val="38434C"/>
          </a:solidFill>
          <a:ln>
            <a:noFill/>
          </a:ln>
        </p:spPr>
        <p:txBody>
          <a:bodyPr lIns="26788" tIns="26788" rIns="26788" bIns="26788" anchor="ctr"/>
          <a:lstStyle/>
          <a:p>
            <a:pPr algn="ctr">
              <a:lnSpc>
                <a:spcPct val="50000"/>
              </a:lnSpc>
            </a:pPr>
            <a:r>
              <a:rPr lang="en-US" sz="4600" dirty="0">
                <a:solidFill>
                  <a:srgbClr val="F7F8F8"/>
                </a:solidFill>
                <a:latin typeface="Adobe Clean"/>
                <a:ea typeface="ＭＳ Ｐゴシック" charset="0"/>
                <a:cs typeface="Adobe Clean"/>
                <a:sym typeface="Adobe Clean Bold" charset="0"/>
              </a:rPr>
              <a:t>Java VM</a:t>
            </a:r>
          </a:p>
        </p:txBody>
      </p:sp>
      <p:grpSp>
        <p:nvGrpSpPr>
          <p:cNvPr id="6" name="Group 5"/>
          <p:cNvGrpSpPr/>
          <p:nvPr/>
        </p:nvGrpSpPr>
        <p:grpSpPr>
          <a:xfrm>
            <a:off x="5105065" y="5848109"/>
            <a:ext cx="3887379" cy="485274"/>
            <a:chOff x="3828604" y="5681514"/>
            <a:chExt cx="2916294" cy="557337"/>
          </a:xfrm>
        </p:grpSpPr>
        <p:sp>
          <p:nvSpPr>
            <p:cNvPr id="58387" name="Rectangle 19"/>
            <p:cNvSpPr>
              <a:spLocks/>
            </p:cNvSpPr>
            <p:nvPr/>
          </p:nvSpPr>
          <p:spPr bwMode="auto">
            <a:xfrm>
              <a:off x="4601773" y="5872734"/>
              <a:ext cx="2143125" cy="3661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rnd">
                  <a:solidFill>
                    <a:schemeClr val="tx1"/>
                  </a:solidFill>
                  <a:round/>
                  <a:headEnd type="none" w="med" len="med"/>
                  <a:tailEnd type="none" w="med" len="med"/>
                </a14:hiddenLine>
              </a:ext>
            </a:extLst>
          </p:spPr>
          <p:txBody>
            <a:bodyPr lIns="26788" tIns="26788" rIns="26788" bIns="26788"/>
            <a:lstStyle/>
            <a:p>
              <a:pPr algn="l"/>
              <a:r>
                <a:rPr lang="en-US" sz="1300" dirty="0">
                  <a:solidFill>
                    <a:srgbClr val="FFFFFF"/>
                  </a:solidFill>
                  <a:latin typeface="Adobe Clean"/>
                  <a:ea typeface="ＭＳ Ｐゴシック" charset="0"/>
                  <a:cs typeface="Adobe Clean"/>
                  <a:sym typeface="Adobe Clean Bold" charset="0"/>
                </a:rPr>
                <a:t>Running Standalone or Java EE Application Server</a:t>
              </a:r>
            </a:p>
          </p:txBody>
        </p:sp>
        <p:sp>
          <p:nvSpPr>
            <p:cNvPr id="58388" name="Line 20"/>
            <p:cNvSpPr>
              <a:spLocks noChangeShapeType="1"/>
            </p:cNvSpPr>
            <p:nvPr/>
          </p:nvSpPr>
          <p:spPr bwMode="auto">
            <a:xfrm>
              <a:off x="3840882" y="5681514"/>
              <a:ext cx="0" cy="535781"/>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389" name="Line 21"/>
            <p:cNvSpPr>
              <a:spLocks noChangeShapeType="1"/>
            </p:cNvSpPr>
            <p:nvPr/>
          </p:nvSpPr>
          <p:spPr bwMode="auto">
            <a:xfrm flipH="1">
              <a:off x="3828604" y="6213947"/>
              <a:ext cx="693167"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grpSp>
      <p:grpSp>
        <p:nvGrpSpPr>
          <p:cNvPr id="4" name="Group 3"/>
          <p:cNvGrpSpPr/>
          <p:nvPr/>
        </p:nvGrpSpPr>
        <p:grpSpPr>
          <a:xfrm>
            <a:off x="8318012" y="887958"/>
            <a:ext cx="3567681" cy="1291456"/>
            <a:chOff x="6260108" y="612800"/>
            <a:chExt cx="2676458" cy="1291456"/>
          </a:xfrm>
        </p:grpSpPr>
        <p:sp>
          <p:nvSpPr>
            <p:cNvPr id="58390" name="Line 22"/>
            <p:cNvSpPr>
              <a:spLocks noChangeShapeType="1"/>
            </p:cNvSpPr>
            <p:nvPr/>
          </p:nvSpPr>
          <p:spPr bwMode="auto">
            <a:xfrm flipH="1">
              <a:off x="6260108" y="1704454"/>
              <a:ext cx="834926"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399" name="Rectangle 31"/>
            <p:cNvSpPr>
              <a:spLocks/>
            </p:cNvSpPr>
            <p:nvPr/>
          </p:nvSpPr>
          <p:spPr bwMode="auto">
            <a:xfrm>
              <a:off x="7239744" y="830908"/>
              <a:ext cx="1696822" cy="8751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chemeClr val="tx1"/>
                  </a:solidFill>
                  <a:round/>
                  <a:headEnd type="none" w="med" len="med"/>
                  <a:tailEnd type="none" w="med" len="med"/>
                </a14:hiddenLine>
              </a:ext>
            </a:extLst>
          </p:spPr>
          <p:txBody>
            <a:bodyPr lIns="26788" tIns="26788" rIns="26788" bIns="26788"/>
            <a:lstStyle/>
            <a:p>
              <a:pPr algn="l"/>
              <a:r>
                <a:rPr lang="en-US" sz="1300" dirty="0">
                  <a:solidFill>
                    <a:srgbClr val="FFFFFF"/>
                  </a:solidFill>
                  <a:latin typeface="Adobe Clean"/>
                  <a:ea typeface="ＭＳ Ｐゴシック" charset="0"/>
                  <a:cs typeface="Adobe Clean"/>
                  <a:sym typeface="Adobe Clean Bold" charset="0"/>
                </a:rPr>
                <a:t>Interacting with any client runtime</a:t>
              </a:r>
              <a:endParaRPr lang="en-US" sz="6900" dirty="0">
                <a:latin typeface="Adobe Clean"/>
                <a:ea typeface="ＭＳ Ｐゴシック" charset="0"/>
                <a:cs typeface="Adobe Clean"/>
              </a:endParaRPr>
            </a:p>
            <a:p>
              <a:pPr algn="l"/>
              <a:endParaRPr lang="en-US" sz="1300" dirty="0">
                <a:solidFill>
                  <a:srgbClr val="FFFFFF"/>
                </a:solidFill>
                <a:latin typeface="Adobe Clean"/>
                <a:ea typeface="ＭＳ Ｐゴシック" charset="0"/>
                <a:cs typeface="Adobe Clean"/>
                <a:sym typeface="Adobe Clean Bold" charset="0"/>
              </a:endParaRPr>
            </a:p>
            <a:p>
              <a:pPr algn="l"/>
              <a:r>
                <a:rPr lang="en-US" sz="1300" dirty="0">
                  <a:solidFill>
                    <a:srgbClr val="FFFFFF"/>
                  </a:solidFill>
                  <a:latin typeface="Adobe Clean"/>
                  <a:ea typeface="ＭＳ Ｐゴシック" charset="0"/>
                  <a:cs typeface="Adobe Clean"/>
                  <a:sym typeface="Adobe Clean Bold" charset="0"/>
                </a:rPr>
                <a:t>HTTP[S], JSON, WebDAV, XML</a:t>
              </a:r>
            </a:p>
          </p:txBody>
        </p:sp>
        <p:sp>
          <p:nvSpPr>
            <p:cNvPr id="58400" name="Line 32"/>
            <p:cNvSpPr>
              <a:spLocks noChangeShapeType="1"/>
            </p:cNvSpPr>
            <p:nvPr/>
          </p:nvSpPr>
          <p:spPr bwMode="auto">
            <a:xfrm flipH="1">
              <a:off x="7101731" y="612800"/>
              <a:ext cx="1117" cy="1291456"/>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401" name="Line 33"/>
            <p:cNvSpPr>
              <a:spLocks noChangeShapeType="1"/>
            </p:cNvSpPr>
            <p:nvPr/>
          </p:nvSpPr>
          <p:spPr bwMode="auto">
            <a:xfrm flipH="1">
              <a:off x="7101920" y="614969"/>
              <a:ext cx="232172"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402" name="Line 34"/>
            <p:cNvSpPr>
              <a:spLocks noChangeShapeType="1"/>
            </p:cNvSpPr>
            <p:nvPr/>
          </p:nvSpPr>
          <p:spPr bwMode="auto">
            <a:xfrm flipH="1">
              <a:off x="7101920" y="1902023"/>
              <a:ext cx="232172"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grpSp>
      <p:grpSp>
        <p:nvGrpSpPr>
          <p:cNvPr id="3" name="Group 2"/>
          <p:cNvGrpSpPr/>
          <p:nvPr/>
        </p:nvGrpSpPr>
        <p:grpSpPr>
          <a:xfrm>
            <a:off x="8740518" y="2460624"/>
            <a:ext cx="3145174" cy="1097362"/>
            <a:chOff x="6555904" y="2428875"/>
            <a:chExt cx="2359495" cy="1097362"/>
          </a:xfrm>
        </p:grpSpPr>
        <p:sp>
          <p:nvSpPr>
            <p:cNvPr id="58395" name="Rectangle 27"/>
            <p:cNvSpPr>
              <a:spLocks/>
            </p:cNvSpPr>
            <p:nvPr/>
          </p:nvSpPr>
          <p:spPr bwMode="auto">
            <a:xfrm>
              <a:off x="7233047" y="2532683"/>
              <a:ext cx="1682352" cy="7054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chemeClr val="tx1"/>
                  </a:solidFill>
                  <a:round/>
                  <a:headEnd type="none" w="med" len="med"/>
                  <a:tailEnd type="none" w="med" len="med"/>
                </a14:hiddenLine>
              </a:ext>
            </a:extLst>
          </p:spPr>
          <p:txBody>
            <a:bodyPr lIns="26788" tIns="26788" rIns="26788" bIns="26788"/>
            <a:lstStyle/>
            <a:p>
              <a:pPr algn="l"/>
              <a:r>
                <a:rPr lang="en-US" sz="1300" dirty="0">
                  <a:solidFill>
                    <a:srgbClr val="FFFFFF"/>
                  </a:solidFill>
                  <a:latin typeface="Adobe Clean"/>
                  <a:ea typeface="ＭＳ Ｐゴシック" charset="0"/>
                  <a:cs typeface="Adobe Clean"/>
                  <a:sym typeface="Adobe Clean Bold" charset="0"/>
                </a:rPr>
                <a:t>Fully </a:t>
              </a:r>
              <a:r>
                <a:rPr lang="en-US" sz="1300" dirty="0" err="1">
                  <a:solidFill>
                    <a:srgbClr val="FFFFFF"/>
                  </a:solidFill>
                  <a:latin typeface="Adobe Clean"/>
                  <a:ea typeface="ＭＳ Ｐゴシック" charset="0"/>
                  <a:cs typeface="Adobe Clean"/>
                  <a:sym typeface="Adobe Clean Bold" charset="0"/>
                </a:rPr>
                <a:t>OSGi</a:t>
              </a:r>
              <a:r>
                <a:rPr lang="en-US" sz="1300" dirty="0">
                  <a:solidFill>
                    <a:srgbClr val="FFFFFF"/>
                  </a:solidFill>
                  <a:latin typeface="Adobe Clean"/>
                  <a:ea typeface="ＭＳ Ｐゴシック" charset="0"/>
                  <a:cs typeface="Adobe Clean"/>
                  <a:sym typeface="Adobe Clean Bold" charset="0"/>
                </a:rPr>
                <a:t>/Java based modern Application Stack</a:t>
              </a:r>
              <a:endParaRPr lang="en-US" sz="6900" dirty="0">
                <a:latin typeface="Adobe Clean"/>
                <a:ea typeface="ＭＳ Ｐゴシック" charset="0"/>
                <a:cs typeface="Adobe Clean"/>
              </a:endParaRPr>
            </a:p>
            <a:p>
              <a:pPr algn="l"/>
              <a:endParaRPr lang="en-US" sz="1300" dirty="0">
                <a:solidFill>
                  <a:srgbClr val="FFFFFF"/>
                </a:solidFill>
                <a:latin typeface="Adobe Clean"/>
                <a:ea typeface="ＭＳ Ｐゴシック" charset="0"/>
                <a:cs typeface="Adobe Clean"/>
                <a:sym typeface="Adobe Clean Bold" charset="0"/>
              </a:endParaRPr>
            </a:p>
            <a:p>
              <a:pPr algn="l"/>
              <a:r>
                <a:rPr lang="en-US" sz="1300" dirty="0">
                  <a:solidFill>
                    <a:srgbClr val="FFFFFF"/>
                  </a:solidFill>
                  <a:latin typeface="Adobe Clean"/>
                  <a:ea typeface="ＭＳ Ｐゴシック" charset="0"/>
                  <a:cs typeface="Adobe Clean"/>
                  <a:sym typeface="Adobe Clean Bold" charset="0"/>
                </a:rPr>
                <a:t>Extensible and Modular</a:t>
              </a:r>
            </a:p>
          </p:txBody>
        </p:sp>
        <p:sp>
          <p:nvSpPr>
            <p:cNvPr id="58396" name="Line 28"/>
            <p:cNvSpPr>
              <a:spLocks noChangeShapeType="1"/>
            </p:cNvSpPr>
            <p:nvPr/>
          </p:nvSpPr>
          <p:spPr bwMode="auto">
            <a:xfrm>
              <a:off x="7081639" y="2428875"/>
              <a:ext cx="0" cy="1096119"/>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397" name="Line 29"/>
            <p:cNvSpPr>
              <a:spLocks noChangeShapeType="1"/>
            </p:cNvSpPr>
            <p:nvPr/>
          </p:nvSpPr>
          <p:spPr bwMode="auto">
            <a:xfrm flipH="1">
              <a:off x="7080586" y="2431045"/>
              <a:ext cx="232172"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398" name="Line 30"/>
            <p:cNvSpPr>
              <a:spLocks noChangeShapeType="1"/>
            </p:cNvSpPr>
            <p:nvPr/>
          </p:nvSpPr>
          <p:spPr bwMode="auto">
            <a:xfrm flipH="1">
              <a:off x="7078353" y="3526237"/>
              <a:ext cx="232172"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403" name="Line 35"/>
            <p:cNvSpPr>
              <a:spLocks noChangeShapeType="1"/>
            </p:cNvSpPr>
            <p:nvPr/>
          </p:nvSpPr>
          <p:spPr bwMode="auto">
            <a:xfrm flipH="1">
              <a:off x="6555904" y="3142134"/>
              <a:ext cx="525735"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grpSp>
      <p:grpSp>
        <p:nvGrpSpPr>
          <p:cNvPr id="2" name="Group 1"/>
          <p:cNvGrpSpPr/>
          <p:nvPr/>
        </p:nvGrpSpPr>
        <p:grpSpPr>
          <a:xfrm>
            <a:off x="8434042" y="3884413"/>
            <a:ext cx="3451679" cy="2139778"/>
            <a:chOff x="6325965" y="3884413"/>
            <a:chExt cx="2589434" cy="2139778"/>
          </a:xfrm>
        </p:grpSpPr>
        <p:sp>
          <p:nvSpPr>
            <p:cNvPr id="58391" name="Rectangle 23"/>
            <p:cNvSpPr>
              <a:spLocks/>
            </p:cNvSpPr>
            <p:nvPr/>
          </p:nvSpPr>
          <p:spPr bwMode="auto">
            <a:xfrm>
              <a:off x="7211840" y="3981525"/>
              <a:ext cx="1703559" cy="17234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rnd">
                  <a:solidFill>
                    <a:schemeClr val="tx1"/>
                  </a:solidFill>
                  <a:round/>
                  <a:headEnd type="none" w="med" len="med"/>
                  <a:tailEnd type="none" w="med" len="med"/>
                </a14:hiddenLine>
              </a:ext>
            </a:extLst>
          </p:spPr>
          <p:txBody>
            <a:bodyPr lIns="26788" tIns="26788" rIns="26788" bIns="26788"/>
            <a:lstStyle/>
            <a:p>
              <a:pPr algn="l"/>
              <a:r>
                <a:rPr lang="en-US" sz="1300" dirty="0">
                  <a:solidFill>
                    <a:srgbClr val="FFFFFF"/>
                  </a:solidFill>
                  <a:latin typeface="Adobe Clean"/>
                  <a:ea typeface="ＭＳ Ｐゴシック" charset="0"/>
                  <a:cs typeface="Adobe Clean"/>
                  <a:sym typeface="Adobe Clean Bold" charset="0"/>
                </a:rPr>
                <a:t>User Management</a:t>
              </a:r>
              <a:endParaRPr lang="en-US" sz="2000" dirty="0">
                <a:latin typeface="Adobe Clean"/>
                <a:ea typeface="ＭＳ Ｐゴシック" charset="0"/>
                <a:cs typeface="Adobe Clean"/>
                <a:sym typeface="Adobe Clean" charset="0"/>
              </a:endParaRPr>
            </a:p>
            <a:p>
              <a:pPr algn="l"/>
              <a:r>
                <a:rPr lang="en-US" sz="1300" dirty="0" err="1">
                  <a:solidFill>
                    <a:srgbClr val="FFFFFF"/>
                  </a:solidFill>
                  <a:latin typeface="Adobe Clean"/>
                  <a:ea typeface="ＭＳ Ｐゴシック" charset="0"/>
                  <a:cs typeface="Adobe Clean"/>
                  <a:sym typeface="Adobe Clean Bold" charset="0"/>
                </a:rPr>
                <a:t>Plugable</a:t>
              </a:r>
              <a:r>
                <a:rPr lang="en-US" sz="1300" dirty="0">
                  <a:solidFill>
                    <a:srgbClr val="FFFFFF"/>
                  </a:solidFill>
                  <a:latin typeface="Adobe Clean"/>
                  <a:ea typeface="ＭＳ Ｐゴシック" charset="0"/>
                  <a:cs typeface="Adobe Clean"/>
                  <a:sym typeface="Adobe Clean Bold" charset="0"/>
                </a:rPr>
                <a:t> Authentication w/ JAAS and LDAP</a:t>
              </a:r>
              <a:endParaRPr lang="en-US" sz="2000" dirty="0">
                <a:latin typeface="Adobe Clean"/>
                <a:ea typeface="ＭＳ Ｐゴシック" charset="0"/>
                <a:cs typeface="Adobe Clean"/>
                <a:sym typeface="Adobe Clean" charset="0"/>
              </a:endParaRPr>
            </a:p>
            <a:p>
              <a:pPr algn="l"/>
              <a:endParaRPr lang="en-US" sz="1300" dirty="0">
                <a:solidFill>
                  <a:srgbClr val="FFFFFF"/>
                </a:solidFill>
                <a:latin typeface="Adobe Clean"/>
                <a:ea typeface="ＭＳ Ｐゴシック" charset="0"/>
                <a:cs typeface="Adobe Clean"/>
                <a:sym typeface="Adobe Clean Bold" charset="0"/>
              </a:endParaRPr>
            </a:p>
            <a:p>
              <a:pPr algn="l"/>
              <a:r>
                <a:rPr lang="en-US" sz="1300" dirty="0">
                  <a:solidFill>
                    <a:srgbClr val="FFFFFF"/>
                  </a:solidFill>
                  <a:latin typeface="Adobe Clean"/>
                  <a:ea typeface="ＭＳ Ｐゴシック" charset="0"/>
                  <a:cs typeface="Adobe Clean"/>
                  <a:sym typeface="Adobe Clean Bold" charset="0"/>
                </a:rPr>
                <a:t>Access Control, Versioning, Search, Observation</a:t>
              </a:r>
              <a:endParaRPr lang="en-US" sz="2000" dirty="0">
                <a:latin typeface="Adobe Clean"/>
                <a:ea typeface="ＭＳ Ｐゴシック" charset="0"/>
                <a:cs typeface="Adobe Clean"/>
                <a:sym typeface="Adobe Clean" charset="0"/>
              </a:endParaRPr>
            </a:p>
            <a:p>
              <a:pPr algn="l"/>
              <a:endParaRPr lang="en-US" sz="1300" dirty="0">
                <a:solidFill>
                  <a:srgbClr val="FFFFFF"/>
                </a:solidFill>
                <a:latin typeface="Adobe Clean"/>
                <a:ea typeface="ＭＳ Ｐゴシック" charset="0"/>
                <a:cs typeface="Adobe Clean"/>
                <a:sym typeface="Adobe Clean Bold" charset="0"/>
              </a:endParaRPr>
            </a:p>
            <a:p>
              <a:pPr algn="l"/>
              <a:r>
                <a:rPr lang="en-US" sz="1300" dirty="0">
                  <a:solidFill>
                    <a:srgbClr val="FFFFFF"/>
                  </a:solidFill>
                  <a:latin typeface="Adobe Clean"/>
                  <a:ea typeface="ＭＳ Ｐゴシック" charset="0"/>
                  <a:cs typeface="Adobe Clean"/>
                  <a:sym typeface="Adobe Clean Bold" charset="0"/>
                </a:rPr>
                <a:t>Various Persistence Options – TAR files, </a:t>
              </a:r>
              <a:r>
                <a:rPr lang="en-US" sz="1300" dirty="0" err="1">
                  <a:solidFill>
                    <a:srgbClr val="FFFFFF"/>
                  </a:solidFill>
                  <a:latin typeface="Adobe Clean"/>
                  <a:ea typeface="ＭＳ Ｐゴシック" charset="0"/>
                  <a:cs typeface="Adobe Clean"/>
                  <a:sym typeface="Adobe Clean Bold" charset="0"/>
                </a:rPr>
                <a:t>MongoDB</a:t>
              </a:r>
              <a:r>
                <a:rPr lang="en-US" sz="1300" dirty="0">
                  <a:solidFill>
                    <a:srgbClr val="FFFFFF"/>
                  </a:solidFill>
                  <a:latin typeface="Adobe Clean"/>
                  <a:ea typeface="ＭＳ Ｐゴシック" charset="0"/>
                  <a:cs typeface="Adobe Clean"/>
                  <a:sym typeface="Adobe Clean Bold" charset="0"/>
                </a:rPr>
                <a:t>, Relational Database, S3</a:t>
              </a:r>
            </a:p>
          </p:txBody>
        </p:sp>
        <p:sp>
          <p:nvSpPr>
            <p:cNvPr id="58392" name="Line 24"/>
            <p:cNvSpPr>
              <a:spLocks noChangeShapeType="1"/>
            </p:cNvSpPr>
            <p:nvPr/>
          </p:nvSpPr>
          <p:spPr bwMode="auto">
            <a:xfrm>
              <a:off x="7089453" y="3884413"/>
              <a:ext cx="0" cy="2139777"/>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393" name="Line 25"/>
            <p:cNvSpPr>
              <a:spLocks noChangeShapeType="1"/>
            </p:cNvSpPr>
            <p:nvPr/>
          </p:nvSpPr>
          <p:spPr bwMode="auto">
            <a:xfrm flipH="1">
              <a:off x="7085525" y="3884952"/>
              <a:ext cx="232172"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394" name="Line 26"/>
            <p:cNvSpPr>
              <a:spLocks noChangeShapeType="1"/>
            </p:cNvSpPr>
            <p:nvPr/>
          </p:nvSpPr>
          <p:spPr bwMode="auto">
            <a:xfrm flipH="1" flipV="1">
              <a:off x="7084987" y="6024190"/>
              <a:ext cx="219893" cy="1"/>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sp>
          <p:nvSpPr>
            <p:cNvPr id="58404" name="Line 36"/>
            <p:cNvSpPr>
              <a:spLocks noChangeShapeType="1"/>
            </p:cNvSpPr>
            <p:nvPr/>
          </p:nvSpPr>
          <p:spPr bwMode="auto">
            <a:xfrm flipH="1">
              <a:off x="6325965" y="4663529"/>
              <a:ext cx="765721" cy="0"/>
            </a:xfrm>
            <a:prstGeom prst="line">
              <a:avLst/>
            </a:prstGeom>
            <a:solidFill>
              <a:srgbClr val="C1D82F"/>
            </a:solidFill>
            <a:ln w="12700" cap="flat" cmpd="sng">
              <a:solidFill>
                <a:srgbClr val="FFFFFF"/>
              </a:solidFill>
              <a:prstDash val="solid"/>
              <a:round/>
              <a:headEnd type="none" w="med" len="med"/>
              <a:tailEnd type="none" w="med" len="med"/>
            </a:ln>
          </p:spPr>
          <p:txBody>
            <a:bodyPr lIns="0" tIns="0" rIns="0" bIns="0"/>
            <a:lstStyle/>
            <a:p>
              <a:endParaRPr lang="en-US">
                <a:latin typeface="Adobe Clean"/>
                <a:cs typeface="Adobe Clean"/>
              </a:endParaRPr>
            </a:p>
          </p:txBody>
        </p:sp>
      </p:grpSp>
      <p:grpSp>
        <p:nvGrpSpPr>
          <p:cNvPr id="7" name="Group 6"/>
          <p:cNvGrpSpPr/>
          <p:nvPr/>
        </p:nvGrpSpPr>
        <p:grpSpPr>
          <a:xfrm>
            <a:off x="726194" y="3884952"/>
            <a:ext cx="8324765" cy="1145232"/>
            <a:chOff x="543595" y="3884952"/>
            <a:chExt cx="6245200" cy="1145232"/>
          </a:xfrm>
        </p:grpSpPr>
        <p:sp>
          <p:nvSpPr>
            <p:cNvPr id="39" name="AutoShape 43"/>
            <p:cNvSpPr>
              <a:spLocks/>
            </p:cNvSpPr>
            <p:nvPr/>
          </p:nvSpPr>
          <p:spPr bwMode="auto">
            <a:xfrm>
              <a:off x="543595" y="3884952"/>
              <a:ext cx="6245200" cy="1145232"/>
            </a:xfrm>
            <a:prstGeom prst="roundRect">
              <a:avLst>
                <a:gd name="adj" fmla="val 5972"/>
              </a:avLst>
            </a:prstGeom>
            <a:solidFill>
              <a:schemeClr val="accent5">
                <a:lumMod val="75000"/>
              </a:schemeClr>
            </a:solidFill>
            <a:ln>
              <a:noFill/>
            </a:ln>
            <a:effectLst>
              <a:outerShdw blurRad="63500" algn="ctr" rotWithShape="0">
                <a:srgbClr val="000000">
                  <a:alpha val="75000"/>
                </a:srgbClr>
              </a:outerShdw>
            </a:effectLst>
          </p:spPr>
          <p:txBody>
            <a:bodyPr lIns="130039" tIns="65020" rIns="130039" bIns="65020" anchor="ctr"/>
            <a:lstStyle/>
            <a:p>
              <a:pPr>
                <a:lnSpc>
                  <a:spcPct val="60000"/>
                </a:lnSpc>
                <a:spcBef>
                  <a:spcPts val="669"/>
                </a:spcBef>
              </a:pPr>
              <a:endParaRPr lang="en-US" sz="3100">
                <a:solidFill>
                  <a:srgbClr val="F6FAFF"/>
                </a:solidFill>
                <a:latin typeface="Adobe Clean"/>
                <a:ea typeface="ＭＳ Ｐゴシック" charset="0"/>
                <a:cs typeface="Adobe Clean"/>
              </a:endParaRPr>
            </a:p>
          </p:txBody>
        </p:sp>
        <p:sp>
          <p:nvSpPr>
            <p:cNvPr id="58406" name="Rectangle 38"/>
            <p:cNvSpPr>
              <a:spLocks/>
            </p:cNvSpPr>
            <p:nvPr/>
          </p:nvSpPr>
          <p:spPr bwMode="auto">
            <a:xfrm>
              <a:off x="591592" y="4284390"/>
              <a:ext cx="6170414" cy="366489"/>
            </a:xfrm>
            <a:prstGeom prst="rect">
              <a:avLst/>
            </a:prstGeom>
            <a:noFill/>
            <a:ln>
              <a:noFill/>
            </a:ln>
            <a:effectLst>
              <a:outerShdw blurRad="63500" algn="ctr" rotWithShape="0">
                <a:srgbClr val="000000">
                  <a:alpha val="75000"/>
                </a:srgbClr>
              </a:outerShdw>
            </a:effectLst>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130039" tIns="65020" rIns="130039" bIns="65020" anchor="ctr"/>
            <a:lstStyle/>
            <a:p>
              <a:pPr>
                <a:lnSpc>
                  <a:spcPct val="60000"/>
                </a:lnSpc>
                <a:spcBef>
                  <a:spcPts val="669"/>
                </a:spcBef>
              </a:pPr>
              <a:r>
                <a:rPr lang="en-US" sz="3100" dirty="0">
                  <a:solidFill>
                    <a:srgbClr val="F6FAFF"/>
                  </a:solidFill>
                  <a:latin typeface="Adobe Clean"/>
                  <a:ea typeface="ＭＳ Ｐゴシック" charset="0"/>
                  <a:cs typeface="Adobe Clean"/>
                  <a:sym typeface="Adobe Clean Bold" charset="0"/>
                </a:rPr>
                <a:t>JCR Content Repository</a:t>
              </a:r>
            </a:p>
          </p:txBody>
        </p:sp>
      </p:grpSp>
      <p:grpSp>
        <p:nvGrpSpPr>
          <p:cNvPr id="8" name="Group 7"/>
          <p:cNvGrpSpPr/>
          <p:nvPr/>
        </p:nvGrpSpPr>
        <p:grpSpPr>
          <a:xfrm>
            <a:off x="726194" y="2643188"/>
            <a:ext cx="8324765" cy="1145232"/>
            <a:chOff x="543595" y="2643188"/>
            <a:chExt cx="6245200" cy="1145232"/>
          </a:xfrm>
        </p:grpSpPr>
        <p:sp>
          <p:nvSpPr>
            <p:cNvPr id="37" name="AutoShape 43"/>
            <p:cNvSpPr>
              <a:spLocks/>
            </p:cNvSpPr>
            <p:nvPr/>
          </p:nvSpPr>
          <p:spPr bwMode="auto">
            <a:xfrm>
              <a:off x="543595" y="2643188"/>
              <a:ext cx="6245200" cy="1145232"/>
            </a:xfrm>
            <a:prstGeom prst="roundRect">
              <a:avLst>
                <a:gd name="adj" fmla="val 5972"/>
              </a:avLst>
            </a:prstGeom>
            <a:solidFill>
              <a:schemeClr val="accent5">
                <a:lumMod val="75000"/>
              </a:schemeClr>
            </a:solidFill>
            <a:ln>
              <a:noFill/>
            </a:ln>
            <a:effectLst>
              <a:outerShdw blurRad="63500" algn="ctr" rotWithShape="0">
                <a:srgbClr val="000000">
                  <a:alpha val="75000"/>
                </a:srgbClr>
              </a:outerShdw>
            </a:effectLst>
          </p:spPr>
          <p:txBody>
            <a:bodyPr lIns="130039" tIns="65020" rIns="130039" bIns="65020" anchor="ctr"/>
            <a:lstStyle/>
            <a:p>
              <a:pPr>
                <a:lnSpc>
                  <a:spcPct val="60000"/>
                </a:lnSpc>
                <a:spcBef>
                  <a:spcPts val="669"/>
                </a:spcBef>
              </a:pPr>
              <a:endParaRPr lang="en-US" sz="3100">
                <a:solidFill>
                  <a:srgbClr val="F6FAFF"/>
                </a:solidFill>
                <a:latin typeface="Adobe Clean"/>
                <a:ea typeface="ＭＳ Ｐゴシック" charset="0"/>
                <a:cs typeface="Adobe Clean"/>
              </a:endParaRPr>
            </a:p>
          </p:txBody>
        </p:sp>
        <p:sp>
          <p:nvSpPr>
            <p:cNvPr id="58409" name="Rectangle 41"/>
            <p:cNvSpPr>
              <a:spLocks/>
            </p:cNvSpPr>
            <p:nvPr/>
          </p:nvSpPr>
          <p:spPr bwMode="auto">
            <a:xfrm>
              <a:off x="591592" y="3038704"/>
              <a:ext cx="6170414" cy="366478"/>
            </a:xfrm>
            <a:prstGeom prst="rect">
              <a:avLst/>
            </a:prstGeom>
            <a:noFill/>
            <a:ln>
              <a:noFill/>
            </a:ln>
            <a:effectLst>
              <a:outerShdw blurRad="63500" algn="ctr" rotWithShape="0">
                <a:srgbClr val="000000">
                  <a:alpha val="75000"/>
                </a:srgbClr>
              </a:outerShdw>
            </a:effectLst>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130039" tIns="65020" rIns="130039" bIns="65020" anchor="ctr"/>
            <a:lstStyle/>
            <a:p>
              <a:pPr>
                <a:lnSpc>
                  <a:spcPct val="60000"/>
                </a:lnSpc>
                <a:spcBef>
                  <a:spcPts val="669"/>
                </a:spcBef>
              </a:pPr>
              <a:r>
                <a:rPr lang="en-US" sz="3100" dirty="0">
                  <a:solidFill>
                    <a:srgbClr val="F6FAFF"/>
                  </a:solidFill>
                  <a:latin typeface="Adobe Clean"/>
                  <a:ea typeface="ＭＳ Ｐゴシック" charset="0"/>
                  <a:cs typeface="Adobe Clean"/>
                  <a:sym typeface="Adobe Clean Bold" charset="0"/>
                </a:rPr>
                <a:t>Application Runtime</a:t>
              </a:r>
            </a:p>
          </p:txBody>
        </p:sp>
      </p:grpSp>
      <p:grpSp>
        <p:nvGrpSpPr>
          <p:cNvPr id="58413" name="Group 45"/>
          <p:cNvGrpSpPr>
            <a:grpSpLocks/>
          </p:cNvGrpSpPr>
          <p:nvPr/>
        </p:nvGrpSpPr>
        <p:grpSpPr bwMode="auto">
          <a:xfrm>
            <a:off x="726194" y="1394148"/>
            <a:ext cx="8324765" cy="1145232"/>
            <a:chOff x="0" y="0"/>
            <a:chExt cx="5594" cy="1025"/>
          </a:xfrm>
        </p:grpSpPr>
        <p:sp>
          <p:nvSpPr>
            <p:cNvPr id="58411" name="AutoShape 43"/>
            <p:cNvSpPr>
              <a:spLocks/>
            </p:cNvSpPr>
            <p:nvPr/>
          </p:nvSpPr>
          <p:spPr bwMode="auto">
            <a:xfrm>
              <a:off x="0" y="0"/>
              <a:ext cx="5594" cy="1025"/>
            </a:xfrm>
            <a:prstGeom prst="roundRect">
              <a:avLst>
                <a:gd name="adj" fmla="val 5972"/>
              </a:avLst>
            </a:prstGeom>
            <a:solidFill>
              <a:schemeClr val="accent5">
                <a:lumMod val="75000"/>
              </a:schemeClr>
            </a:solidFill>
            <a:ln>
              <a:noFill/>
            </a:ln>
            <a:effectLst>
              <a:outerShdw blurRad="63500" algn="ctr" rotWithShape="0">
                <a:srgbClr val="000000">
                  <a:alpha val="75000"/>
                </a:srgbClr>
              </a:outerShdw>
            </a:effectLst>
          </p:spPr>
          <p:txBody>
            <a:bodyPr lIns="130039" tIns="65020" rIns="130039" bIns="65020" anchor="ctr"/>
            <a:lstStyle/>
            <a:p>
              <a:pPr>
                <a:lnSpc>
                  <a:spcPct val="60000"/>
                </a:lnSpc>
                <a:spcBef>
                  <a:spcPts val="669"/>
                </a:spcBef>
              </a:pPr>
              <a:endParaRPr lang="en-US" sz="3100">
                <a:solidFill>
                  <a:srgbClr val="F6FAFF"/>
                </a:solidFill>
                <a:latin typeface="Adobe Clean"/>
                <a:ea typeface="ＭＳ Ｐゴシック" charset="0"/>
                <a:cs typeface="Adobe Clean"/>
              </a:endParaRPr>
            </a:p>
          </p:txBody>
        </p:sp>
        <p:sp>
          <p:nvSpPr>
            <p:cNvPr id="58412" name="Rectangle 44"/>
            <p:cNvSpPr>
              <a:spLocks/>
            </p:cNvSpPr>
            <p:nvPr/>
          </p:nvSpPr>
          <p:spPr bwMode="auto">
            <a:xfrm>
              <a:off x="26" y="348"/>
              <a:ext cx="5544" cy="328"/>
            </a:xfrm>
            <a:prstGeom prst="rect">
              <a:avLst/>
            </a:prstGeom>
            <a:noFill/>
            <a:ln>
              <a:noFill/>
            </a:ln>
            <a:effectLst>
              <a:outerShdw blurRad="63500" algn="ctr" rotWithShape="0">
                <a:srgbClr val="000000">
                  <a:alpha val="75000"/>
                </a:srgbClr>
              </a:outerShdw>
            </a:effectLst>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130039" tIns="65020" rIns="130039" bIns="65020" anchor="ctr"/>
            <a:lstStyle/>
            <a:p>
              <a:pPr>
                <a:lnSpc>
                  <a:spcPct val="60000"/>
                </a:lnSpc>
                <a:spcBef>
                  <a:spcPts val="669"/>
                </a:spcBef>
              </a:pPr>
              <a:r>
                <a:rPr lang="en-US" sz="3100" dirty="0">
                  <a:solidFill>
                    <a:srgbClr val="F6FAFF"/>
                  </a:solidFill>
                  <a:latin typeface="Adobe Clean"/>
                  <a:ea typeface="ＭＳ Ｐゴシック" charset="0"/>
                  <a:cs typeface="Adobe Clean"/>
                  <a:sym typeface="Adobe Clean Bold" charset="0"/>
                </a:rPr>
                <a:t>Web Application Framework</a:t>
              </a:r>
            </a:p>
          </p:txBody>
        </p:sp>
      </p:grpSp>
      <p:sp>
        <p:nvSpPr>
          <p:cNvPr id="9" name="Title 8"/>
          <p:cNvSpPr>
            <a:spLocks noGrp="1"/>
          </p:cNvSpPr>
          <p:nvPr>
            <p:ph type="title"/>
          </p:nvPr>
        </p:nvSpPr>
        <p:spPr/>
        <p:txBody>
          <a:bodyPr>
            <a:normAutofit fontScale="90000"/>
          </a:bodyPr>
          <a:lstStyle/>
          <a:p>
            <a:r>
              <a:rPr lang="en-US" dirty="0"/>
              <a:t>AEM Platform – Core Components</a:t>
            </a:r>
          </a:p>
        </p:txBody>
      </p:sp>
      <p:pic>
        <p:nvPicPr>
          <p:cNvPr id="11" name="Picture 10" descr="Apache_Felix_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5288" y="2813050"/>
            <a:ext cx="2095500" cy="800100"/>
          </a:xfrm>
          <a:prstGeom prst="rect">
            <a:avLst/>
          </a:prstGeom>
        </p:spPr>
      </p:pic>
      <p:grpSp>
        <p:nvGrpSpPr>
          <p:cNvPr id="14" name="Group 13"/>
          <p:cNvGrpSpPr/>
          <p:nvPr/>
        </p:nvGrpSpPr>
        <p:grpSpPr>
          <a:xfrm>
            <a:off x="5068888" y="4038372"/>
            <a:ext cx="3771900" cy="851129"/>
            <a:chOff x="5029200" y="4038371"/>
            <a:chExt cx="3771900" cy="851129"/>
          </a:xfrm>
        </p:grpSpPr>
        <p:pic>
          <p:nvPicPr>
            <p:cNvPr id="12" name="Picture 11" descr="jlogo.g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200" y="4038371"/>
              <a:ext cx="2851665" cy="848710"/>
            </a:xfrm>
            <a:prstGeom prst="rect">
              <a:avLst/>
            </a:prstGeom>
          </p:spPr>
        </p:pic>
        <p:pic>
          <p:nvPicPr>
            <p:cNvPr id="13" name="Picture 12" descr="oak_logo.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50200" y="4038600"/>
              <a:ext cx="850900" cy="850900"/>
            </a:xfrm>
            <a:prstGeom prst="rect">
              <a:avLst/>
            </a:prstGeom>
          </p:spPr>
        </p:pic>
      </p:grpSp>
      <p:pic>
        <p:nvPicPr>
          <p:cNvPr id="16" name="Picture 15" descr="Apache_Sling_Logo.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39665" y="1445031"/>
            <a:ext cx="1810978" cy="1037196"/>
          </a:xfrm>
          <a:prstGeom prst="rect">
            <a:avLst/>
          </a:prstGeom>
        </p:spPr>
      </p:pic>
    </p:spTree>
    <p:extLst>
      <p:ext uri="{BB962C8B-B14F-4D97-AF65-F5344CB8AC3E}">
        <p14:creationId xmlns:p14="http://schemas.microsoft.com/office/powerpoint/2010/main" val="76181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500"/>
                            </p:stCondLst>
                            <p:childTnLst>
                              <p:par>
                                <p:cTn id="22" presetID="10" presetClass="entr" presetSubtype="0" fill="hold" nodeType="afterEffect">
                                  <p:stCondLst>
                                    <p:cond delay="50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8413"/>
                                        </p:tgtEl>
                                        <p:attrNameLst>
                                          <p:attrName>style.visibility</p:attrName>
                                        </p:attrNameLst>
                                      </p:cBhvr>
                                      <p:to>
                                        <p:strVal val="visible"/>
                                      </p:to>
                                    </p:set>
                                    <p:animEffect transition="in" filter="fade">
                                      <p:cBhvr>
                                        <p:cTn id="33" dur="500"/>
                                        <p:tgtEl>
                                          <p:spTgt spid="58413"/>
                                        </p:tgtEl>
                                      </p:cBhvr>
                                    </p:animEffect>
                                  </p:childTnLst>
                                </p:cTn>
                              </p:par>
                            </p:childTnLst>
                          </p:cTn>
                        </p:par>
                        <p:par>
                          <p:cTn id="34" fill="hold">
                            <p:stCondLst>
                              <p:cond delay="500"/>
                            </p:stCondLst>
                            <p:childTnLst>
                              <p:par>
                                <p:cTn id="35" presetID="10" presetClass="entr" presetSubtype="0" fill="hold" nodeType="afterEffect">
                                  <p:stCondLst>
                                    <p:cond delay="50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par>
                          <p:cTn id="38" fill="hold">
                            <p:stCondLst>
                              <p:cond delay="1500"/>
                            </p:stCondLst>
                            <p:childTnLst>
                              <p:par>
                                <p:cTn id="39" presetID="10" presetClass="entr" presetSubtype="0" fill="hold" nodeType="afterEffect">
                                  <p:stCondLst>
                                    <p:cond delay="50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4" fill="hold" grpId="0" nodeType="clickEffect">
                                  <p:stCondLst>
                                    <p:cond delay="0"/>
                                  </p:stCondLst>
                                  <p:childTnLst>
                                    <p:set>
                                      <p:cBhvr>
                                        <p:cTn id="45" dur="1" fill="hold">
                                          <p:stCondLst>
                                            <p:cond delay="0"/>
                                          </p:stCondLst>
                                        </p:cTn>
                                        <p:tgtEl>
                                          <p:spTgt spid="58385"/>
                                        </p:tgtEl>
                                        <p:attrNameLst>
                                          <p:attrName>style.visibility</p:attrName>
                                        </p:attrNameLst>
                                      </p:cBhvr>
                                      <p:to>
                                        <p:strVal val="visible"/>
                                      </p:to>
                                    </p:set>
                                    <p:animEffect transition="in" filter="wheel(4)">
                                      <p:cBhvr>
                                        <p:cTn id="46" dur="2000"/>
                                        <p:tgtEl>
                                          <p:spTgt spid="58385"/>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58386"/>
                                        </p:tgtEl>
                                        <p:attrNameLst>
                                          <p:attrName>style.visibility</p:attrName>
                                        </p:attrNameLst>
                                      </p:cBhvr>
                                      <p:to>
                                        <p:strVal val="visible"/>
                                      </p:to>
                                    </p:set>
                                    <p:animEffect transition="in" filter="wipe(up)">
                                      <p:cBhvr>
                                        <p:cTn id="49" dur="500"/>
                                        <p:tgtEl>
                                          <p:spTgt spid="58386"/>
                                        </p:tgtEl>
                                      </p:cBhvr>
                                    </p:animEffect>
                                  </p:childTnLst>
                                </p:cTn>
                              </p:par>
                            </p:childTnLst>
                          </p:cTn>
                        </p:par>
                        <p:par>
                          <p:cTn id="50" fill="hold">
                            <p:stCondLst>
                              <p:cond delay="2000"/>
                            </p:stCondLst>
                            <p:childTnLst>
                              <p:par>
                                <p:cTn id="51" presetID="22" presetClass="entr" presetSubtype="1" fill="hold"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up)">
                                      <p:cBhvr>
                                        <p:cTn id="53" dur="500"/>
                                        <p:tgtEl>
                                          <p:spTgt spid="6"/>
                                        </p:tgtEl>
                                      </p:cBhvr>
                                    </p:animEffect>
                                  </p:childTnLst>
                                </p:cTn>
                              </p:par>
                            </p:childTnLst>
                          </p:cTn>
                        </p:par>
                        <p:par>
                          <p:cTn id="54" fill="hold">
                            <p:stCondLst>
                              <p:cond delay="2500"/>
                            </p:stCondLst>
                            <p:childTnLst>
                              <p:par>
                                <p:cTn id="55" presetID="10" presetClass="entr" presetSubtype="0"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8385" grpId="0" animBg="1"/>
      <p:bldP spid="5838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2359105" y="855663"/>
            <a:ext cx="3390900" cy="3467100"/>
            <a:chOff x="1663700" y="1003300"/>
            <a:chExt cx="3390900" cy="3467100"/>
          </a:xfrm>
        </p:grpSpPr>
        <p:sp>
          <p:nvSpPr>
            <p:cNvPr id="4" name="Oval 3"/>
            <p:cNvSpPr/>
            <p:nvPr/>
          </p:nvSpPr>
          <p:spPr>
            <a:xfrm>
              <a:off x="1663700" y="1003300"/>
              <a:ext cx="3390900" cy="3467100"/>
            </a:xfrm>
            <a:prstGeom prst="ellipse">
              <a:avLst/>
            </a:prstGeom>
            <a:solidFill>
              <a:schemeClr val="accent2">
                <a:lumMod val="75000"/>
              </a:schemeClr>
            </a:solidFill>
            <a:ln w="381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FFFF"/>
                  </a:solidFill>
                  <a:ea typeface="ＭＳ Ｐゴシック" charset="0"/>
                  <a:cs typeface="Trade Gothic Bold" charset="0"/>
                </a:rPr>
                <a:t>Transactions</a:t>
              </a:r>
            </a:p>
            <a:p>
              <a:pPr algn="ctr"/>
              <a:r>
                <a:rPr lang="en-US" sz="2000" dirty="0">
                  <a:solidFill>
                    <a:srgbClr val="FFFFFF"/>
                  </a:solidFill>
                  <a:ea typeface="ＭＳ Ｐゴシック" charset="0"/>
                  <a:cs typeface="Trade Gothic Bold" charset="0"/>
                </a:rPr>
                <a:t>Query</a:t>
              </a:r>
            </a:p>
            <a:p>
              <a:pPr algn="ctr"/>
              <a:r>
                <a:rPr lang="en-US" sz="2000" dirty="0">
                  <a:solidFill>
                    <a:srgbClr val="FFFFFF"/>
                  </a:solidFill>
                  <a:ea typeface="ＭＳ Ｐゴシック" charset="0"/>
                  <a:cs typeface="Trade Gothic Bold" charset="0"/>
                </a:rPr>
                <a:t>Structure</a:t>
              </a:r>
            </a:p>
            <a:p>
              <a:pPr algn="ctr"/>
              <a:r>
                <a:rPr lang="en-US" sz="2000" dirty="0">
                  <a:solidFill>
                    <a:srgbClr val="FFFFFF"/>
                  </a:solidFill>
                  <a:ea typeface="ＭＳ Ｐゴシック" charset="0"/>
                  <a:cs typeface="Trade Gothic Bold" charset="0"/>
                </a:rPr>
                <a:t>Integrity</a:t>
              </a:r>
            </a:p>
          </p:txBody>
        </p:sp>
        <p:sp>
          <p:nvSpPr>
            <p:cNvPr id="5" name="Rectangle 4"/>
            <p:cNvSpPr/>
            <p:nvPr/>
          </p:nvSpPr>
          <p:spPr>
            <a:xfrm>
              <a:off x="1945570" y="1352199"/>
              <a:ext cx="2839860" cy="2917272"/>
            </a:xfrm>
            <a:prstGeom prst="rect">
              <a:avLst/>
            </a:prstGeom>
            <a:noFill/>
          </p:spPr>
          <p:txBody>
            <a:bodyPr spcFirstLastPara="1" wrap="square" lIns="91440" tIns="45720" rIns="91440" bIns="45720" numCol="1">
              <a:prstTxWarp prst="textArchUp">
                <a:avLst>
                  <a:gd name="adj" fmla="val 11281866"/>
                </a:avLst>
              </a:prstTxWarp>
              <a:spAutoFit/>
            </a:bodyPr>
            <a:lstStyle/>
            <a:p>
              <a:pPr algn="ctr"/>
              <a:r>
                <a:rPr lang="en-US" sz="3200" dirty="0">
                  <a:ln w="12700">
                    <a:noFill/>
                    <a:prstDash val="solid"/>
                  </a:ln>
                  <a:solidFill>
                    <a:srgbClr val="FFFFFF"/>
                  </a:solidFill>
                </a:rPr>
                <a:t>RDBMS Features</a:t>
              </a:r>
            </a:p>
          </p:txBody>
        </p:sp>
      </p:grpSp>
      <p:grpSp>
        <p:nvGrpSpPr>
          <p:cNvPr id="23" name="Group 22"/>
          <p:cNvGrpSpPr/>
          <p:nvPr/>
        </p:nvGrpSpPr>
        <p:grpSpPr>
          <a:xfrm>
            <a:off x="306388" y="419100"/>
            <a:ext cx="11544300" cy="5905500"/>
            <a:chOff x="304800" y="419100"/>
            <a:chExt cx="11544300" cy="5905500"/>
          </a:xfrm>
        </p:grpSpPr>
        <p:sp>
          <p:nvSpPr>
            <p:cNvPr id="16" name="Oval 15"/>
            <p:cNvSpPr/>
            <p:nvPr/>
          </p:nvSpPr>
          <p:spPr>
            <a:xfrm>
              <a:off x="304800" y="419100"/>
              <a:ext cx="11544300" cy="5905500"/>
            </a:xfrm>
            <a:prstGeom prst="ellipse">
              <a:avLst/>
            </a:prstGeom>
            <a:noFill/>
            <a:ln w="38100">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Rectangle 16"/>
            <p:cNvSpPr/>
            <p:nvPr/>
          </p:nvSpPr>
          <p:spPr>
            <a:xfrm>
              <a:off x="3438108" y="5100935"/>
              <a:ext cx="5275803" cy="923330"/>
            </a:xfrm>
            <a:prstGeom prst="rect">
              <a:avLst/>
            </a:prstGeom>
            <a:noFill/>
          </p:spPr>
          <p:txBody>
            <a:bodyPr spcFirstLastPara="1" wrap="none" lIns="91440" tIns="45720" rIns="91440" bIns="45720" numCol="1">
              <a:prstTxWarp prst="textArchDown">
                <a:avLst>
                  <a:gd name="adj" fmla="val 21568274"/>
                </a:avLst>
              </a:prstTxWarp>
              <a:spAutoFit/>
            </a:bodyPr>
            <a:lstStyle/>
            <a:p>
              <a:pPr algn="ctr"/>
              <a:r>
                <a:rPr lang="en-US" sz="5400" dirty="0">
                  <a:ln w="12700">
                    <a:noFill/>
                    <a:prstDash val="solid"/>
                  </a:ln>
                  <a:solidFill>
                    <a:schemeClr val="bg1"/>
                  </a:solidFill>
                </a:rPr>
                <a:t>Other Good Stuff</a:t>
              </a:r>
            </a:p>
          </p:txBody>
        </p:sp>
        <p:sp>
          <p:nvSpPr>
            <p:cNvPr id="18" name="TextBox 17"/>
            <p:cNvSpPr txBox="1"/>
            <p:nvPr/>
          </p:nvSpPr>
          <p:spPr>
            <a:xfrm>
              <a:off x="2990731" y="4456758"/>
              <a:ext cx="2608406" cy="1015663"/>
            </a:xfrm>
            <a:prstGeom prst="rect">
              <a:avLst/>
            </a:prstGeom>
            <a:noFill/>
          </p:spPr>
          <p:txBody>
            <a:bodyPr wrap="none" rtlCol="0">
              <a:spAutoFit/>
            </a:bodyPr>
            <a:lstStyle/>
            <a:p>
              <a:pPr algn="r"/>
              <a:r>
                <a:rPr lang="en-US" sz="2000" dirty="0">
                  <a:solidFill>
                    <a:srgbClr val="FFFFFF"/>
                  </a:solidFill>
                </a:rPr>
                <a:t>Multi-Value Properties</a:t>
              </a:r>
            </a:p>
            <a:p>
              <a:pPr algn="r"/>
              <a:r>
                <a:rPr lang="en-US" sz="2000" dirty="0">
                  <a:solidFill>
                    <a:srgbClr val="FFFFFF"/>
                  </a:solidFill>
                </a:rPr>
                <a:t>Unstructured</a:t>
              </a:r>
            </a:p>
            <a:p>
              <a:pPr algn="r"/>
              <a:r>
                <a:rPr lang="en-US" sz="2000" dirty="0">
                  <a:solidFill>
                    <a:srgbClr val="FFFFFF"/>
                  </a:solidFill>
                </a:rPr>
                <a:t>Ordering</a:t>
              </a:r>
            </a:p>
          </p:txBody>
        </p:sp>
        <p:sp>
          <p:nvSpPr>
            <p:cNvPr id="19" name="TextBox 18"/>
            <p:cNvSpPr txBox="1"/>
            <p:nvPr/>
          </p:nvSpPr>
          <p:spPr>
            <a:xfrm>
              <a:off x="6432317" y="4445000"/>
              <a:ext cx="1492716" cy="1015663"/>
            </a:xfrm>
            <a:prstGeom prst="rect">
              <a:avLst/>
            </a:prstGeom>
            <a:noFill/>
          </p:spPr>
          <p:txBody>
            <a:bodyPr wrap="none" rtlCol="0">
              <a:spAutoFit/>
            </a:bodyPr>
            <a:lstStyle/>
            <a:p>
              <a:r>
                <a:rPr lang="en-US" sz="2000" dirty="0">
                  <a:solidFill>
                    <a:srgbClr val="FFFFFF"/>
                  </a:solidFill>
                </a:rPr>
                <a:t>Full Text</a:t>
              </a:r>
            </a:p>
            <a:p>
              <a:r>
                <a:rPr lang="en-US" sz="2000" dirty="0">
                  <a:solidFill>
                    <a:srgbClr val="FFFFFF"/>
                  </a:solidFill>
                </a:rPr>
                <a:t>Versioning</a:t>
              </a:r>
            </a:p>
            <a:p>
              <a:r>
                <a:rPr lang="en-US" sz="2000" dirty="0">
                  <a:solidFill>
                    <a:srgbClr val="FFFFFF"/>
                  </a:solidFill>
                </a:rPr>
                <a:t>Observation</a:t>
              </a:r>
            </a:p>
          </p:txBody>
        </p:sp>
      </p:grpSp>
      <p:sp>
        <p:nvSpPr>
          <p:cNvPr id="13" name="Chevron 12"/>
          <p:cNvSpPr/>
          <p:nvPr/>
        </p:nvSpPr>
        <p:spPr>
          <a:xfrm>
            <a:off x="-621670" y="3656817"/>
            <a:ext cx="3516120" cy="1340441"/>
          </a:xfrm>
          <a:prstGeom prst="chevron">
            <a:avLst>
              <a:gd name="adj" fmla="val 45613"/>
            </a:avLst>
          </a:prstGeom>
          <a:solidFill>
            <a:schemeClr val="accent4">
              <a:lumMod val="75000"/>
            </a:schemeClr>
          </a:solidFill>
          <a:ln>
            <a:noFill/>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2" name="Title 1"/>
          <p:cNvSpPr>
            <a:spLocks noGrp="1"/>
          </p:cNvSpPr>
          <p:nvPr>
            <p:ph type="title"/>
          </p:nvPr>
        </p:nvSpPr>
        <p:spPr/>
        <p:txBody>
          <a:bodyPr/>
          <a:lstStyle/>
          <a:p>
            <a:r>
              <a:rPr lang="en-US" dirty="0"/>
              <a:t>Content Repository</a:t>
            </a:r>
          </a:p>
        </p:txBody>
      </p:sp>
      <p:sp>
        <p:nvSpPr>
          <p:cNvPr id="3" name="Slide Number Placeholder 2"/>
          <p:cNvSpPr>
            <a:spLocks noGrp="1"/>
          </p:cNvSpPr>
          <p:nvPr>
            <p:ph type="sldNum" sz="quarter" idx="12"/>
          </p:nvPr>
        </p:nvSpPr>
        <p:spPr/>
        <p:txBody>
          <a:bodyPr/>
          <a:lstStyle/>
          <a:p>
            <a:pPr algn="ctr"/>
            <a:fld id="{90156F56-D5AE-4C6F-B826-C69D1BC521BB}" type="slidenum">
              <a:rPr lang="en-US" smtClean="0"/>
              <a:pPr algn="ctr"/>
              <a:t>14</a:t>
            </a:fld>
            <a:endParaRPr lang="en-US" dirty="0"/>
          </a:p>
        </p:txBody>
      </p:sp>
      <p:grpSp>
        <p:nvGrpSpPr>
          <p:cNvPr id="22" name="Group 21"/>
          <p:cNvGrpSpPr/>
          <p:nvPr/>
        </p:nvGrpSpPr>
        <p:grpSpPr>
          <a:xfrm>
            <a:off x="6422127" y="855663"/>
            <a:ext cx="3390900" cy="3467100"/>
            <a:chOff x="6985000" y="1003300"/>
            <a:chExt cx="3390900" cy="3467100"/>
          </a:xfrm>
        </p:grpSpPr>
        <p:sp>
          <p:nvSpPr>
            <p:cNvPr id="10" name="Oval 9"/>
            <p:cNvSpPr/>
            <p:nvPr/>
          </p:nvSpPr>
          <p:spPr>
            <a:xfrm>
              <a:off x="6985000" y="1003300"/>
              <a:ext cx="3390900" cy="3467100"/>
            </a:xfrm>
            <a:prstGeom prst="ellipse">
              <a:avLst/>
            </a:prstGeom>
            <a:solidFill>
              <a:schemeClr val="accent2">
                <a:lumMod val="50000"/>
              </a:schemeClr>
            </a:solidFill>
            <a:ln w="381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FFFF"/>
                  </a:solidFill>
                  <a:ea typeface="ＭＳ Ｐゴシック" charset="0"/>
                  <a:cs typeface="Trade Gothic Bold" charset="0"/>
                </a:rPr>
                <a:t>Binaries</a:t>
              </a:r>
            </a:p>
            <a:p>
              <a:pPr algn="ctr"/>
              <a:r>
                <a:rPr lang="en-US" sz="2000" dirty="0">
                  <a:solidFill>
                    <a:srgbClr val="FFFFFF"/>
                  </a:solidFill>
                  <a:ea typeface="ＭＳ Ｐゴシック" charset="0"/>
                  <a:cs typeface="Trade Gothic Bold" charset="0"/>
                </a:rPr>
                <a:t>Hierarchy</a:t>
              </a:r>
            </a:p>
            <a:p>
              <a:pPr algn="ctr"/>
              <a:r>
                <a:rPr lang="en-US" sz="2000" dirty="0">
                  <a:solidFill>
                    <a:srgbClr val="FFFFFF"/>
                  </a:solidFill>
                  <a:ea typeface="ＭＳ Ｐゴシック" charset="0"/>
                  <a:cs typeface="Trade Gothic Bold" charset="0"/>
                </a:rPr>
                <a:t>Locking</a:t>
              </a:r>
            </a:p>
            <a:p>
              <a:pPr algn="ctr"/>
              <a:r>
                <a:rPr lang="en-US" sz="2000" dirty="0">
                  <a:solidFill>
                    <a:srgbClr val="FFFFFF"/>
                  </a:solidFill>
                  <a:ea typeface="ＭＳ Ｐゴシック" charset="0"/>
                  <a:cs typeface="Trade Gothic Bold" charset="0"/>
                </a:rPr>
                <a:t>Access Control</a:t>
              </a:r>
            </a:p>
          </p:txBody>
        </p:sp>
        <p:sp>
          <p:nvSpPr>
            <p:cNvPr id="11" name="Rectangle 10"/>
            <p:cNvSpPr/>
            <p:nvPr/>
          </p:nvSpPr>
          <p:spPr>
            <a:xfrm>
              <a:off x="7270513" y="1305166"/>
              <a:ext cx="2883374" cy="3011338"/>
            </a:xfrm>
            <a:prstGeom prst="rect">
              <a:avLst/>
            </a:prstGeom>
            <a:noFill/>
          </p:spPr>
          <p:txBody>
            <a:bodyPr spcFirstLastPara="1" wrap="square" lIns="91440" tIns="45720" rIns="91440" bIns="45720" numCol="1">
              <a:prstTxWarp prst="textArchUp">
                <a:avLst>
                  <a:gd name="adj" fmla="val 10411458"/>
                </a:avLst>
              </a:prstTxWarp>
              <a:spAutoFit/>
            </a:bodyPr>
            <a:lstStyle/>
            <a:p>
              <a:pPr algn="ctr"/>
              <a:r>
                <a:rPr lang="en-US" sz="3200" dirty="0">
                  <a:ln w="12700">
                    <a:noFill/>
                    <a:prstDash val="solid"/>
                  </a:ln>
                  <a:solidFill>
                    <a:schemeClr val="bg1"/>
                  </a:solidFill>
                </a:rPr>
                <a:t>File System Features</a:t>
              </a:r>
            </a:p>
          </p:txBody>
        </p:sp>
      </p:grpSp>
      <p:sp>
        <p:nvSpPr>
          <p:cNvPr id="12" name="TextBox 11"/>
          <p:cNvSpPr txBox="1"/>
          <p:nvPr/>
        </p:nvSpPr>
        <p:spPr>
          <a:xfrm>
            <a:off x="140728" y="3809676"/>
            <a:ext cx="2132634" cy="954107"/>
          </a:xfrm>
          <a:prstGeom prst="rect">
            <a:avLst/>
          </a:prstGeom>
          <a:noFill/>
        </p:spPr>
        <p:txBody>
          <a:bodyPr wrap="none" rtlCol="0">
            <a:spAutoFit/>
          </a:bodyPr>
          <a:lstStyle/>
          <a:p>
            <a:pPr algn="ctr"/>
            <a:r>
              <a:rPr lang="en-US" sz="2800" dirty="0">
                <a:solidFill>
                  <a:srgbClr val="FFFFFF"/>
                </a:solidFill>
              </a:rPr>
              <a:t>Standardized</a:t>
            </a:r>
          </a:p>
          <a:p>
            <a:pPr algn="ctr"/>
            <a:r>
              <a:rPr lang="en-US" sz="2800" dirty="0">
                <a:solidFill>
                  <a:srgbClr val="FFFFFF"/>
                </a:solidFill>
              </a:rPr>
              <a:t>API</a:t>
            </a:r>
          </a:p>
        </p:txBody>
      </p:sp>
    </p:spTree>
    <p:extLst>
      <p:ext uri="{BB962C8B-B14F-4D97-AF65-F5344CB8AC3E}">
        <p14:creationId xmlns:p14="http://schemas.microsoft.com/office/powerpoint/2010/main" val="3995936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ppt_x</p:attrName>
                                        </p:attrNameLst>
                                      </p:cBhvr>
                                      <p:tavLst>
                                        <p:tav tm="0">
                                          <p:val>
                                            <p:strVal val="#ppt_x-#ppt_w*1.125000"/>
                                          </p:val>
                                        </p:tav>
                                        <p:tav tm="100000">
                                          <p:val>
                                            <p:strVal val="#ppt_x"/>
                                          </p:val>
                                        </p:tav>
                                      </p:tavLst>
                                    </p:anim>
                                    <p:animEffect transition="in" filter="wipe(right)">
                                      <p:cBhvr>
                                        <p:cTn id="8" dur="500"/>
                                        <p:tgtEl>
                                          <p:spTgt spid="21"/>
                                        </p:tgtEl>
                                      </p:cBhvr>
                                    </p:animEffect>
                                  </p:childTnLst>
                                </p:cTn>
                              </p:par>
                              <p:par>
                                <p:cTn id="9" presetID="12" presetClass="entr" presetSubtype="2"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1000"/>
                                        <p:tgtEl>
                                          <p:spTgt spid="22"/>
                                        </p:tgtEl>
                                        <p:attrNameLst>
                                          <p:attrName>ppt_x</p:attrName>
                                        </p:attrNameLst>
                                      </p:cBhvr>
                                      <p:tavLst>
                                        <p:tav tm="0">
                                          <p:val>
                                            <p:strVal val="#ppt_x+#ppt_w*1.125000"/>
                                          </p:val>
                                        </p:tav>
                                        <p:tav tm="100000">
                                          <p:val>
                                            <p:strVal val="#ppt_x"/>
                                          </p:val>
                                        </p:tav>
                                      </p:tavLst>
                                    </p:anim>
                                    <p:animEffect transition="in" filter="wipe(left)">
                                      <p:cBhvr>
                                        <p:cTn id="12" dur="1000"/>
                                        <p:tgtEl>
                                          <p:spTgt spid="22"/>
                                        </p:tgtEl>
                                      </p:cBhvr>
                                    </p:animEffect>
                                  </p:childTnLst>
                                </p:cTn>
                              </p:par>
                            </p:childTnLst>
                          </p:cTn>
                        </p:par>
                        <p:par>
                          <p:cTn id="13" fill="hold">
                            <p:stCondLst>
                              <p:cond delay="1000"/>
                            </p:stCondLst>
                            <p:childTnLst>
                              <p:par>
                                <p:cTn id="14" presetID="21" presetClass="entr" presetSubtype="1" fill="hold"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heel(1)">
                                      <p:cBhvr>
                                        <p:cTn id="16" dur="20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0-#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p:cNvSpPr/>
          <p:nvPr/>
        </p:nvSpPr>
        <p:spPr>
          <a:xfrm>
            <a:off x="6800594" y="730274"/>
            <a:ext cx="3975871" cy="5598583"/>
          </a:xfrm>
          <a:prstGeom prst="roundRect">
            <a:avLst>
              <a:gd name="adj" fmla="val 4141"/>
            </a:avLst>
          </a:prstGeom>
          <a:solidFill>
            <a:schemeClr val="bg2">
              <a:lumMod val="75000"/>
              <a:alpha val="21000"/>
            </a:schemeClr>
          </a:solidFill>
          <a:ln>
            <a:noFill/>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152848" tIns="91713" rIns="108694" bIns="54347" rtlCol="0" anchor="t" anchorCtr="0"/>
          <a:lstStyle/>
          <a:p>
            <a:pPr algn="l"/>
            <a:r>
              <a:rPr lang="en-US" sz="3000" dirty="0">
                <a:latin typeface="Adobe Clean Light"/>
                <a:cs typeface="Adobe Clean Light"/>
              </a:rPr>
              <a:t>Publish</a:t>
            </a:r>
          </a:p>
        </p:txBody>
      </p:sp>
      <p:sp>
        <p:nvSpPr>
          <p:cNvPr id="58" name="Rounded Rectangle 57"/>
          <p:cNvSpPr/>
          <p:nvPr/>
        </p:nvSpPr>
        <p:spPr>
          <a:xfrm>
            <a:off x="1214828" y="730274"/>
            <a:ext cx="4133478" cy="5598583"/>
          </a:xfrm>
          <a:prstGeom prst="roundRect">
            <a:avLst>
              <a:gd name="adj" fmla="val 4141"/>
            </a:avLst>
          </a:prstGeom>
          <a:solidFill>
            <a:schemeClr val="tx1">
              <a:alpha val="21000"/>
            </a:schemeClr>
          </a:solidFill>
          <a:ln>
            <a:noFill/>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lIns="152848" tIns="91713" rIns="108694" bIns="54347" rtlCol="0" anchor="t" anchorCtr="0"/>
          <a:lstStyle/>
          <a:p>
            <a:pPr algn="l"/>
            <a:r>
              <a:rPr lang="en-US" sz="3000" dirty="0">
                <a:latin typeface="Adobe Clean Light"/>
                <a:cs typeface="Adobe Clean Light"/>
              </a:rPr>
              <a:t>Author</a:t>
            </a:r>
          </a:p>
        </p:txBody>
      </p:sp>
      <p:sp>
        <p:nvSpPr>
          <p:cNvPr id="66581" name="AutoShape 21"/>
          <p:cNvSpPr>
            <a:spLocks/>
          </p:cNvSpPr>
          <p:nvPr/>
        </p:nvSpPr>
        <p:spPr bwMode="auto">
          <a:xfrm>
            <a:off x="7499408" y="5115542"/>
            <a:ext cx="2630596" cy="723305"/>
          </a:xfrm>
          <a:prstGeom prst="roundRect">
            <a:avLst>
              <a:gd name="adj" fmla="val 18519"/>
            </a:avLst>
          </a:prstGeom>
          <a:solidFill>
            <a:schemeClr val="accent2">
              <a:lumMod val="75000"/>
            </a:schemeClr>
          </a:solidFill>
          <a:ln>
            <a:noFill/>
          </a:ln>
          <a:effectLst/>
        </p:spPr>
        <p:txBody>
          <a:bodyPr lIns="0" tIns="0" rIns="0" bIns="0" anchor="ctr"/>
          <a:lstStyle/>
          <a:p>
            <a:pPr algn="ctr">
              <a:lnSpc>
                <a:spcPct val="80000"/>
              </a:lnSpc>
            </a:pPr>
            <a:r>
              <a:rPr lang="en-US" sz="2300" dirty="0">
                <a:solidFill>
                  <a:srgbClr val="F6FAFF"/>
                </a:solidFill>
                <a:latin typeface="Adobe Clean"/>
                <a:ea typeface="ヒラギノ角ゴ ProN W6" charset="0"/>
                <a:cs typeface="Adobe Clean"/>
                <a:sym typeface="Adobe Clean" charset="0"/>
              </a:rPr>
              <a:t>End Users</a:t>
            </a:r>
          </a:p>
        </p:txBody>
      </p:sp>
      <p:grpSp>
        <p:nvGrpSpPr>
          <p:cNvPr id="4" name="Group 3"/>
          <p:cNvGrpSpPr/>
          <p:nvPr/>
        </p:nvGrpSpPr>
        <p:grpSpPr>
          <a:xfrm>
            <a:off x="8004806" y="3719619"/>
            <a:ext cx="1619803" cy="1179411"/>
            <a:chOff x="8545566" y="4876720"/>
            <a:chExt cx="1728240" cy="1677385"/>
          </a:xfrm>
        </p:grpSpPr>
        <p:sp>
          <p:nvSpPr>
            <p:cNvPr id="66599" name="AutoShape 39"/>
            <p:cNvSpPr>
              <a:spLocks/>
            </p:cNvSpPr>
            <p:nvPr/>
          </p:nvSpPr>
          <p:spPr bwMode="auto">
            <a:xfrm rot="5346414">
              <a:off x="8570993" y="4851293"/>
              <a:ext cx="1677385" cy="1728240"/>
            </a:xfrm>
            <a:prstGeom prst="leftRightArrow">
              <a:avLst>
                <a:gd name="adj1" fmla="val 75654"/>
                <a:gd name="adj2" fmla="val 23101"/>
              </a:avLst>
            </a:prstGeom>
            <a:solidFill>
              <a:srgbClr val="829918"/>
            </a:solidFill>
            <a:ln>
              <a:noFill/>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defTabSz="1087126"/>
              <a:endParaRPr lang="en-US" sz="13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dobe Clean"/>
                <a:cs typeface="Adobe Clean"/>
              </a:endParaRPr>
            </a:p>
          </p:txBody>
        </p:sp>
        <p:sp>
          <p:nvSpPr>
            <p:cNvPr id="2" name="TextBox 1"/>
            <p:cNvSpPr txBox="1"/>
            <p:nvPr/>
          </p:nvSpPr>
          <p:spPr>
            <a:xfrm>
              <a:off x="8885180" y="5464387"/>
              <a:ext cx="996716" cy="472380"/>
            </a:xfrm>
            <a:prstGeom prst="rect">
              <a:avLst/>
            </a:prstGeom>
            <a:noFill/>
            <a:ln>
              <a:noFill/>
            </a:ln>
          </p:spPr>
          <p:txBody>
            <a:bodyPr wrap="none" rtlCol="0">
              <a:spAutoFit/>
            </a:bodyPr>
            <a:lstStyle/>
            <a:p>
              <a:pPr>
                <a:lnSpc>
                  <a:spcPct val="90000"/>
                </a:lnSpc>
              </a:pPr>
              <a:r>
                <a:rPr lang="en-US" sz="1700" dirty="0">
                  <a:solidFill>
                    <a:srgbClr val="FFFFFF"/>
                  </a:solidFill>
                  <a:latin typeface="Adobe Clean"/>
                  <a:cs typeface="Adobe Clean"/>
                </a:rPr>
                <a:t>HTTP(S)</a:t>
              </a:r>
            </a:p>
          </p:txBody>
        </p:sp>
      </p:grpSp>
      <p:grpSp>
        <p:nvGrpSpPr>
          <p:cNvPr id="6" name="Group 5"/>
          <p:cNvGrpSpPr/>
          <p:nvPr/>
        </p:nvGrpSpPr>
        <p:grpSpPr>
          <a:xfrm>
            <a:off x="2005481" y="1567052"/>
            <a:ext cx="2436811" cy="1443204"/>
            <a:chOff x="1942936" y="1594108"/>
            <a:chExt cx="2436811" cy="1443204"/>
          </a:xfrm>
        </p:grpSpPr>
        <p:grpSp>
          <p:nvGrpSpPr>
            <p:cNvPr id="51" name="Group 23"/>
            <p:cNvGrpSpPr>
              <a:grpSpLocks/>
            </p:cNvGrpSpPr>
            <p:nvPr/>
          </p:nvGrpSpPr>
          <p:grpSpPr bwMode="auto">
            <a:xfrm>
              <a:off x="1942936" y="1594108"/>
              <a:ext cx="2436811" cy="1443204"/>
              <a:chOff x="0" y="0"/>
              <a:chExt cx="1953" cy="1509"/>
            </a:xfrm>
          </p:grpSpPr>
          <p:sp>
            <p:nvSpPr>
              <p:cNvPr id="53" name="AutoShape 18"/>
              <p:cNvSpPr>
                <a:spLocks/>
              </p:cNvSpPr>
              <p:nvPr/>
            </p:nvSpPr>
            <p:spPr bwMode="auto">
              <a:xfrm>
                <a:off x="0" y="0"/>
                <a:ext cx="1936" cy="1476"/>
              </a:xfrm>
              <a:prstGeom prst="roundRect">
                <a:avLst>
                  <a:gd name="adj" fmla="val 3792"/>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grpSp>
            <p:nvGrpSpPr>
              <p:cNvPr id="54" name="Group 21"/>
              <p:cNvGrpSpPr>
                <a:grpSpLocks/>
              </p:cNvGrpSpPr>
              <p:nvPr/>
            </p:nvGrpSpPr>
            <p:grpSpPr bwMode="auto">
              <a:xfrm>
                <a:off x="161" y="989"/>
                <a:ext cx="1613" cy="14"/>
                <a:chOff x="0" y="251"/>
                <a:chExt cx="1613" cy="14"/>
              </a:xfrm>
            </p:grpSpPr>
            <p:sp>
              <p:nvSpPr>
                <p:cNvPr id="56" name="Line 19"/>
                <p:cNvSpPr>
                  <a:spLocks noChangeShapeType="1"/>
                </p:cNvSpPr>
                <p:nvPr/>
              </p:nvSpPr>
              <p:spPr bwMode="auto">
                <a:xfrm rot="10800000" flipH="1">
                  <a:off x="0" y="251"/>
                  <a:ext cx="1611" cy="0"/>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57" name="Line 20"/>
                <p:cNvSpPr>
                  <a:spLocks noChangeShapeType="1"/>
                </p:cNvSpPr>
                <p:nvPr/>
              </p:nvSpPr>
              <p:spPr bwMode="auto">
                <a:xfrm rot="10800000" flipH="1">
                  <a:off x="1" y="265"/>
                  <a:ext cx="1612" cy="0"/>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grpSp>
          <p:sp>
            <p:nvSpPr>
              <p:cNvPr id="55" name="Rectangle 22"/>
              <p:cNvSpPr>
                <a:spLocks/>
              </p:cNvSpPr>
              <p:nvPr/>
            </p:nvSpPr>
            <p:spPr bwMode="auto">
              <a:xfrm>
                <a:off x="7" y="1109"/>
                <a:ext cx="1946"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2300" dirty="0">
                    <a:solidFill>
                      <a:srgbClr val="F6FAFF"/>
                    </a:solidFill>
                    <a:latin typeface="Adobe Clean"/>
                    <a:ea typeface="ＭＳ Ｐゴシック" charset="0"/>
                    <a:cs typeface="Adobe Clean"/>
                    <a:sym typeface="Adobe Clean Bold" charset="0"/>
                  </a:rPr>
                  <a:t>JCR</a:t>
                </a:r>
              </a:p>
            </p:txBody>
          </p:sp>
        </p:grpSp>
        <p:pic>
          <p:nvPicPr>
            <p:cNvPr id="5" name="Picture 4" descr="mc_experiencemanager_6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41" y="1638300"/>
              <a:ext cx="635000" cy="635000"/>
            </a:xfrm>
            <a:prstGeom prst="rect">
              <a:avLst/>
            </a:prstGeom>
          </p:spPr>
        </p:pic>
        <p:sp>
          <p:nvSpPr>
            <p:cNvPr id="38" name="Rectangle 22"/>
            <p:cNvSpPr>
              <a:spLocks/>
            </p:cNvSpPr>
            <p:nvPr/>
          </p:nvSpPr>
          <p:spPr bwMode="auto">
            <a:xfrm>
              <a:off x="1951670" y="2235653"/>
              <a:ext cx="2428077" cy="382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1600" dirty="0">
                  <a:solidFill>
                    <a:srgbClr val="F6FAFF"/>
                  </a:solidFill>
                  <a:latin typeface="Adobe Clean Light"/>
                  <a:ea typeface="ＭＳ Ｐゴシック" charset="0"/>
                  <a:cs typeface="Adobe Clean Light"/>
                  <a:sym typeface="Adobe Clean Bold" charset="0"/>
                </a:rPr>
                <a:t>Adobe Experience Manager</a:t>
              </a:r>
            </a:p>
          </p:txBody>
        </p:sp>
      </p:grpSp>
      <p:grpSp>
        <p:nvGrpSpPr>
          <p:cNvPr id="43" name="Group 42"/>
          <p:cNvGrpSpPr/>
          <p:nvPr/>
        </p:nvGrpSpPr>
        <p:grpSpPr>
          <a:xfrm>
            <a:off x="7596302" y="1598613"/>
            <a:ext cx="2436811" cy="1443204"/>
            <a:chOff x="1942936" y="1594108"/>
            <a:chExt cx="2436811" cy="1443204"/>
          </a:xfrm>
        </p:grpSpPr>
        <p:grpSp>
          <p:nvGrpSpPr>
            <p:cNvPr id="44" name="Group 23"/>
            <p:cNvGrpSpPr>
              <a:grpSpLocks/>
            </p:cNvGrpSpPr>
            <p:nvPr/>
          </p:nvGrpSpPr>
          <p:grpSpPr bwMode="auto">
            <a:xfrm>
              <a:off x="1942936" y="1594108"/>
              <a:ext cx="2436811" cy="1443204"/>
              <a:chOff x="0" y="0"/>
              <a:chExt cx="1953" cy="1509"/>
            </a:xfrm>
          </p:grpSpPr>
          <p:sp>
            <p:nvSpPr>
              <p:cNvPr id="47" name="AutoShape 18"/>
              <p:cNvSpPr>
                <a:spLocks/>
              </p:cNvSpPr>
              <p:nvPr/>
            </p:nvSpPr>
            <p:spPr bwMode="auto">
              <a:xfrm>
                <a:off x="0" y="0"/>
                <a:ext cx="1936" cy="1476"/>
              </a:xfrm>
              <a:prstGeom prst="roundRect">
                <a:avLst>
                  <a:gd name="adj" fmla="val 3792"/>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grpSp>
            <p:nvGrpSpPr>
              <p:cNvPr id="48" name="Group 21"/>
              <p:cNvGrpSpPr>
                <a:grpSpLocks/>
              </p:cNvGrpSpPr>
              <p:nvPr/>
            </p:nvGrpSpPr>
            <p:grpSpPr bwMode="auto">
              <a:xfrm>
                <a:off x="161" y="989"/>
                <a:ext cx="1613" cy="14"/>
                <a:chOff x="0" y="251"/>
                <a:chExt cx="1613" cy="14"/>
              </a:xfrm>
            </p:grpSpPr>
            <p:sp>
              <p:nvSpPr>
                <p:cNvPr id="60" name="Line 19"/>
                <p:cNvSpPr>
                  <a:spLocks noChangeShapeType="1"/>
                </p:cNvSpPr>
                <p:nvPr/>
              </p:nvSpPr>
              <p:spPr bwMode="auto">
                <a:xfrm rot="10800000" flipH="1">
                  <a:off x="0" y="251"/>
                  <a:ext cx="1611" cy="0"/>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61" name="Line 20"/>
                <p:cNvSpPr>
                  <a:spLocks noChangeShapeType="1"/>
                </p:cNvSpPr>
                <p:nvPr/>
              </p:nvSpPr>
              <p:spPr bwMode="auto">
                <a:xfrm rot="10800000" flipH="1">
                  <a:off x="1" y="265"/>
                  <a:ext cx="1612" cy="0"/>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grpSp>
          <p:sp>
            <p:nvSpPr>
              <p:cNvPr id="49" name="Rectangle 22"/>
              <p:cNvSpPr>
                <a:spLocks/>
              </p:cNvSpPr>
              <p:nvPr/>
            </p:nvSpPr>
            <p:spPr bwMode="auto">
              <a:xfrm>
                <a:off x="7" y="1109"/>
                <a:ext cx="1946"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2300" dirty="0">
                    <a:solidFill>
                      <a:srgbClr val="F6FAFF"/>
                    </a:solidFill>
                    <a:latin typeface="Adobe Clean"/>
                    <a:ea typeface="ＭＳ Ｐゴシック" charset="0"/>
                    <a:cs typeface="Adobe Clean"/>
                    <a:sym typeface="Adobe Clean Bold" charset="0"/>
                  </a:rPr>
                  <a:t>JCR</a:t>
                </a:r>
              </a:p>
            </p:txBody>
          </p:sp>
        </p:grpSp>
        <p:pic>
          <p:nvPicPr>
            <p:cNvPr id="45" name="Picture 44" descr="mc_experiencemanager_6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41" y="1638300"/>
              <a:ext cx="635000" cy="635000"/>
            </a:xfrm>
            <a:prstGeom prst="rect">
              <a:avLst/>
            </a:prstGeom>
          </p:spPr>
        </p:pic>
        <p:sp>
          <p:nvSpPr>
            <p:cNvPr id="46" name="Rectangle 22"/>
            <p:cNvSpPr>
              <a:spLocks/>
            </p:cNvSpPr>
            <p:nvPr/>
          </p:nvSpPr>
          <p:spPr bwMode="auto">
            <a:xfrm>
              <a:off x="1951670" y="2235653"/>
              <a:ext cx="2428077" cy="382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1600" dirty="0">
                  <a:solidFill>
                    <a:srgbClr val="F6FAFF"/>
                  </a:solidFill>
                  <a:latin typeface="Adobe Clean Light"/>
                  <a:ea typeface="ＭＳ Ｐゴシック" charset="0"/>
                  <a:cs typeface="Adobe Clean Light"/>
                  <a:sym typeface="Adobe Clean Bold" charset="0"/>
                </a:rPr>
                <a:t>Adobe Experience Manager</a:t>
              </a:r>
            </a:p>
          </p:txBody>
        </p:sp>
      </p:grpSp>
      <p:sp>
        <p:nvSpPr>
          <p:cNvPr id="66" name="AutoShape 21"/>
          <p:cNvSpPr>
            <a:spLocks/>
          </p:cNvSpPr>
          <p:nvPr/>
        </p:nvSpPr>
        <p:spPr bwMode="auto">
          <a:xfrm>
            <a:off x="1908587" y="5115542"/>
            <a:ext cx="2630596" cy="723305"/>
          </a:xfrm>
          <a:prstGeom prst="roundRect">
            <a:avLst>
              <a:gd name="adj" fmla="val 18519"/>
            </a:avLst>
          </a:prstGeom>
          <a:solidFill>
            <a:schemeClr val="accent2">
              <a:lumMod val="75000"/>
            </a:schemeClr>
          </a:solidFill>
          <a:ln>
            <a:noFill/>
          </a:ln>
          <a:effectLst/>
        </p:spPr>
        <p:txBody>
          <a:bodyPr lIns="0" tIns="0" rIns="0" bIns="0" anchor="ctr"/>
          <a:lstStyle/>
          <a:p>
            <a:pPr algn="ctr">
              <a:lnSpc>
                <a:spcPct val="80000"/>
              </a:lnSpc>
            </a:pPr>
            <a:r>
              <a:rPr lang="en-US" sz="2300" dirty="0">
                <a:solidFill>
                  <a:srgbClr val="F6FAFF"/>
                </a:solidFill>
                <a:latin typeface="Adobe Clean"/>
                <a:ea typeface="ヒラギノ角ゴ ProN W6" charset="0"/>
                <a:cs typeface="Adobe Clean"/>
                <a:sym typeface="Adobe Clean" charset="0"/>
              </a:rPr>
              <a:t>Authors, Editors, Approvers</a:t>
            </a:r>
          </a:p>
        </p:txBody>
      </p:sp>
      <p:grpSp>
        <p:nvGrpSpPr>
          <p:cNvPr id="67" name="Group 66"/>
          <p:cNvGrpSpPr/>
          <p:nvPr/>
        </p:nvGrpSpPr>
        <p:grpSpPr>
          <a:xfrm>
            <a:off x="2413985" y="3692563"/>
            <a:ext cx="1619803" cy="1179411"/>
            <a:chOff x="8545566" y="4876720"/>
            <a:chExt cx="1728240" cy="1677385"/>
          </a:xfrm>
          <a:solidFill>
            <a:srgbClr val="829918"/>
          </a:solidFill>
        </p:grpSpPr>
        <p:sp>
          <p:nvSpPr>
            <p:cNvPr id="68" name="AutoShape 39"/>
            <p:cNvSpPr>
              <a:spLocks/>
            </p:cNvSpPr>
            <p:nvPr/>
          </p:nvSpPr>
          <p:spPr bwMode="auto">
            <a:xfrm rot="5346414">
              <a:off x="8570993" y="4851293"/>
              <a:ext cx="1677385" cy="1728240"/>
            </a:xfrm>
            <a:prstGeom prst="leftRightArrow">
              <a:avLst>
                <a:gd name="adj1" fmla="val 75654"/>
                <a:gd name="adj2" fmla="val 23101"/>
              </a:avLst>
            </a:prstGeom>
            <a:grpFill/>
            <a:ln>
              <a:noFill/>
            </a:ln>
            <a:effectLst/>
            <a:scene3d>
              <a:camera prst="orthographicFront">
                <a:rot lat="0" lon="0" rev="0"/>
              </a:camera>
              <a:lightRig rig="threePt" dir="tl">
                <a:rot lat="0" lon="0" rev="0"/>
              </a:lightRig>
            </a:scene3d>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defTabSz="1087126"/>
              <a:endParaRPr lang="en-US" sz="13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dobe Clean"/>
                <a:cs typeface="Adobe Clean"/>
              </a:endParaRPr>
            </a:p>
          </p:txBody>
        </p:sp>
        <p:sp>
          <p:nvSpPr>
            <p:cNvPr id="69" name="TextBox 68"/>
            <p:cNvSpPr txBox="1"/>
            <p:nvPr/>
          </p:nvSpPr>
          <p:spPr>
            <a:xfrm>
              <a:off x="8885180" y="5464387"/>
              <a:ext cx="996716" cy="472380"/>
            </a:xfrm>
            <a:prstGeom prst="rect">
              <a:avLst/>
            </a:prstGeom>
            <a:noFill/>
            <a:ln>
              <a:noFill/>
            </a:ln>
          </p:spPr>
          <p:txBody>
            <a:bodyPr wrap="none" rtlCol="0">
              <a:spAutoFit/>
            </a:bodyPr>
            <a:lstStyle/>
            <a:p>
              <a:pPr>
                <a:lnSpc>
                  <a:spcPct val="90000"/>
                </a:lnSpc>
              </a:pPr>
              <a:r>
                <a:rPr lang="en-US" sz="1700" dirty="0">
                  <a:solidFill>
                    <a:srgbClr val="FFFFFF"/>
                  </a:solidFill>
                  <a:latin typeface="Adobe Clean"/>
                  <a:cs typeface="Adobe Clean"/>
                </a:rPr>
                <a:t>HTTP(S)</a:t>
              </a:r>
            </a:p>
          </p:txBody>
        </p:sp>
      </p:grpSp>
      <p:sp>
        <p:nvSpPr>
          <p:cNvPr id="7" name="Right Arrow 6"/>
          <p:cNvSpPr/>
          <p:nvPr/>
        </p:nvSpPr>
        <p:spPr>
          <a:xfrm>
            <a:off x="4634441" y="1960306"/>
            <a:ext cx="2692718" cy="712471"/>
          </a:xfrm>
          <a:prstGeom prst="rightArrow">
            <a:avLst>
              <a:gd name="adj1" fmla="val 70645"/>
              <a:gd name="adj2" fmla="val 50000"/>
            </a:avLst>
          </a:prstGeom>
          <a:solidFill>
            <a:schemeClr val="accent6">
              <a:lumMod val="75000"/>
            </a:schemeClr>
          </a:solidFill>
          <a:ln>
            <a:noFill/>
          </a:ln>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Approved Content</a:t>
            </a:r>
          </a:p>
        </p:txBody>
      </p:sp>
      <p:grpSp>
        <p:nvGrpSpPr>
          <p:cNvPr id="3" name="Group 2"/>
          <p:cNvGrpSpPr/>
          <p:nvPr/>
        </p:nvGrpSpPr>
        <p:grpSpPr>
          <a:xfrm>
            <a:off x="2014057" y="3027552"/>
            <a:ext cx="2419656" cy="450592"/>
            <a:chOff x="1352245" y="3943608"/>
            <a:chExt cx="2419656" cy="450592"/>
          </a:xfrm>
        </p:grpSpPr>
        <p:sp>
          <p:nvSpPr>
            <p:cNvPr id="39" name="AutoShape 18"/>
            <p:cNvSpPr>
              <a:spLocks/>
            </p:cNvSpPr>
            <p:nvPr/>
          </p:nvSpPr>
          <p:spPr bwMode="auto">
            <a:xfrm>
              <a:off x="1352245" y="3943608"/>
              <a:ext cx="2419656" cy="450592"/>
            </a:xfrm>
            <a:prstGeom prst="roundRect">
              <a:avLst>
                <a:gd name="adj" fmla="val 3792"/>
              </a:avLst>
            </a:prstGeom>
            <a:solidFill>
              <a:schemeClr val="tx2">
                <a:lumMod val="60000"/>
                <a:lumOff val="40000"/>
              </a:schemeClr>
            </a:solidFill>
            <a:ln>
              <a:noFill/>
            </a:ln>
            <a:effectLst>
              <a:outerShdw blurRad="63500" algn="ctr" rotWithShape="0">
                <a:schemeClr val="tx1">
                  <a:alpha val="75000"/>
                </a:schemeClr>
              </a:outerShdw>
            </a:effec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50" name="AutoShape 26"/>
            <p:cNvSpPr>
              <a:spLocks/>
            </p:cNvSpPr>
            <p:nvPr/>
          </p:nvSpPr>
          <p:spPr bwMode="auto">
            <a:xfrm>
              <a:off x="1921231" y="4018626"/>
              <a:ext cx="1256284" cy="273974"/>
            </a:xfrm>
            <a:prstGeom prst="roundRect">
              <a:avLst>
                <a:gd name="adj" fmla="val 17944"/>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91440" tIns="0" rIns="0" bIns="0" anchor="ctr"/>
            <a:lstStyle/>
            <a:p>
              <a:pPr algn="ctr" defTabSz="1087126">
                <a:lnSpc>
                  <a:spcPct val="80000"/>
                </a:lnSpc>
              </a:pPr>
              <a:r>
                <a:rPr lang="en-US" b="1" dirty="0">
                  <a:solidFill>
                    <a:srgbClr val="F6FAFF"/>
                  </a:solidFill>
                  <a:latin typeface="Adobe Clean Light"/>
                  <a:ea typeface="ＭＳ Ｐゴシック" charset="0"/>
                  <a:cs typeface="Adobe Clean Light"/>
                  <a:sym typeface="Adobe Clean Bold" charset="0"/>
                </a:rPr>
                <a:t>Dispatcher</a:t>
              </a:r>
            </a:p>
          </p:txBody>
        </p:sp>
      </p:grpSp>
      <p:grpSp>
        <p:nvGrpSpPr>
          <p:cNvPr id="62" name="Group 61"/>
          <p:cNvGrpSpPr/>
          <p:nvPr/>
        </p:nvGrpSpPr>
        <p:grpSpPr>
          <a:xfrm>
            <a:off x="7604878" y="3048000"/>
            <a:ext cx="2419656" cy="450592"/>
            <a:chOff x="1352245" y="3918208"/>
            <a:chExt cx="2419656" cy="450592"/>
          </a:xfrm>
        </p:grpSpPr>
        <p:sp>
          <p:nvSpPr>
            <p:cNvPr id="70" name="AutoShape 18"/>
            <p:cNvSpPr>
              <a:spLocks/>
            </p:cNvSpPr>
            <p:nvPr/>
          </p:nvSpPr>
          <p:spPr bwMode="auto">
            <a:xfrm>
              <a:off x="1352245" y="3918208"/>
              <a:ext cx="2419656" cy="450592"/>
            </a:xfrm>
            <a:prstGeom prst="roundRect">
              <a:avLst>
                <a:gd name="adj" fmla="val 3792"/>
              </a:avLst>
            </a:prstGeom>
            <a:solidFill>
              <a:schemeClr val="tx2">
                <a:lumMod val="60000"/>
                <a:lumOff val="40000"/>
              </a:schemeClr>
            </a:solidFill>
            <a:ln>
              <a:noFill/>
            </a:ln>
            <a:effectLst>
              <a:outerShdw blurRad="63500" algn="ctr" rotWithShape="0">
                <a:schemeClr val="tx1">
                  <a:alpha val="75000"/>
                </a:schemeClr>
              </a:outerShdw>
            </a:effec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71" name="AutoShape 26"/>
            <p:cNvSpPr>
              <a:spLocks/>
            </p:cNvSpPr>
            <p:nvPr/>
          </p:nvSpPr>
          <p:spPr bwMode="auto">
            <a:xfrm>
              <a:off x="1921231" y="4018626"/>
              <a:ext cx="1256284" cy="273974"/>
            </a:xfrm>
            <a:prstGeom prst="roundRect">
              <a:avLst>
                <a:gd name="adj" fmla="val 17944"/>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91440" tIns="0" rIns="0" bIns="0" anchor="ctr"/>
            <a:lstStyle/>
            <a:p>
              <a:pPr algn="ctr" defTabSz="1087126">
                <a:lnSpc>
                  <a:spcPct val="80000"/>
                </a:lnSpc>
              </a:pPr>
              <a:r>
                <a:rPr lang="en-US" b="1" dirty="0">
                  <a:solidFill>
                    <a:srgbClr val="F6FAFF"/>
                  </a:solidFill>
                  <a:latin typeface="Adobe Clean Light"/>
                  <a:ea typeface="ＭＳ Ｐゴシック" charset="0"/>
                  <a:cs typeface="Adobe Clean Light"/>
                  <a:sym typeface="Adobe Clean Bold" charset="0"/>
                </a:rPr>
                <a:t>Dispatcher</a:t>
              </a:r>
            </a:p>
          </p:txBody>
        </p:sp>
      </p:grpSp>
      <p:sp>
        <p:nvSpPr>
          <p:cNvPr id="9" name="Title 8"/>
          <p:cNvSpPr>
            <a:spLocks noGrp="1"/>
          </p:cNvSpPr>
          <p:nvPr>
            <p:ph type="title"/>
          </p:nvPr>
        </p:nvSpPr>
        <p:spPr/>
        <p:txBody>
          <a:bodyPr/>
          <a:lstStyle/>
          <a:p>
            <a:r>
              <a:rPr lang="en-US" dirty="0"/>
              <a:t>Instance Types – Building Blocks</a:t>
            </a:r>
          </a:p>
        </p:txBody>
      </p:sp>
    </p:spTree>
    <p:extLst>
      <p:ext uri="{BB962C8B-B14F-4D97-AF65-F5344CB8AC3E}">
        <p14:creationId xmlns:p14="http://schemas.microsoft.com/office/powerpoint/2010/main" val="319034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fade">
                                      <p:cBhvr>
                                        <p:cTn id="11" dur="500"/>
                                        <p:tgtEl>
                                          <p:spTgt spid="6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6"/>
                                        </p:tgtEl>
                                        <p:attrNameLst>
                                          <p:attrName>style.visibility</p:attrName>
                                        </p:attrNameLst>
                                      </p:cBhvr>
                                      <p:to>
                                        <p:strVal val="visible"/>
                                      </p:to>
                                    </p:set>
                                    <p:animEffect transition="in" filter="fade">
                                      <p:cBhvr>
                                        <p:cTn id="14" dur="500"/>
                                        <p:tgtEl>
                                          <p:spTgt spid="66"/>
                                        </p:tgtEl>
                                      </p:cBhvr>
                                    </p:animEffect>
                                  </p:childTnLst>
                                </p:cTn>
                              </p:par>
                              <p:par>
                                <p:cTn id="15" presetID="10"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6581"/>
                                        </p:tgtEl>
                                        <p:attrNameLst>
                                          <p:attrName>style.visibility</p:attrName>
                                        </p:attrNameLst>
                                      </p:cBhvr>
                                      <p:to>
                                        <p:strVal val="visible"/>
                                      </p:to>
                                    </p:set>
                                    <p:animEffect transition="in" filter="fade">
                                      <p:cBhvr>
                                        <p:cTn id="37" dur="500"/>
                                        <p:tgtEl>
                                          <p:spTgt spid="6658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500"/>
                                        <p:tgtEl>
                                          <p:spTgt spid="5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66581" grpId="0" animBg="1"/>
      <p:bldP spid="6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p:cNvSpPr/>
          <p:nvPr/>
        </p:nvSpPr>
        <p:spPr>
          <a:xfrm>
            <a:off x="1589" y="785091"/>
            <a:ext cx="12188825" cy="6072909"/>
          </a:xfrm>
          <a:prstGeom prst="rect">
            <a:avLst/>
          </a:prstGeom>
          <a:gradFill flip="none" rotWithShape="1">
            <a:gsLst>
              <a:gs pos="0">
                <a:schemeClr val="accent3">
                  <a:lumMod val="50000"/>
                  <a:alpha val="40000"/>
                </a:schemeClr>
              </a:gs>
              <a:gs pos="100000">
                <a:schemeClr val="tx1">
                  <a:alpha val="25000"/>
                </a:schemeClr>
              </a:gs>
            </a:gsLst>
            <a:lin ang="0" scaled="1"/>
            <a:tileRect/>
          </a:gradFill>
          <a:ln>
            <a:noFill/>
          </a:ln>
          <a:effectLst/>
          <a:scene3d>
            <a:camera prst="orthographicFront">
              <a:rot lat="0" lon="0" rev="0"/>
            </a:camera>
            <a:lightRig rig="threePt" dir="tl">
              <a:rot lat="0" lon="0" rev="0"/>
            </a:lightRig>
          </a:scene3d>
          <a:sp3d prstMaterial="metal"/>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2">
                  <a:lumMod val="75000"/>
                </a:schemeClr>
              </a:solidFill>
            </a:endParaRPr>
          </a:p>
        </p:txBody>
      </p:sp>
      <p:sp>
        <p:nvSpPr>
          <p:cNvPr id="235" name="AutoShape 18"/>
          <p:cNvSpPr>
            <a:spLocks/>
          </p:cNvSpPr>
          <p:nvPr/>
        </p:nvSpPr>
        <p:spPr bwMode="auto">
          <a:xfrm>
            <a:off x="1169989" y="1172778"/>
            <a:ext cx="9636898" cy="4910522"/>
          </a:xfrm>
          <a:prstGeom prst="roundRect">
            <a:avLst>
              <a:gd name="adj" fmla="val 2319"/>
            </a:avLst>
          </a:prstGeom>
          <a:noFill/>
          <a:ln w="12700" cap="flat">
            <a:solidFill>
              <a:schemeClr val="bg2">
                <a:lumMod val="5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32812" name="Rectangle 44"/>
          <p:cNvSpPr>
            <a:spLocks noGrp="1" noChangeArrowheads="1"/>
          </p:cNvSpPr>
          <p:nvPr>
            <p:ph type="title"/>
          </p:nvPr>
        </p:nvSpPr>
        <p:spPr>
          <a:ln/>
        </p:spPr>
        <p:txBody>
          <a:bodyPr>
            <a:normAutofit fontScale="90000"/>
          </a:bodyPr>
          <a:lstStyle/>
          <a:p>
            <a:r>
              <a:rPr lang="en-US"/>
              <a:t>Example Physical Layout / Deployment</a:t>
            </a:r>
          </a:p>
        </p:txBody>
      </p:sp>
      <p:grpSp>
        <p:nvGrpSpPr>
          <p:cNvPr id="118" name="Group 117"/>
          <p:cNvGrpSpPr/>
          <p:nvPr/>
        </p:nvGrpSpPr>
        <p:grpSpPr>
          <a:xfrm>
            <a:off x="4376432" y="1403609"/>
            <a:ext cx="2449288" cy="1411643"/>
            <a:chOff x="4501844" y="1263908"/>
            <a:chExt cx="2449288" cy="1411643"/>
          </a:xfrm>
        </p:grpSpPr>
        <p:grpSp>
          <p:nvGrpSpPr>
            <p:cNvPr id="119" name="Group 23"/>
            <p:cNvGrpSpPr>
              <a:grpSpLocks/>
            </p:cNvGrpSpPr>
            <p:nvPr/>
          </p:nvGrpSpPr>
          <p:grpSpPr bwMode="auto">
            <a:xfrm>
              <a:off x="4501844" y="1263908"/>
              <a:ext cx="2449288" cy="1411643"/>
              <a:chOff x="0" y="0"/>
              <a:chExt cx="1963" cy="1476"/>
            </a:xfrm>
          </p:grpSpPr>
          <p:sp>
            <p:nvSpPr>
              <p:cNvPr id="122" name="AutoShape 18"/>
              <p:cNvSpPr>
                <a:spLocks/>
              </p:cNvSpPr>
              <p:nvPr/>
            </p:nvSpPr>
            <p:spPr bwMode="auto">
              <a:xfrm>
                <a:off x="0" y="0"/>
                <a:ext cx="1936" cy="1476"/>
              </a:xfrm>
              <a:prstGeom prst="roundRect">
                <a:avLst>
                  <a:gd name="adj" fmla="val 3792"/>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123" name="Rectangle 22"/>
              <p:cNvSpPr>
                <a:spLocks/>
              </p:cNvSpPr>
              <p:nvPr/>
            </p:nvSpPr>
            <p:spPr bwMode="auto">
              <a:xfrm>
                <a:off x="17" y="1040"/>
                <a:ext cx="1946"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dirty="0">
                    <a:solidFill>
                      <a:srgbClr val="F6FAFF"/>
                    </a:solidFill>
                    <a:latin typeface="Adobe Clean Light"/>
                    <a:ea typeface="ＭＳ Ｐゴシック" charset="0"/>
                    <a:cs typeface="Adobe Clean Light"/>
                    <a:sym typeface="Adobe Clean Bold" charset="0"/>
                  </a:rPr>
                  <a:t>Publish</a:t>
                </a:r>
              </a:p>
            </p:txBody>
          </p:sp>
        </p:grpSp>
        <p:pic>
          <p:nvPicPr>
            <p:cNvPr id="120" name="Picture 119" descr="mc_experiencemanager_6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988" y="1308100"/>
              <a:ext cx="635000" cy="635000"/>
            </a:xfrm>
            <a:prstGeom prst="rect">
              <a:avLst/>
            </a:prstGeom>
          </p:spPr>
        </p:pic>
        <p:sp>
          <p:nvSpPr>
            <p:cNvPr id="121" name="Rectangle 22"/>
            <p:cNvSpPr>
              <a:spLocks/>
            </p:cNvSpPr>
            <p:nvPr/>
          </p:nvSpPr>
          <p:spPr bwMode="auto">
            <a:xfrm>
              <a:off x="4512450" y="2045153"/>
              <a:ext cx="2428077" cy="382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1600" dirty="0">
                  <a:solidFill>
                    <a:srgbClr val="F6FAFF"/>
                  </a:solidFill>
                  <a:latin typeface="Adobe Clean Light"/>
                  <a:ea typeface="ＭＳ Ｐゴシック" charset="0"/>
                  <a:cs typeface="Adobe Clean Light"/>
                  <a:sym typeface="Adobe Clean Bold" charset="0"/>
                </a:rPr>
                <a:t>Adobe Experience Manager</a:t>
              </a:r>
            </a:p>
          </p:txBody>
        </p:sp>
      </p:grpSp>
      <p:grpSp>
        <p:nvGrpSpPr>
          <p:cNvPr id="124" name="Group 123"/>
          <p:cNvGrpSpPr/>
          <p:nvPr/>
        </p:nvGrpSpPr>
        <p:grpSpPr>
          <a:xfrm>
            <a:off x="4414532" y="3549909"/>
            <a:ext cx="2449288" cy="1411643"/>
            <a:chOff x="4501844" y="1263908"/>
            <a:chExt cx="2449288" cy="1411643"/>
          </a:xfrm>
        </p:grpSpPr>
        <p:grpSp>
          <p:nvGrpSpPr>
            <p:cNvPr id="125" name="Group 23"/>
            <p:cNvGrpSpPr>
              <a:grpSpLocks/>
            </p:cNvGrpSpPr>
            <p:nvPr/>
          </p:nvGrpSpPr>
          <p:grpSpPr bwMode="auto">
            <a:xfrm>
              <a:off x="4501844" y="1263908"/>
              <a:ext cx="2449288" cy="1411643"/>
              <a:chOff x="0" y="0"/>
              <a:chExt cx="1963" cy="1476"/>
            </a:xfrm>
          </p:grpSpPr>
          <p:sp>
            <p:nvSpPr>
              <p:cNvPr id="128" name="AutoShape 18"/>
              <p:cNvSpPr>
                <a:spLocks/>
              </p:cNvSpPr>
              <p:nvPr/>
            </p:nvSpPr>
            <p:spPr bwMode="auto">
              <a:xfrm>
                <a:off x="0" y="0"/>
                <a:ext cx="1936" cy="1476"/>
              </a:xfrm>
              <a:prstGeom prst="roundRect">
                <a:avLst>
                  <a:gd name="adj" fmla="val 3792"/>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129" name="Rectangle 22"/>
              <p:cNvSpPr>
                <a:spLocks/>
              </p:cNvSpPr>
              <p:nvPr/>
            </p:nvSpPr>
            <p:spPr bwMode="auto">
              <a:xfrm>
                <a:off x="17" y="1040"/>
                <a:ext cx="1946"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dirty="0">
                    <a:solidFill>
                      <a:srgbClr val="F6FAFF"/>
                    </a:solidFill>
                    <a:latin typeface="Adobe Clean Light"/>
                    <a:ea typeface="ＭＳ Ｐゴシック" charset="0"/>
                    <a:cs typeface="Adobe Clean Light"/>
                    <a:sym typeface="Adobe Clean Bold" charset="0"/>
                  </a:rPr>
                  <a:t>Publish</a:t>
                </a:r>
              </a:p>
            </p:txBody>
          </p:sp>
        </p:grpSp>
        <p:pic>
          <p:nvPicPr>
            <p:cNvPr id="126" name="Picture 125" descr="mc_experiencemanager_6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988" y="1308100"/>
              <a:ext cx="635000" cy="635000"/>
            </a:xfrm>
            <a:prstGeom prst="rect">
              <a:avLst/>
            </a:prstGeom>
          </p:spPr>
        </p:pic>
        <p:sp>
          <p:nvSpPr>
            <p:cNvPr id="127" name="Rectangle 22"/>
            <p:cNvSpPr>
              <a:spLocks/>
            </p:cNvSpPr>
            <p:nvPr/>
          </p:nvSpPr>
          <p:spPr bwMode="auto">
            <a:xfrm>
              <a:off x="4512450" y="2045153"/>
              <a:ext cx="2428077" cy="382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1600" dirty="0">
                  <a:solidFill>
                    <a:srgbClr val="F6FAFF"/>
                  </a:solidFill>
                  <a:latin typeface="Adobe Clean Light"/>
                  <a:ea typeface="ＭＳ Ｐゴシック" charset="0"/>
                  <a:cs typeface="Adobe Clean Light"/>
                  <a:sym typeface="Adobe Clean Bold" charset="0"/>
                </a:rPr>
                <a:t>Adobe Experience Manager</a:t>
              </a:r>
            </a:p>
          </p:txBody>
        </p:sp>
      </p:grpSp>
      <p:grpSp>
        <p:nvGrpSpPr>
          <p:cNvPr id="2" name="Group 1"/>
          <p:cNvGrpSpPr/>
          <p:nvPr/>
        </p:nvGrpSpPr>
        <p:grpSpPr>
          <a:xfrm>
            <a:off x="1643134" y="5173765"/>
            <a:ext cx="8300534" cy="1161498"/>
            <a:chOff x="1155700" y="5118100"/>
            <a:chExt cx="6158053" cy="1161498"/>
          </a:xfrm>
        </p:grpSpPr>
        <p:sp>
          <p:nvSpPr>
            <p:cNvPr id="32803" name="Rectangle 35"/>
            <p:cNvSpPr>
              <a:spLocks/>
            </p:cNvSpPr>
            <p:nvPr/>
          </p:nvSpPr>
          <p:spPr bwMode="auto">
            <a:xfrm>
              <a:off x="1155700" y="5118100"/>
              <a:ext cx="6158053" cy="850900"/>
            </a:xfrm>
            <a:prstGeom prst="rect">
              <a:avLst/>
            </a:prstGeom>
            <a:solidFill>
              <a:schemeClr val="tx1">
                <a:alpha val="34000"/>
              </a:schemeClr>
            </a:solidFill>
            <a:ln>
              <a:noFill/>
            </a:ln>
          </p:spPr>
          <p:txBody>
            <a:bodyPr lIns="153045" tIns="38261" rIns="153045" bIns="38261" anchor="ctr" anchorCtr="0"/>
            <a:lstStyle/>
            <a:p>
              <a:pPr algn="l"/>
              <a:r>
                <a:rPr lang="en-US" sz="1300" dirty="0">
                  <a:solidFill>
                    <a:schemeClr val="bg2"/>
                  </a:solidFill>
                  <a:latin typeface="Adobe Clean"/>
                  <a:cs typeface="Adobe Clean"/>
                </a:rPr>
                <a:t>Enterprise Systems</a:t>
              </a:r>
            </a:p>
            <a:p>
              <a:pPr marL="239132" indent="-239132">
                <a:buFont typeface="Arial"/>
                <a:buChar char="•"/>
              </a:pPr>
              <a:r>
                <a:rPr lang="en-US" sz="1300" dirty="0">
                  <a:solidFill>
                    <a:schemeClr val="bg2"/>
                  </a:solidFill>
                  <a:latin typeface="Adobe Clean"/>
                  <a:cs typeface="Adobe Clean"/>
                </a:rPr>
                <a:t>LDAP</a:t>
              </a:r>
            </a:p>
            <a:p>
              <a:pPr marL="239132" indent="-239132">
                <a:buFont typeface="Arial"/>
                <a:buChar char="•"/>
              </a:pPr>
              <a:r>
                <a:rPr lang="en-US" sz="1300" dirty="0">
                  <a:solidFill>
                    <a:schemeClr val="bg2"/>
                  </a:solidFill>
                  <a:latin typeface="Adobe Clean"/>
                  <a:cs typeface="Adobe Clean"/>
                </a:rPr>
                <a:t>RDMBS</a:t>
              </a:r>
            </a:p>
          </p:txBody>
        </p:sp>
        <p:pic>
          <p:nvPicPr>
            <p:cNvPr id="3" name="Picture 2" descr="server-blank.png"/>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821395" y="5465291"/>
              <a:ext cx="1279680" cy="702728"/>
            </a:xfrm>
            <a:prstGeom prst="rect">
              <a:avLst/>
            </a:prstGeom>
          </p:spPr>
        </p:pic>
        <p:pic>
          <p:nvPicPr>
            <p:cNvPr id="227" name="Picture 226" descr="server-blank.png"/>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821395" y="5282556"/>
              <a:ext cx="1279680" cy="702728"/>
            </a:xfrm>
            <a:prstGeom prst="rect">
              <a:avLst/>
            </a:prstGeom>
          </p:spPr>
        </p:pic>
        <p:pic>
          <p:nvPicPr>
            <p:cNvPr id="230" name="Picture 229" descr="server-blank.png"/>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001044" y="5576870"/>
              <a:ext cx="1279680" cy="702728"/>
            </a:xfrm>
            <a:prstGeom prst="rect">
              <a:avLst/>
            </a:prstGeom>
          </p:spPr>
        </p:pic>
        <p:pic>
          <p:nvPicPr>
            <p:cNvPr id="229" name="Picture 228" descr="server-blank.png"/>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026444" y="5419459"/>
              <a:ext cx="1279680" cy="702728"/>
            </a:xfrm>
            <a:prstGeom prst="rect">
              <a:avLst/>
            </a:prstGeom>
          </p:spPr>
        </p:pic>
        <p:pic>
          <p:nvPicPr>
            <p:cNvPr id="228" name="Picture 227" descr="server-blank.png"/>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5427695" y="5211367"/>
              <a:ext cx="1279680" cy="702728"/>
            </a:xfrm>
            <a:prstGeom prst="rect">
              <a:avLst/>
            </a:prstGeom>
          </p:spPr>
        </p:pic>
        <p:sp>
          <p:nvSpPr>
            <p:cNvPr id="109" name="Rectangle 35"/>
            <p:cNvSpPr>
              <a:spLocks/>
            </p:cNvSpPr>
            <p:nvPr/>
          </p:nvSpPr>
          <p:spPr bwMode="auto">
            <a:xfrm>
              <a:off x="2895601" y="5156200"/>
              <a:ext cx="1841500" cy="731280"/>
            </a:xfrm>
            <a:prstGeom prst="rect">
              <a:avLst/>
            </a:prstGeom>
            <a:noFill/>
            <a:ln>
              <a:noFill/>
            </a:ln>
          </p:spPr>
          <p:txBody>
            <a:bodyPr lIns="153045" tIns="38261" rIns="153045" bIns="38261" anchor="ctr" anchorCtr="0"/>
            <a:lstStyle/>
            <a:p>
              <a:pPr marL="239132" indent="-239132">
                <a:buFont typeface="Arial"/>
                <a:buChar char="•"/>
              </a:pPr>
              <a:r>
                <a:rPr lang="en-US" sz="1300" dirty="0">
                  <a:solidFill>
                    <a:schemeClr val="bg2"/>
                  </a:solidFill>
                  <a:latin typeface="Adobe Clean"/>
                  <a:cs typeface="Adobe Clean"/>
                </a:rPr>
                <a:t>ERP</a:t>
              </a:r>
            </a:p>
            <a:p>
              <a:pPr marL="239132" indent="-239132">
                <a:buFont typeface="Arial"/>
                <a:buChar char="•"/>
              </a:pPr>
              <a:r>
                <a:rPr lang="en-US" sz="1300" dirty="0">
                  <a:solidFill>
                    <a:schemeClr val="bg2"/>
                  </a:solidFill>
                  <a:latin typeface="Adobe Clean"/>
                  <a:cs typeface="Adobe Clean"/>
                </a:rPr>
                <a:t>CRM</a:t>
              </a:r>
            </a:p>
            <a:p>
              <a:pPr marL="239132" indent="-239132">
                <a:buFont typeface="Arial"/>
                <a:buChar char="•"/>
              </a:pPr>
              <a:r>
                <a:rPr lang="en-US" sz="1300" dirty="0">
                  <a:solidFill>
                    <a:schemeClr val="bg2"/>
                  </a:solidFill>
                  <a:latin typeface="Adobe Clean"/>
                  <a:cs typeface="Adobe Clean"/>
                </a:rPr>
                <a:t>ECM</a:t>
              </a:r>
            </a:p>
          </p:txBody>
        </p:sp>
      </p:grpSp>
      <p:grpSp>
        <p:nvGrpSpPr>
          <p:cNvPr id="131" name="Group 130"/>
          <p:cNvGrpSpPr/>
          <p:nvPr/>
        </p:nvGrpSpPr>
        <p:grpSpPr>
          <a:xfrm>
            <a:off x="7856233" y="1403608"/>
            <a:ext cx="2419656" cy="1443228"/>
            <a:chOff x="1161745" y="2927608"/>
            <a:chExt cx="2419656" cy="1443228"/>
          </a:xfrm>
        </p:grpSpPr>
        <p:sp>
          <p:nvSpPr>
            <p:cNvPr id="132" name="AutoShape 18"/>
            <p:cNvSpPr>
              <a:spLocks/>
            </p:cNvSpPr>
            <p:nvPr/>
          </p:nvSpPr>
          <p:spPr bwMode="auto">
            <a:xfrm>
              <a:off x="1161745" y="2927608"/>
              <a:ext cx="2419656" cy="1443228"/>
            </a:xfrm>
            <a:prstGeom prst="roundRect">
              <a:avLst>
                <a:gd name="adj" fmla="val 3792"/>
              </a:avLst>
            </a:prstGeom>
            <a:solidFill>
              <a:schemeClr val="tx2">
                <a:lumMod val="60000"/>
                <a:lumOff val="40000"/>
              </a:schemeClr>
            </a:solidFill>
            <a:ln>
              <a:noFill/>
            </a:ln>
            <a:effectLst>
              <a:outerShdw blurRad="63500" algn="ctr" rotWithShape="0">
                <a:schemeClr val="tx1">
                  <a:alpha val="75000"/>
                </a:schemeClr>
              </a:outerShdw>
            </a:effec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133" name="TextBox 132"/>
            <p:cNvSpPr txBox="1"/>
            <p:nvPr/>
          </p:nvSpPr>
          <p:spPr>
            <a:xfrm>
              <a:off x="1721395" y="2997200"/>
              <a:ext cx="1300356" cy="369332"/>
            </a:xfrm>
            <a:prstGeom prst="rect">
              <a:avLst/>
            </a:prstGeom>
            <a:noFill/>
          </p:spPr>
          <p:txBody>
            <a:bodyPr wrap="none" rtlCol="0">
              <a:spAutoFit/>
            </a:bodyPr>
            <a:lstStyle/>
            <a:p>
              <a:pPr algn="ctr"/>
              <a:r>
                <a:rPr lang="en-US" dirty="0">
                  <a:solidFill>
                    <a:schemeClr val="tx1">
                      <a:lumMod val="95000"/>
                      <a:lumOff val="5000"/>
                    </a:schemeClr>
                  </a:solidFill>
                </a:rPr>
                <a:t>Web Server</a:t>
              </a:r>
            </a:p>
          </p:txBody>
        </p:sp>
        <p:pic>
          <p:nvPicPr>
            <p:cNvPr id="134" name="Picture 133"/>
            <p:cNvPicPr>
              <a:picLocks noChangeAspect="1"/>
            </p:cNvPicPr>
            <p:nvPr/>
          </p:nvPicPr>
          <p:blipFill>
            <a:blip r:embed="rId5"/>
            <a:stretch>
              <a:fillRect/>
            </a:stretch>
          </p:blipFill>
          <p:spPr>
            <a:xfrm>
              <a:off x="2156987" y="3886200"/>
              <a:ext cx="429172" cy="444500"/>
            </a:xfrm>
            <a:prstGeom prst="rect">
              <a:avLst/>
            </a:prstGeom>
          </p:spPr>
        </p:pic>
        <p:sp>
          <p:nvSpPr>
            <p:cNvPr id="135" name="Line 19"/>
            <p:cNvSpPr>
              <a:spLocks noChangeShapeType="1"/>
            </p:cNvSpPr>
            <p:nvPr/>
          </p:nvSpPr>
          <p:spPr bwMode="auto">
            <a:xfrm rot="10800000" flipH="1">
              <a:off x="1493967" y="3352800"/>
              <a:ext cx="1755213" cy="4706"/>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136" name="Line 20"/>
            <p:cNvSpPr>
              <a:spLocks noChangeShapeType="1"/>
            </p:cNvSpPr>
            <p:nvPr/>
          </p:nvSpPr>
          <p:spPr bwMode="auto">
            <a:xfrm rot="10800000" flipH="1" flipV="1">
              <a:off x="1512425" y="3373216"/>
              <a:ext cx="1718298" cy="4983"/>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137" name="AutoShape 26"/>
            <p:cNvSpPr>
              <a:spLocks/>
            </p:cNvSpPr>
            <p:nvPr/>
          </p:nvSpPr>
          <p:spPr bwMode="auto">
            <a:xfrm>
              <a:off x="1743431" y="3459826"/>
              <a:ext cx="1256284" cy="273974"/>
            </a:xfrm>
            <a:prstGeom prst="roundRect">
              <a:avLst>
                <a:gd name="adj" fmla="val 17944"/>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91440" tIns="0" rIns="0" bIns="0" anchor="ctr"/>
            <a:lstStyle/>
            <a:p>
              <a:pPr algn="ctr" defTabSz="1087126">
                <a:lnSpc>
                  <a:spcPct val="80000"/>
                </a:lnSpc>
              </a:pPr>
              <a:r>
                <a:rPr lang="en-US" b="1" dirty="0">
                  <a:solidFill>
                    <a:srgbClr val="F6FAFF"/>
                  </a:solidFill>
                  <a:latin typeface="Adobe Clean Light"/>
                  <a:ea typeface="ＭＳ Ｐゴシック" charset="0"/>
                  <a:cs typeface="Adobe Clean Light"/>
                  <a:sym typeface="Adobe Clean Bold" charset="0"/>
                </a:rPr>
                <a:t>Dispatcher</a:t>
              </a:r>
            </a:p>
          </p:txBody>
        </p:sp>
        <p:sp>
          <p:nvSpPr>
            <p:cNvPr id="138" name="Line 19"/>
            <p:cNvSpPr>
              <a:spLocks noChangeShapeType="1"/>
            </p:cNvSpPr>
            <p:nvPr/>
          </p:nvSpPr>
          <p:spPr bwMode="auto">
            <a:xfrm rot="10800000" flipH="1">
              <a:off x="1493967" y="3810000"/>
              <a:ext cx="1755213" cy="4706"/>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139" name="Line 20"/>
            <p:cNvSpPr>
              <a:spLocks noChangeShapeType="1"/>
            </p:cNvSpPr>
            <p:nvPr/>
          </p:nvSpPr>
          <p:spPr bwMode="auto">
            <a:xfrm rot="10800000" flipH="1" flipV="1">
              <a:off x="1512425" y="3830416"/>
              <a:ext cx="1718298" cy="4983"/>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grpSp>
      <p:grpSp>
        <p:nvGrpSpPr>
          <p:cNvPr id="140" name="Group 139"/>
          <p:cNvGrpSpPr/>
          <p:nvPr/>
        </p:nvGrpSpPr>
        <p:grpSpPr>
          <a:xfrm>
            <a:off x="7805433" y="3511808"/>
            <a:ext cx="2419656" cy="1443228"/>
            <a:chOff x="1161745" y="2927608"/>
            <a:chExt cx="2419656" cy="1443228"/>
          </a:xfrm>
        </p:grpSpPr>
        <p:sp>
          <p:nvSpPr>
            <p:cNvPr id="141" name="AutoShape 18"/>
            <p:cNvSpPr>
              <a:spLocks/>
            </p:cNvSpPr>
            <p:nvPr/>
          </p:nvSpPr>
          <p:spPr bwMode="auto">
            <a:xfrm>
              <a:off x="1161745" y="2927608"/>
              <a:ext cx="2419656" cy="1443228"/>
            </a:xfrm>
            <a:prstGeom prst="roundRect">
              <a:avLst>
                <a:gd name="adj" fmla="val 3792"/>
              </a:avLst>
            </a:prstGeom>
            <a:solidFill>
              <a:schemeClr val="tx2">
                <a:lumMod val="60000"/>
                <a:lumOff val="40000"/>
              </a:schemeClr>
            </a:solidFill>
            <a:ln>
              <a:noFill/>
            </a:ln>
            <a:effectLst>
              <a:outerShdw blurRad="63500" algn="ctr" rotWithShape="0">
                <a:schemeClr val="tx1">
                  <a:alpha val="75000"/>
                </a:schemeClr>
              </a:outerShdw>
            </a:effec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142" name="TextBox 141"/>
            <p:cNvSpPr txBox="1"/>
            <p:nvPr/>
          </p:nvSpPr>
          <p:spPr>
            <a:xfrm>
              <a:off x="1721395" y="2997200"/>
              <a:ext cx="1300356" cy="369332"/>
            </a:xfrm>
            <a:prstGeom prst="rect">
              <a:avLst/>
            </a:prstGeom>
            <a:noFill/>
          </p:spPr>
          <p:txBody>
            <a:bodyPr wrap="none" rtlCol="0">
              <a:spAutoFit/>
            </a:bodyPr>
            <a:lstStyle/>
            <a:p>
              <a:pPr algn="ctr"/>
              <a:r>
                <a:rPr lang="en-US" dirty="0">
                  <a:solidFill>
                    <a:schemeClr val="tx1">
                      <a:lumMod val="95000"/>
                      <a:lumOff val="5000"/>
                    </a:schemeClr>
                  </a:solidFill>
                </a:rPr>
                <a:t>Web Server</a:t>
              </a:r>
            </a:p>
          </p:txBody>
        </p:sp>
        <p:pic>
          <p:nvPicPr>
            <p:cNvPr id="143" name="Picture 142"/>
            <p:cNvPicPr>
              <a:picLocks noChangeAspect="1"/>
            </p:cNvPicPr>
            <p:nvPr/>
          </p:nvPicPr>
          <p:blipFill>
            <a:blip r:embed="rId5"/>
            <a:stretch>
              <a:fillRect/>
            </a:stretch>
          </p:blipFill>
          <p:spPr>
            <a:xfrm>
              <a:off x="2156987" y="3886200"/>
              <a:ext cx="429172" cy="444500"/>
            </a:xfrm>
            <a:prstGeom prst="rect">
              <a:avLst/>
            </a:prstGeom>
          </p:spPr>
        </p:pic>
        <p:sp>
          <p:nvSpPr>
            <p:cNvPr id="144" name="Line 19"/>
            <p:cNvSpPr>
              <a:spLocks noChangeShapeType="1"/>
            </p:cNvSpPr>
            <p:nvPr/>
          </p:nvSpPr>
          <p:spPr bwMode="auto">
            <a:xfrm rot="10800000" flipH="1">
              <a:off x="1493967" y="3352800"/>
              <a:ext cx="1755213" cy="4706"/>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145" name="Line 20"/>
            <p:cNvSpPr>
              <a:spLocks noChangeShapeType="1"/>
            </p:cNvSpPr>
            <p:nvPr/>
          </p:nvSpPr>
          <p:spPr bwMode="auto">
            <a:xfrm rot="10800000" flipH="1" flipV="1">
              <a:off x="1512425" y="3373216"/>
              <a:ext cx="1718298" cy="4983"/>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146" name="AutoShape 26"/>
            <p:cNvSpPr>
              <a:spLocks/>
            </p:cNvSpPr>
            <p:nvPr/>
          </p:nvSpPr>
          <p:spPr bwMode="auto">
            <a:xfrm>
              <a:off x="1743431" y="3459826"/>
              <a:ext cx="1256284" cy="273974"/>
            </a:xfrm>
            <a:prstGeom prst="roundRect">
              <a:avLst>
                <a:gd name="adj" fmla="val 17944"/>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91440" tIns="0" rIns="0" bIns="0" anchor="ctr"/>
            <a:lstStyle/>
            <a:p>
              <a:pPr algn="ctr" defTabSz="1087126">
                <a:lnSpc>
                  <a:spcPct val="80000"/>
                </a:lnSpc>
              </a:pPr>
              <a:r>
                <a:rPr lang="en-US" b="1" dirty="0">
                  <a:solidFill>
                    <a:srgbClr val="F6FAFF"/>
                  </a:solidFill>
                  <a:latin typeface="Adobe Clean Light"/>
                  <a:ea typeface="ＭＳ Ｐゴシック" charset="0"/>
                  <a:cs typeface="Adobe Clean Light"/>
                  <a:sym typeface="Adobe Clean Bold" charset="0"/>
                </a:rPr>
                <a:t>Dispatcher</a:t>
              </a:r>
            </a:p>
          </p:txBody>
        </p:sp>
        <p:sp>
          <p:nvSpPr>
            <p:cNvPr id="147" name="Line 19"/>
            <p:cNvSpPr>
              <a:spLocks noChangeShapeType="1"/>
            </p:cNvSpPr>
            <p:nvPr/>
          </p:nvSpPr>
          <p:spPr bwMode="auto">
            <a:xfrm rot="10800000" flipH="1">
              <a:off x="1493967" y="3810000"/>
              <a:ext cx="1755213" cy="4706"/>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148" name="Line 20"/>
            <p:cNvSpPr>
              <a:spLocks noChangeShapeType="1"/>
            </p:cNvSpPr>
            <p:nvPr/>
          </p:nvSpPr>
          <p:spPr bwMode="auto">
            <a:xfrm rot="10800000" flipH="1" flipV="1">
              <a:off x="1512425" y="3830416"/>
              <a:ext cx="1718298" cy="4983"/>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grpSp>
      <p:grpSp>
        <p:nvGrpSpPr>
          <p:cNvPr id="14" name="Group 13"/>
          <p:cNvGrpSpPr/>
          <p:nvPr/>
        </p:nvGrpSpPr>
        <p:grpSpPr>
          <a:xfrm>
            <a:off x="3787717" y="1384300"/>
            <a:ext cx="492122" cy="3673236"/>
            <a:chOff x="3786129" y="1384300"/>
            <a:chExt cx="492122" cy="3673236"/>
          </a:xfrm>
        </p:grpSpPr>
        <p:sp>
          <p:nvSpPr>
            <p:cNvPr id="59" name="Line 23"/>
            <p:cNvSpPr>
              <a:spLocks noChangeShapeType="1"/>
            </p:cNvSpPr>
            <p:nvPr/>
          </p:nvSpPr>
          <p:spPr bwMode="auto">
            <a:xfrm flipH="1">
              <a:off x="4036372" y="1384300"/>
              <a:ext cx="2228" cy="3673236"/>
            </a:xfrm>
            <a:prstGeom prst="line">
              <a:avLst/>
            </a:prstGeom>
            <a:noFill/>
            <a:ln w="38100" cap="flat">
              <a:solidFill>
                <a:srgbClr val="E6E6E6"/>
              </a:solidFill>
              <a:prstDash val="sysDot"/>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60" name="Rectangle 24"/>
            <p:cNvSpPr>
              <a:spLocks/>
            </p:cNvSpPr>
            <p:nvPr/>
          </p:nvSpPr>
          <p:spPr bwMode="auto">
            <a:xfrm>
              <a:off x="3786129" y="2259856"/>
              <a:ext cx="492122" cy="147733"/>
            </a:xfrm>
            <a:prstGeom prst="rect">
              <a:avLst/>
            </a:prstGeom>
            <a:solidFill>
              <a:srgbClr val="37434C"/>
            </a:solidFill>
            <a:ln>
              <a:noFill/>
            </a:ln>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spAutoFit/>
            </a:bodyPr>
            <a:lstStyle/>
            <a:p>
              <a:pPr>
                <a:lnSpc>
                  <a:spcPct val="80000"/>
                </a:lnSpc>
              </a:pPr>
              <a:r>
                <a:rPr lang="en-US" sz="1200" dirty="0">
                  <a:solidFill>
                    <a:srgbClr val="CDCDCD"/>
                  </a:solidFill>
                  <a:latin typeface="Adobe Clean"/>
                  <a:ea typeface="ＭＳ Ｐゴシック" charset="0"/>
                  <a:cs typeface="Adobe Clean"/>
                  <a:sym typeface="Adobe Clean Bold" charset="0"/>
                </a:rPr>
                <a:t>Firewall</a:t>
              </a:r>
            </a:p>
          </p:txBody>
        </p:sp>
      </p:grpSp>
      <p:grpSp>
        <p:nvGrpSpPr>
          <p:cNvPr id="15" name="Group 14"/>
          <p:cNvGrpSpPr/>
          <p:nvPr/>
        </p:nvGrpSpPr>
        <p:grpSpPr>
          <a:xfrm>
            <a:off x="1131888" y="4977639"/>
            <a:ext cx="9663079" cy="147733"/>
            <a:chOff x="1130300" y="4977656"/>
            <a:chExt cx="6210300" cy="130134"/>
          </a:xfrm>
        </p:grpSpPr>
        <p:cxnSp>
          <p:nvCxnSpPr>
            <p:cNvPr id="12" name="Straight Connector 11"/>
            <p:cNvCxnSpPr/>
            <p:nvPr/>
          </p:nvCxnSpPr>
          <p:spPr>
            <a:xfrm>
              <a:off x="1130300" y="5054600"/>
              <a:ext cx="6210300" cy="12700"/>
            </a:xfrm>
            <a:prstGeom prst="line">
              <a:avLst/>
            </a:prstGeom>
            <a:ln>
              <a:solidFill>
                <a:schemeClr val="bg1"/>
              </a:solidFill>
              <a:prstDash val="sysDot"/>
            </a:ln>
          </p:spPr>
          <p:style>
            <a:lnRef idx="2">
              <a:schemeClr val="accent1"/>
            </a:lnRef>
            <a:fillRef idx="0">
              <a:schemeClr val="accent1"/>
            </a:fillRef>
            <a:effectRef idx="1">
              <a:schemeClr val="accent1"/>
            </a:effectRef>
            <a:fontRef idx="minor">
              <a:schemeClr val="tx1"/>
            </a:fontRef>
          </p:style>
        </p:cxnSp>
        <p:sp>
          <p:nvSpPr>
            <p:cNvPr id="71" name="Rectangle 24"/>
            <p:cNvSpPr>
              <a:spLocks/>
            </p:cNvSpPr>
            <p:nvPr/>
          </p:nvSpPr>
          <p:spPr bwMode="auto">
            <a:xfrm>
              <a:off x="2566929" y="4977656"/>
              <a:ext cx="316279" cy="130134"/>
            </a:xfrm>
            <a:prstGeom prst="rect">
              <a:avLst/>
            </a:prstGeom>
            <a:solidFill>
              <a:srgbClr val="37434C"/>
            </a:solidFill>
            <a:ln>
              <a:noFill/>
            </a:ln>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spAutoFit/>
            </a:bodyPr>
            <a:lstStyle/>
            <a:p>
              <a:pPr>
                <a:lnSpc>
                  <a:spcPct val="80000"/>
                </a:lnSpc>
              </a:pPr>
              <a:r>
                <a:rPr lang="en-US" sz="1200" dirty="0">
                  <a:solidFill>
                    <a:srgbClr val="CDCDCD"/>
                  </a:solidFill>
                  <a:latin typeface="Adobe Clean"/>
                  <a:ea typeface="ＭＳ Ｐゴシック" charset="0"/>
                  <a:cs typeface="Adobe Clean"/>
                  <a:sym typeface="Adobe Clean Bold" charset="0"/>
                </a:rPr>
                <a:t>Firewall</a:t>
              </a:r>
            </a:p>
          </p:txBody>
        </p:sp>
      </p:grpSp>
      <p:grpSp>
        <p:nvGrpSpPr>
          <p:cNvPr id="18" name="Group 17"/>
          <p:cNvGrpSpPr/>
          <p:nvPr/>
        </p:nvGrpSpPr>
        <p:grpSpPr>
          <a:xfrm>
            <a:off x="1353832" y="2495808"/>
            <a:ext cx="2449288" cy="1898392"/>
            <a:chOff x="1352244" y="2495808"/>
            <a:chExt cx="2449288" cy="1898392"/>
          </a:xfrm>
        </p:grpSpPr>
        <p:grpSp>
          <p:nvGrpSpPr>
            <p:cNvPr id="111" name="Group 110"/>
            <p:cNvGrpSpPr/>
            <p:nvPr/>
          </p:nvGrpSpPr>
          <p:grpSpPr>
            <a:xfrm>
              <a:off x="1352244" y="2495808"/>
              <a:ext cx="2449288" cy="1411643"/>
              <a:chOff x="4501844" y="1263908"/>
              <a:chExt cx="2449288" cy="1411643"/>
            </a:xfrm>
          </p:grpSpPr>
          <p:grpSp>
            <p:nvGrpSpPr>
              <p:cNvPr id="112" name="Group 23"/>
              <p:cNvGrpSpPr>
                <a:grpSpLocks/>
              </p:cNvGrpSpPr>
              <p:nvPr/>
            </p:nvGrpSpPr>
            <p:grpSpPr bwMode="auto">
              <a:xfrm>
                <a:off x="4501844" y="1263908"/>
                <a:ext cx="2449288" cy="1411643"/>
                <a:chOff x="0" y="0"/>
                <a:chExt cx="1963" cy="1476"/>
              </a:xfrm>
            </p:grpSpPr>
            <p:sp>
              <p:nvSpPr>
                <p:cNvPr id="115" name="AutoShape 18"/>
                <p:cNvSpPr>
                  <a:spLocks/>
                </p:cNvSpPr>
                <p:nvPr/>
              </p:nvSpPr>
              <p:spPr bwMode="auto">
                <a:xfrm>
                  <a:off x="0" y="0"/>
                  <a:ext cx="1936" cy="1476"/>
                </a:xfrm>
                <a:prstGeom prst="roundRect">
                  <a:avLst>
                    <a:gd name="adj" fmla="val 3792"/>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116" name="Rectangle 22"/>
                <p:cNvSpPr>
                  <a:spLocks/>
                </p:cNvSpPr>
                <p:nvPr/>
              </p:nvSpPr>
              <p:spPr bwMode="auto">
                <a:xfrm>
                  <a:off x="17" y="1040"/>
                  <a:ext cx="1946"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dirty="0">
                      <a:solidFill>
                        <a:srgbClr val="F6FAFF"/>
                      </a:solidFill>
                      <a:latin typeface="Adobe Clean Light"/>
                      <a:ea typeface="ＭＳ Ｐゴシック" charset="0"/>
                      <a:cs typeface="Adobe Clean Light"/>
                      <a:sym typeface="Adobe Clean Bold" charset="0"/>
                    </a:rPr>
                    <a:t>Author</a:t>
                  </a:r>
                </a:p>
              </p:txBody>
            </p:sp>
          </p:grpSp>
          <p:pic>
            <p:nvPicPr>
              <p:cNvPr id="113" name="Picture 112" descr="mc_experiencemanager_6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988" y="1308100"/>
                <a:ext cx="635000" cy="635000"/>
              </a:xfrm>
              <a:prstGeom prst="rect">
                <a:avLst/>
              </a:prstGeom>
            </p:spPr>
          </p:pic>
          <p:sp>
            <p:nvSpPr>
              <p:cNvPr id="114" name="Rectangle 22"/>
              <p:cNvSpPr>
                <a:spLocks/>
              </p:cNvSpPr>
              <p:nvPr/>
            </p:nvSpPr>
            <p:spPr bwMode="auto">
              <a:xfrm>
                <a:off x="4512450" y="2045153"/>
                <a:ext cx="2428077" cy="382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1600" dirty="0">
                    <a:solidFill>
                      <a:srgbClr val="F6FAFF"/>
                    </a:solidFill>
                    <a:latin typeface="Adobe Clean Light"/>
                    <a:ea typeface="ＭＳ Ｐゴシック" charset="0"/>
                    <a:cs typeface="Adobe Clean Light"/>
                    <a:sym typeface="Adobe Clean Bold" charset="0"/>
                  </a:rPr>
                  <a:t>Adobe Experience Manager</a:t>
                </a:r>
              </a:p>
            </p:txBody>
          </p:sp>
        </p:grpSp>
        <p:grpSp>
          <p:nvGrpSpPr>
            <p:cNvPr id="17" name="Group 16"/>
            <p:cNvGrpSpPr/>
            <p:nvPr/>
          </p:nvGrpSpPr>
          <p:grpSpPr>
            <a:xfrm>
              <a:off x="1352245" y="3943608"/>
              <a:ext cx="2419656" cy="450592"/>
              <a:chOff x="1352245" y="3943608"/>
              <a:chExt cx="2419656" cy="450592"/>
            </a:xfrm>
          </p:grpSpPr>
          <p:sp>
            <p:nvSpPr>
              <p:cNvPr id="85" name="AutoShape 18"/>
              <p:cNvSpPr>
                <a:spLocks/>
              </p:cNvSpPr>
              <p:nvPr/>
            </p:nvSpPr>
            <p:spPr bwMode="auto">
              <a:xfrm>
                <a:off x="1352245" y="3943608"/>
                <a:ext cx="2419656" cy="450592"/>
              </a:xfrm>
              <a:prstGeom prst="roundRect">
                <a:avLst>
                  <a:gd name="adj" fmla="val 3792"/>
                </a:avLst>
              </a:prstGeom>
              <a:solidFill>
                <a:schemeClr val="tx2">
                  <a:lumMod val="60000"/>
                  <a:lumOff val="40000"/>
                </a:schemeClr>
              </a:solidFill>
              <a:ln>
                <a:noFill/>
              </a:ln>
              <a:effectLst>
                <a:outerShdw blurRad="63500" algn="ctr" rotWithShape="0">
                  <a:schemeClr val="tx1">
                    <a:alpha val="75000"/>
                  </a:schemeClr>
                </a:outerShdw>
              </a:effec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83" name="AutoShape 26"/>
              <p:cNvSpPr>
                <a:spLocks/>
              </p:cNvSpPr>
              <p:nvPr/>
            </p:nvSpPr>
            <p:spPr bwMode="auto">
              <a:xfrm>
                <a:off x="1921231" y="4018626"/>
                <a:ext cx="1256284" cy="273974"/>
              </a:xfrm>
              <a:prstGeom prst="roundRect">
                <a:avLst>
                  <a:gd name="adj" fmla="val 17944"/>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91440" tIns="0" rIns="0" bIns="0" anchor="ctr"/>
              <a:lstStyle/>
              <a:p>
                <a:pPr algn="ctr" defTabSz="1087126">
                  <a:lnSpc>
                    <a:spcPct val="80000"/>
                  </a:lnSpc>
                </a:pPr>
                <a:r>
                  <a:rPr lang="en-US" b="1" dirty="0">
                    <a:solidFill>
                      <a:srgbClr val="F6FAFF"/>
                    </a:solidFill>
                    <a:latin typeface="Adobe Clean Light"/>
                    <a:ea typeface="ＭＳ Ｐゴシック" charset="0"/>
                    <a:cs typeface="Adobe Clean Light"/>
                    <a:sym typeface="Adobe Clean Bold" charset="0"/>
                  </a:rPr>
                  <a:t>Dispatcher</a:t>
                </a:r>
              </a:p>
            </p:txBody>
          </p:sp>
        </p:grpSp>
      </p:grpSp>
    </p:spTree>
    <p:extLst>
      <p:ext uri="{BB962C8B-B14F-4D97-AF65-F5344CB8AC3E}">
        <p14:creationId xmlns:p14="http://schemas.microsoft.com/office/powerpoint/2010/main" val="185784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42" presetClass="path" presetSubtype="0" accel="50000" decel="50000" fill="hold" nodeType="withEffect">
                                  <p:stCondLst>
                                    <p:cond delay="0"/>
                                  </p:stCondLst>
                                  <p:childTnLst>
                                    <p:animMotion origin="layout" path="M 1.875E-6 -4.81481E-6 L 1.875E-6 -0.18703 " pathEditMode="relative" rAng="0" ptsTypes="AA">
                                      <p:cBhvr>
                                        <p:cTn id="17" dur="2000" fill="hold"/>
                                        <p:tgtEl>
                                          <p:spTgt spid="18"/>
                                        </p:tgtEl>
                                        <p:attrNameLst>
                                          <p:attrName>ppt_x</p:attrName>
                                          <p:attrName>ppt_y</p:attrName>
                                        </p:attrNameLst>
                                      </p:cBhvr>
                                      <p:rCtr x="0" y="-93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Left Arrow 41"/>
          <p:cNvSpPr/>
          <p:nvPr/>
        </p:nvSpPr>
        <p:spPr>
          <a:xfrm>
            <a:off x="5187428" y="2249272"/>
            <a:ext cx="1879600" cy="1231900"/>
          </a:xfrm>
          <a:prstGeom prst="leftArrow">
            <a:avLst/>
          </a:prstGeom>
          <a:solidFill>
            <a:srgbClr val="005272">
              <a:alpha val="47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Content Retrieval</a:t>
            </a:r>
          </a:p>
        </p:txBody>
      </p:sp>
      <p:sp>
        <p:nvSpPr>
          <p:cNvPr id="44" name="Right Arrow 43"/>
          <p:cNvSpPr/>
          <p:nvPr/>
        </p:nvSpPr>
        <p:spPr>
          <a:xfrm>
            <a:off x="5140388" y="3455772"/>
            <a:ext cx="1879600" cy="1247528"/>
          </a:xfrm>
          <a:prstGeom prst="rightArrow">
            <a:avLst/>
          </a:prstGeom>
          <a:solidFill>
            <a:srgbClr val="005272">
              <a:alpha val="4700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Cache Invalidation</a:t>
            </a:r>
          </a:p>
        </p:txBody>
      </p:sp>
      <p:sp>
        <p:nvSpPr>
          <p:cNvPr id="2" name="Title 1"/>
          <p:cNvSpPr>
            <a:spLocks noGrp="1"/>
          </p:cNvSpPr>
          <p:nvPr>
            <p:ph type="title"/>
          </p:nvPr>
        </p:nvSpPr>
        <p:spPr/>
        <p:txBody>
          <a:bodyPr/>
          <a:lstStyle/>
          <a:p>
            <a:r>
              <a:rPr lang="en-US" dirty="0"/>
              <a:t>Dispatcher</a:t>
            </a:r>
          </a:p>
        </p:txBody>
      </p:sp>
      <p:sp>
        <p:nvSpPr>
          <p:cNvPr id="3" name="Slide Number Placeholder 2"/>
          <p:cNvSpPr>
            <a:spLocks noGrp="1"/>
          </p:cNvSpPr>
          <p:nvPr>
            <p:ph type="sldNum" sz="quarter" idx="12"/>
          </p:nvPr>
        </p:nvSpPr>
        <p:spPr/>
        <p:txBody>
          <a:bodyPr/>
          <a:lstStyle/>
          <a:p>
            <a:pPr algn="ctr"/>
            <a:fld id="{90156F56-D5AE-4C6F-B826-C69D1BC521BB}" type="slidenum">
              <a:rPr lang="en-US" smtClean="0"/>
              <a:pPr algn="ctr"/>
              <a:t>17</a:t>
            </a:fld>
            <a:endParaRPr lang="en-US" dirty="0"/>
          </a:p>
        </p:txBody>
      </p:sp>
      <p:grpSp>
        <p:nvGrpSpPr>
          <p:cNvPr id="15" name="Group 14"/>
          <p:cNvGrpSpPr/>
          <p:nvPr/>
        </p:nvGrpSpPr>
        <p:grpSpPr>
          <a:xfrm>
            <a:off x="549032" y="2027280"/>
            <a:ext cx="4627626" cy="3175000"/>
            <a:chOff x="1942936" y="1594108"/>
            <a:chExt cx="2436811" cy="1443204"/>
          </a:xfrm>
        </p:grpSpPr>
        <p:grpSp>
          <p:nvGrpSpPr>
            <p:cNvPr id="16" name="Group 23"/>
            <p:cNvGrpSpPr>
              <a:grpSpLocks/>
            </p:cNvGrpSpPr>
            <p:nvPr/>
          </p:nvGrpSpPr>
          <p:grpSpPr bwMode="auto">
            <a:xfrm>
              <a:off x="1942936" y="1594108"/>
              <a:ext cx="2436811" cy="1443204"/>
              <a:chOff x="0" y="0"/>
              <a:chExt cx="1953" cy="1509"/>
            </a:xfrm>
          </p:grpSpPr>
          <p:sp>
            <p:nvSpPr>
              <p:cNvPr id="19" name="AutoShape 18"/>
              <p:cNvSpPr>
                <a:spLocks/>
              </p:cNvSpPr>
              <p:nvPr/>
            </p:nvSpPr>
            <p:spPr bwMode="auto">
              <a:xfrm>
                <a:off x="0" y="0"/>
                <a:ext cx="1936" cy="1476"/>
              </a:xfrm>
              <a:prstGeom prst="roundRect">
                <a:avLst>
                  <a:gd name="adj" fmla="val 3792"/>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grpSp>
            <p:nvGrpSpPr>
              <p:cNvPr id="20" name="Group 21"/>
              <p:cNvGrpSpPr>
                <a:grpSpLocks/>
              </p:cNvGrpSpPr>
              <p:nvPr/>
            </p:nvGrpSpPr>
            <p:grpSpPr bwMode="auto">
              <a:xfrm>
                <a:off x="161" y="989"/>
                <a:ext cx="1613" cy="14"/>
                <a:chOff x="0" y="251"/>
                <a:chExt cx="1613" cy="14"/>
              </a:xfrm>
            </p:grpSpPr>
            <p:sp>
              <p:nvSpPr>
                <p:cNvPr id="22" name="Line 19"/>
                <p:cNvSpPr>
                  <a:spLocks noChangeShapeType="1"/>
                </p:cNvSpPr>
                <p:nvPr/>
              </p:nvSpPr>
              <p:spPr bwMode="auto">
                <a:xfrm rot="10800000" flipH="1">
                  <a:off x="0" y="251"/>
                  <a:ext cx="1611" cy="0"/>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23" name="Line 20"/>
                <p:cNvSpPr>
                  <a:spLocks noChangeShapeType="1"/>
                </p:cNvSpPr>
                <p:nvPr/>
              </p:nvSpPr>
              <p:spPr bwMode="auto">
                <a:xfrm rot="10800000" flipH="1">
                  <a:off x="1" y="265"/>
                  <a:ext cx="1612" cy="0"/>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grpSp>
          <p:sp>
            <p:nvSpPr>
              <p:cNvPr id="21" name="Rectangle 22"/>
              <p:cNvSpPr>
                <a:spLocks/>
              </p:cNvSpPr>
              <p:nvPr/>
            </p:nvSpPr>
            <p:spPr bwMode="auto">
              <a:xfrm>
                <a:off x="7" y="1109"/>
                <a:ext cx="1946"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3200" dirty="0">
                    <a:solidFill>
                      <a:srgbClr val="F6FAFF"/>
                    </a:solidFill>
                    <a:latin typeface="Adobe Clean"/>
                    <a:ea typeface="ＭＳ Ｐゴシック" charset="0"/>
                    <a:cs typeface="Adobe Clean"/>
                    <a:sym typeface="Adobe Clean Bold" charset="0"/>
                  </a:rPr>
                  <a:t>JCR</a:t>
                </a:r>
              </a:p>
            </p:txBody>
          </p:sp>
        </p:gr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41" y="1681728"/>
              <a:ext cx="635000" cy="548143"/>
            </a:xfrm>
            <a:prstGeom prst="rect">
              <a:avLst/>
            </a:prstGeom>
          </p:spPr>
        </p:pic>
        <p:sp>
          <p:nvSpPr>
            <p:cNvPr id="18" name="Rectangle 22"/>
            <p:cNvSpPr>
              <a:spLocks/>
            </p:cNvSpPr>
            <p:nvPr/>
          </p:nvSpPr>
          <p:spPr bwMode="auto">
            <a:xfrm>
              <a:off x="1951670" y="2235653"/>
              <a:ext cx="2428077" cy="382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algn="ctr" defTabSz="1087126">
                <a:lnSpc>
                  <a:spcPct val="80000"/>
                </a:lnSpc>
              </a:pPr>
              <a:r>
                <a:rPr lang="en-US" sz="2800" dirty="0">
                  <a:solidFill>
                    <a:srgbClr val="F6FAFF"/>
                  </a:solidFill>
                  <a:latin typeface="Adobe Clean Light"/>
                  <a:ea typeface="ＭＳ Ｐゴシック" charset="0"/>
                  <a:cs typeface="Adobe Clean Light"/>
                  <a:sym typeface="Adobe Clean Bold" charset="0"/>
                </a:rPr>
                <a:t>Adobe Experience Manager</a:t>
              </a:r>
            </a:p>
          </p:txBody>
        </p:sp>
      </p:grpSp>
      <p:sp>
        <p:nvSpPr>
          <p:cNvPr id="24" name="AutoShape 18"/>
          <p:cNvSpPr>
            <a:spLocks/>
          </p:cNvSpPr>
          <p:nvPr/>
        </p:nvSpPr>
        <p:spPr bwMode="auto">
          <a:xfrm>
            <a:off x="7051433" y="1963781"/>
            <a:ext cx="4587345" cy="3105567"/>
          </a:xfrm>
          <a:prstGeom prst="roundRect">
            <a:avLst>
              <a:gd name="adj" fmla="val 3792"/>
            </a:avLst>
          </a:prstGeom>
          <a:solidFill>
            <a:srgbClr val="005272"/>
          </a:solidFill>
          <a:ln>
            <a:noFill/>
          </a:ln>
          <a:effectLst>
            <a:outerShdw blurRad="63500" algn="ctr" rotWithShape="0">
              <a:schemeClr val="tx1">
                <a:alpha val="75000"/>
              </a:schemeClr>
            </a:outerShdw>
          </a:effectLst>
        </p:spPr>
        <p:txBody>
          <a:bodyPr lIns="0" tIns="0" rIns="0" bIns="0" anchor="ctr"/>
          <a:lstStyle/>
          <a:p>
            <a:pPr defTabSz="1087126">
              <a:lnSpc>
                <a:spcPct val="80000"/>
              </a:lnSpc>
            </a:pPr>
            <a:br>
              <a:rPr lang="en-US" sz="3200" dirty="0">
                <a:solidFill>
                  <a:srgbClr val="F6FAFF"/>
                </a:solidFill>
                <a:latin typeface="Adobe Clean"/>
                <a:ea typeface="ヒラギノ角ゴ ProN W6" charset="0"/>
                <a:cs typeface="Adobe Clean"/>
                <a:sym typeface="Adobe Clean Bold" charset="0"/>
              </a:rPr>
            </a:br>
            <a:endParaRPr lang="en-US" sz="3200" dirty="0">
              <a:solidFill>
                <a:srgbClr val="F6FAFF"/>
              </a:solidFill>
              <a:latin typeface="Adobe Clean"/>
              <a:ea typeface="ヒラギノ角ゴ ProN W6" charset="0"/>
              <a:cs typeface="Adobe Clean"/>
              <a:sym typeface="Adobe Clean Bold" charset="0"/>
            </a:endParaRPr>
          </a:p>
        </p:txBody>
      </p:sp>
      <p:sp>
        <p:nvSpPr>
          <p:cNvPr id="25" name="TextBox 24"/>
          <p:cNvSpPr txBox="1"/>
          <p:nvPr/>
        </p:nvSpPr>
        <p:spPr>
          <a:xfrm>
            <a:off x="7517520" y="2198473"/>
            <a:ext cx="3655168" cy="646331"/>
          </a:xfrm>
          <a:prstGeom prst="rect">
            <a:avLst/>
          </a:prstGeom>
          <a:noFill/>
        </p:spPr>
        <p:txBody>
          <a:bodyPr wrap="none" rtlCol="0">
            <a:spAutoFit/>
          </a:bodyPr>
          <a:lstStyle/>
          <a:p>
            <a:pPr algn="ctr"/>
            <a:r>
              <a:rPr lang="en-US" dirty="0">
                <a:solidFill>
                  <a:srgbClr val="FFFFFF"/>
                </a:solidFill>
              </a:rPr>
              <a:t>Web Server</a:t>
            </a:r>
          </a:p>
          <a:p>
            <a:pPr algn="ctr"/>
            <a:r>
              <a:rPr lang="en-US" dirty="0">
                <a:solidFill>
                  <a:srgbClr val="FFFFFF"/>
                </a:solidFill>
              </a:rPr>
              <a:t>(Apache 2.2, 2.4, IIS 7.5, 8.x, or </a:t>
            </a:r>
            <a:r>
              <a:rPr lang="en-US" dirty="0" err="1">
                <a:solidFill>
                  <a:srgbClr val="FFFFFF"/>
                </a:solidFill>
              </a:rPr>
              <a:t>iPlanet</a:t>
            </a:r>
            <a:r>
              <a:rPr lang="en-US" dirty="0">
                <a:solidFill>
                  <a:srgbClr val="FFFFFF"/>
                </a:solidFill>
              </a:rPr>
              <a:t>)</a:t>
            </a:r>
          </a:p>
        </p:txBody>
      </p:sp>
      <p:sp>
        <p:nvSpPr>
          <p:cNvPr id="31" name="Line 20"/>
          <p:cNvSpPr>
            <a:spLocks noChangeShapeType="1"/>
          </p:cNvSpPr>
          <p:nvPr/>
        </p:nvSpPr>
        <p:spPr bwMode="auto">
          <a:xfrm rot="10800000" flipH="1">
            <a:off x="7435290" y="4086835"/>
            <a:ext cx="3819628" cy="0"/>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32" name="Line 19"/>
          <p:cNvSpPr>
            <a:spLocks noChangeShapeType="1"/>
          </p:cNvSpPr>
          <p:nvPr/>
        </p:nvSpPr>
        <p:spPr bwMode="auto">
          <a:xfrm rot="10800000" flipH="1">
            <a:off x="7436476" y="4070078"/>
            <a:ext cx="3817259" cy="0"/>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grpSp>
        <p:nvGrpSpPr>
          <p:cNvPr id="4" name="Group 3"/>
          <p:cNvGrpSpPr/>
          <p:nvPr/>
        </p:nvGrpSpPr>
        <p:grpSpPr>
          <a:xfrm>
            <a:off x="8046467" y="4199420"/>
            <a:ext cx="2597274" cy="736600"/>
            <a:chOff x="7696200" y="2755900"/>
            <a:chExt cx="2597274" cy="736600"/>
          </a:xfrm>
        </p:grpSpPr>
        <p:pic>
          <p:nvPicPr>
            <p:cNvPr id="29" name="Picture 28"/>
            <p:cNvPicPr>
              <a:picLocks noChangeAspect="1"/>
            </p:cNvPicPr>
            <p:nvPr/>
          </p:nvPicPr>
          <p:blipFill>
            <a:blip r:embed="rId4"/>
            <a:stretch>
              <a:fillRect/>
            </a:stretch>
          </p:blipFill>
          <p:spPr>
            <a:xfrm>
              <a:off x="7696200" y="2755900"/>
              <a:ext cx="711200" cy="736600"/>
            </a:xfrm>
            <a:prstGeom prst="rect">
              <a:avLst/>
            </a:prstGeom>
          </p:spPr>
        </p:pic>
        <p:sp>
          <p:nvSpPr>
            <p:cNvPr id="33" name="TextBox 32"/>
            <p:cNvSpPr txBox="1"/>
            <p:nvPr/>
          </p:nvSpPr>
          <p:spPr>
            <a:xfrm>
              <a:off x="8699500" y="2893368"/>
              <a:ext cx="1593974" cy="461665"/>
            </a:xfrm>
            <a:prstGeom prst="rect">
              <a:avLst/>
            </a:prstGeom>
            <a:noFill/>
          </p:spPr>
          <p:txBody>
            <a:bodyPr wrap="none" rtlCol="0">
              <a:spAutoFit/>
            </a:bodyPr>
            <a:lstStyle/>
            <a:p>
              <a:r>
                <a:rPr lang="en-US" sz="2400" dirty="0">
                  <a:solidFill>
                    <a:srgbClr val="FFFFFF"/>
                  </a:solidFill>
                </a:rPr>
                <a:t>Disk Cache</a:t>
              </a:r>
            </a:p>
          </p:txBody>
        </p:sp>
      </p:grpSp>
      <p:sp>
        <p:nvSpPr>
          <p:cNvPr id="34" name="Line 19"/>
          <p:cNvSpPr>
            <a:spLocks noChangeShapeType="1"/>
          </p:cNvSpPr>
          <p:nvPr/>
        </p:nvSpPr>
        <p:spPr bwMode="auto">
          <a:xfrm rot="10800000" flipH="1">
            <a:off x="7436476" y="3028678"/>
            <a:ext cx="3817259" cy="0"/>
          </a:xfrm>
          <a:prstGeom prst="line">
            <a:avLst/>
          </a:prstGeom>
          <a:noFill/>
          <a:ln w="12700" cap="flat">
            <a:solidFill>
              <a:schemeClr val="tx1"/>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35" name="Line 20"/>
          <p:cNvSpPr>
            <a:spLocks noChangeShapeType="1"/>
          </p:cNvSpPr>
          <p:nvPr/>
        </p:nvSpPr>
        <p:spPr bwMode="auto">
          <a:xfrm rot="10800000" flipH="1">
            <a:off x="7435290" y="3044391"/>
            <a:ext cx="3819628" cy="0"/>
          </a:xfrm>
          <a:prstGeom prst="line">
            <a:avLst/>
          </a:prstGeom>
          <a:noFill/>
          <a:ln w="12700" cap="flat">
            <a:solidFill>
              <a:srgbClr val="FFFFFF">
                <a:alpha val="70000"/>
              </a:srgb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pPr defTabSz="1087126"/>
            <a:endParaRPr lang="en-US" sz="2200">
              <a:latin typeface="Adobe Clean"/>
              <a:cs typeface="Adobe Clean"/>
            </a:endParaRPr>
          </a:p>
        </p:txBody>
      </p:sp>
      <p:sp>
        <p:nvSpPr>
          <p:cNvPr id="38" name="AutoShape 26"/>
          <p:cNvSpPr>
            <a:spLocks/>
          </p:cNvSpPr>
          <p:nvPr/>
        </p:nvSpPr>
        <p:spPr bwMode="auto">
          <a:xfrm>
            <a:off x="7452804" y="3308798"/>
            <a:ext cx="3784600" cy="489874"/>
          </a:xfrm>
          <a:prstGeom prst="roundRect">
            <a:avLst>
              <a:gd name="adj" fmla="val 17944"/>
            </a:avLst>
          </a:prstGeom>
          <a:solidFill>
            <a:schemeClr val="accent5">
              <a:lumMod val="75000"/>
            </a:schemeClr>
          </a:solidFill>
          <a:ln>
            <a:noFill/>
          </a:ln>
          <a:effectLst>
            <a:outerShdw blurRad="63500" algn="ctr" rotWithShape="0">
              <a:schemeClr val="tx1">
                <a:alpha val="75000"/>
              </a:schemeClr>
            </a:outerShdw>
          </a:effectLst>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91440" tIns="0" rIns="0" bIns="0" anchor="ctr"/>
          <a:lstStyle/>
          <a:p>
            <a:pPr algn="ctr" defTabSz="1087126">
              <a:lnSpc>
                <a:spcPct val="80000"/>
              </a:lnSpc>
            </a:pPr>
            <a:r>
              <a:rPr lang="en-US" sz="2200" b="1" dirty="0">
                <a:solidFill>
                  <a:srgbClr val="F6FAFF"/>
                </a:solidFill>
                <a:latin typeface="Adobe Clean Light"/>
                <a:ea typeface="ＭＳ Ｐゴシック" charset="0"/>
                <a:cs typeface="Adobe Clean Light"/>
                <a:sym typeface="Adobe Clean Bold" charset="0"/>
              </a:rPr>
              <a:t>Dispatcher Module</a:t>
            </a:r>
          </a:p>
        </p:txBody>
      </p:sp>
    </p:spTree>
    <p:extLst>
      <p:ext uri="{BB962C8B-B14F-4D97-AF65-F5344CB8AC3E}">
        <p14:creationId xmlns:p14="http://schemas.microsoft.com/office/powerpoint/2010/main" val="1423827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402258D0-9054-D348-BCBD-ADE22B7ED4E0}"/>
              </a:ext>
            </a:extLst>
          </p:cNvPr>
          <p:cNvSpPr/>
          <p:nvPr/>
        </p:nvSpPr>
        <p:spPr>
          <a:xfrm>
            <a:off x="3230993" y="842324"/>
            <a:ext cx="4097855" cy="559302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887BF53-8E75-724E-B662-42351D802F27}"/>
              </a:ext>
            </a:extLst>
          </p:cNvPr>
          <p:cNvSpPr/>
          <p:nvPr/>
        </p:nvSpPr>
        <p:spPr>
          <a:xfrm>
            <a:off x="7520958" y="837761"/>
            <a:ext cx="4470387" cy="559302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0">
            <a:extLst>
              <a:ext uri="{FF2B5EF4-FFF2-40B4-BE49-F238E27FC236}">
                <a16:creationId xmlns:a16="http://schemas.microsoft.com/office/drawing/2014/main" id="{CA3D4046-4801-4444-A8B7-D3C954D2B928}"/>
              </a:ext>
            </a:extLst>
          </p:cNvPr>
          <p:cNvSpPr/>
          <p:nvPr/>
        </p:nvSpPr>
        <p:spPr>
          <a:xfrm>
            <a:off x="3387527" y="2718891"/>
            <a:ext cx="7641224" cy="2048523"/>
          </a:xfrm>
          <a:prstGeom prst="roundRect">
            <a:avLst>
              <a:gd name="adj" fmla="val 0"/>
            </a:avLst>
          </a:prstGeom>
          <a:solidFill>
            <a:schemeClr val="accent6">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defTabSz="914126">
              <a:defRPr/>
            </a:pPr>
            <a:r>
              <a:rPr lang="en-US" sz="1200">
                <a:solidFill>
                  <a:srgbClr val="FFFFFF"/>
                </a:solidFill>
              </a:rPr>
              <a:t>AEM</a:t>
            </a:r>
          </a:p>
        </p:txBody>
      </p:sp>
      <p:sp>
        <p:nvSpPr>
          <p:cNvPr id="77" name="Rectangle 76">
            <a:extLst>
              <a:ext uri="{FF2B5EF4-FFF2-40B4-BE49-F238E27FC236}">
                <a16:creationId xmlns:a16="http://schemas.microsoft.com/office/drawing/2014/main" id="{6ED05033-7418-664E-A8C1-9614318A28B7}"/>
              </a:ext>
            </a:extLst>
          </p:cNvPr>
          <p:cNvSpPr/>
          <p:nvPr/>
        </p:nvSpPr>
        <p:spPr>
          <a:xfrm>
            <a:off x="363426" y="837761"/>
            <a:ext cx="2725563" cy="559302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688E56-2B79-4CBD-AD5D-4AC815BCBC3A}"/>
              </a:ext>
            </a:extLst>
          </p:cNvPr>
          <p:cNvSpPr>
            <a:spLocks noGrp="1"/>
          </p:cNvSpPr>
          <p:nvPr>
            <p:ph type="title"/>
          </p:nvPr>
        </p:nvSpPr>
        <p:spPr>
          <a:xfrm>
            <a:off x="312403" y="312663"/>
            <a:ext cx="4695236" cy="436403"/>
          </a:xfrm>
        </p:spPr>
        <p:txBody>
          <a:bodyPr/>
          <a:lstStyle/>
          <a:p>
            <a:r>
              <a:rPr lang="en-US"/>
              <a:t>AEM Enterprise Architecture</a:t>
            </a:r>
          </a:p>
        </p:txBody>
      </p:sp>
      <p:sp>
        <p:nvSpPr>
          <p:cNvPr id="4" name="Rounded Rectangle 1">
            <a:extLst>
              <a:ext uri="{FF2B5EF4-FFF2-40B4-BE49-F238E27FC236}">
                <a16:creationId xmlns:a16="http://schemas.microsoft.com/office/drawing/2014/main" id="{F7A5950C-4E3C-4C11-B4AE-4F73CB41105D}"/>
              </a:ext>
            </a:extLst>
          </p:cNvPr>
          <p:cNvSpPr/>
          <p:nvPr/>
        </p:nvSpPr>
        <p:spPr>
          <a:xfrm>
            <a:off x="4480161" y="2844720"/>
            <a:ext cx="2190510" cy="1728614"/>
          </a:xfrm>
          <a:prstGeom prst="roundRect">
            <a:avLst>
              <a:gd name="adj" fmla="val 0"/>
            </a:avLst>
          </a:prstGeom>
          <a:solidFill>
            <a:schemeClr val="accent6">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defTabSz="914126">
              <a:defRPr/>
            </a:pPr>
            <a:endParaRPr lang="en-US" sz="1200">
              <a:solidFill>
                <a:srgbClr val="FFFFFF"/>
              </a:solidFill>
              <a:latin typeface="Adobe Clean" panose="020B0503020404020204" pitchFamily="34" charset="0"/>
            </a:endParaRPr>
          </a:p>
        </p:txBody>
      </p:sp>
      <p:sp>
        <p:nvSpPr>
          <p:cNvPr id="14" name="Rounded Rectangle 17">
            <a:extLst>
              <a:ext uri="{FF2B5EF4-FFF2-40B4-BE49-F238E27FC236}">
                <a16:creationId xmlns:a16="http://schemas.microsoft.com/office/drawing/2014/main" id="{F53A2C0C-71AB-43A1-8152-34330A7266A2}"/>
              </a:ext>
            </a:extLst>
          </p:cNvPr>
          <p:cNvSpPr/>
          <p:nvPr/>
        </p:nvSpPr>
        <p:spPr>
          <a:xfrm>
            <a:off x="1162922" y="2145022"/>
            <a:ext cx="976088" cy="332979"/>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000">
                <a:solidFill>
                  <a:srgbClr val="FFFFFF"/>
                </a:solidFill>
              </a:rPr>
              <a:t>AEM UI</a:t>
            </a:r>
          </a:p>
        </p:txBody>
      </p:sp>
      <p:sp>
        <p:nvSpPr>
          <p:cNvPr id="15" name="Rounded Rectangle 21">
            <a:extLst>
              <a:ext uri="{FF2B5EF4-FFF2-40B4-BE49-F238E27FC236}">
                <a16:creationId xmlns:a16="http://schemas.microsoft.com/office/drawing/2014/main" id="{AC6F9CF4-0EB8-4727-8E34-65E89979DE5A}"/>
              </a:ext>
            </a:extLst>
          </p:cNvPr>
          <p:cNvSpPr/>
          <p:nvPr/>
        </p:nvSpPr>
        <p:spPr>
          <a:xfrm>
            <a:off x="2049639" y="3285345"/>
            <a:ext cx="987810" cy="283200"/>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a:solidFill>
                  <a:srgbClr val="FFFFFF"/>
                </a:solidFill>
              </a:rPr>
              <a:t>Adobe IMS</a:t>
            </a:r>
          </a:p>
        </p:txBody>
      </p:sp>
      <p:cxnSp>
        <p:nvCxnSpPr>
          <p:cNvPr id="25" name="Straight Connector 24">
            <a:extLst>
              <a:ext uri="{FF2B5EF4-FFF2-40B4-BE49-F238E27FC236}">
                <a16:creationId xmlns:a16="http://schemas.microsoft.com/office/drawing/2014/main" id="{5654FBE9-FE24-4BCD-A1B2-99CCE85063EC}"/>
              </a:ext>
            </a:extLst>
          </p:cNvPr>
          <p:cNvCxnSpPr>
            <a:cxnSpLocks/>
          </p:cNvCxnSpPr>
          <p:nvPr/>
        </p:nvCxnSpPr>
        <p:spPr>
          <a:xfrm>
            <a:off x="9439171" y="-693517"/>
            <a:ext cx="0" cy="131589"/>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Rounded Rectangle 17">
            <a:extLst>
              <a:ext uri="{FF2B5EF4-FFF2-40B4-BE49-F238E27FC236}">
                <a16:creationId xmlns:a16="http://schemas.microsoft.com/office/drawing/2014/main" id="{B28D40B2-2CAF-3B49-B022-8D6A1058429B}"/>
              </a:ext>
            </a:extLst>
          </p:cNvPr>
          <p:cNvSpPr/>
          <p:nvPr/>
        </p:nvSpPr>
        <p:spPr>
          <a:xfrm>
            <a:off x="1211435" y="4227853"/>
            <a:ext cx="923863" cy="313902"/>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a:solidFill>
                  <a:srgbClr val="FFFFFF"/>
                </a:solidFill>
              </a:rPr>
              <a:t>HTTP API</a:t>
            </a:r>
          </a:p>
        </p:txBody>
      </p:sp>
      <p:pic>
        <p:nvPicPr>
          <p:cNvPr id="35" name="Graphic 34">
            <a:extLst>
              <a:ext uri="{FF2B5EF4-FFF2-40B4-BE49-F238E27FC236}">
                <a16:creationId xmlns:a16="http://schemas.microsoft.com/office/drawing/2014/main" id="{A523BC8E-5330-8047-BEE1-0342D960558D}"/>
              </a:ext>
            </a:extLst>
          </p:cNvPr>
          <p:cNvPicPr>
            <a:picLocks/>
          </p:cNvPicPr>
          <p:nvPr/>
        </p:nvPicPr>
        <p:blipFill>
          <a:blip r:embed="rId3">
            <a:extLst>
              <a:ext uri="{96DAC541-7B7A-43D3-8B79-37D633B846F1}">
                <asvg:svgBlip xmlns:asvg="http://schemas.microsoft.com/office/drawing/2016/SVG/main" r:embed="rId4"/>
              </a:ext>
            </a:extLst>
          </a:blip>
          <a:stretch>
            <a:fillRect/>
          </a:stretch>
        </p:blipFill>
        <p:spPr>
          <a:xfrm>
            <a:off x="537125" y="4172062"/>
            <a:ext cx="425485" cy="425485"/>
          </a:xfrm>
          <a:prstGeom prst="rect">
            <a:avLst/>
          </a:prstGeom>
        </p:spPr>
      </p:pic>
      <p:sp>
        <p:nvSpPr>
          <p:cNvPr id="38" name="Rectangle 37">
            <a:extLst>
              <a:ext uri="{FF2B5EF4-FFF2-40B4-BE49-F238E27FC236}">
                <a16:creationId xmlns:a16="http://schemas.microsoft.com/office/drawing/2014/main" id="{A231A161-B3FB-6A48-ABA5-8B92053011C9}"/>
              </a:ext>
            </a:extLst>
          </p:cNvPr>
          <p:cNvSpPr/>
          <p:nvPr/>
        </p:nvSpPr>
        <p:spPr>
          <a:xfrm>
            <a:off x="6025207" y="6161272"/>
            <a:ext cx="1206708" cy="347830"/>
          </a:xfrm>
          <a:custGeom>
            <a:avLst/>
            <a:gdLst>
              <a:gd name="csX0" fmla="*/ 0 w 1206708"/>
              <a:gd name="csY0" fmla="*/ 0 h 347830"/>
              <a:gd name="csX1" fmla="*/ 426370 w 1206708"/>
              <a:gd name="csY1" fmla="*/ 0 h 347830"/>
              <a:gd name="csX2" fmla="*/ 840673 w 1206708"/>
              <a:gd name="csY2" fmla="*/ 0 h 347830"/>
              <a:gd name="csX3" fmla="*/ 1206708 w 1206708"/>
              <a:gd name="csY3" fmla="*/ 0 h 347830"/>
              <a:gd name="csX4" fmla="*/ 1206708 w 1206708"/>
              <a:gd name="csY4" fmla="*/ 347830 h 347830"/>
              <a:gd name="csX5" fmla="*/ 828606 w 1206708"/>
              <a:gd name="csY5" fmla="*/ 347830 h 347830"/>
              <a:gd name="csX6" fmla="*/ 426370 w 1206708"/>
              <a:gd name="csY6" fmla="*/ 347830 h 347830"/>
              <a:gd name="csX7" fmla="*/ 0 w 1206708"/>
              <a:gd name="csY7" fmla="*/ 347830 h 347830"/>
              <a:gd name="csX8" fmla="*/ 0 w 1206708"/>
              <a:gd name="csY8" fmla="*/ 0 h 347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06708" h="347830" fill="none" extrusionOk="0">
                <a:moveTo>
                  <a:pt x="0" y="0"/>
                </a:moveTo>
                <a:cubicBezTo>
                  <a:pt x="108029" y="-17667"/>
                  <a:pt x="214815" y="12359"/>
                  <a:pt x="426370" y="0"/>
                </a:cubicBezTo>
                <a:cubicBezTo>
                  <a:pt x="637925" y="-12359"/>
                  <a:pt x="722661" y="13169"/>
                  <a:pt x="840673" y="0"/>
                </a:cubicBezTo>
                <a:cubicBezTo>
                  <a:pt x="958685" y="-13169"/>
                  <a:pt x="1084106" y="33251"/>
                  <a:pt x="1206708" y="0"/>
                </a:cubicBezTo>
                <a:cubicBezTo>
                  <a:pt x="1217677" y="126730"/>
                  <a:pt x="1185631" y="254014"/>
                  <a:pt x="1206708" y="347830"/>
                </a:cubicBezTo>
                <a:cubicBezTo>
                  <a:pt x="1066283" y="389810"/>
                  <a:pt x="988706" y="308672"/>
                  <a:pt x="828606" y="347830"/>
                </a:cubicBezTo>
                <a:cubicBezTo>
                  <a:pt x="668506" y="386988"/>
                  <a:pt x="558211" y="327858"/>
                  <a:pt x="426370" y="347830"/>
                </a:cubicBezTo>
                <a:cubicBezTo>
                  <a:pt x="294529" y="367802"/>
                  <a:pt x="182172" y="331471"/>
                  <a:pt x="0" y="347830"/>
                </a:cubicBezTo>
                <a:cubicBezTo>
                  <a:pt x="-22550" y="270570"/>
                  <a:pt x="25063" y="135992"/>
                  <a:pt x="0" y="0"/>
                </a:cubicBezTo>
                <a:close/>
              </a:path>
              <a:path w="1206708" h="347830" stroke="0" extrusionOk="0">
                <a:moveTo>
                  <a:pt x="0" y="0"/>
                </a:moveTo>
                <a:cubicBezTo>
                  <a:pt x="172609" y="-42997"/>
                  <a:pt x="301344" y="37178"/>
                  <a:pt x="390169" y="0"/>
                </a:cubicBezTo>
                <a:cubicBezTo>
                  <a:pt x="478994" y="-37178"/>
                  <a:pt x="651128" y="39977"/>
                  <a:pt x="756204" y="0"/>
                </a:cubicBezTo>
                <a:cubicBezTo>
                  <a:pt x="861281" y="-39977"/>
                  <a:pt x="1098191" y="16337"/>
                  <a:pt x="1206708" y="0"/>
                </a:cubicBezTo>
                <a:cubicBezTo>
                  <a:pt x="1243972" y="105267"/>
                  <a:pt x="1197200" y="223355"/>
                  <a:pt x="1206708" y="347830"/>
                </a:cubicBezTo>
                <a:cubicBezTo>
                  <a:pt x="1053898" y="365467"/>
                  <a:pt x="905199" y="302577"/>
                  <a:pt x="828606" y="347830"/>
                </a:cubicBezTo>
                <a:cubicBezTo>
                  <a:pt x="752013" y="393083"/>
                  <a:pt x="546282" y="297127"/>
                  <a:pt x="402236" y="347830"/>
                </a:cubicBezTo>
                <a:cubicBezTo>
                  <a:pt x="258190" y="398533"/>
                  <a:pt x="89801" y="330712"/>
                  <a:pt x="0" y="347830"/>
                </a:cubicBezTo>
                <a:cubicBezTo>
                  <a:pt x="-20504" y="177201"/>
                  <a:pt x="4704" y="96965"/>
                  <a:pt x="0" y="0"/>
                </a:cubicBezTo>
                <a:close/>
              </a:path>
            </a:pathLst>
          </a:custGeom>
          <a:solidFill>
            <a:schemeClr val="bg1">
              <a:alpha val="53000"/>
            </a:schemeClr>
          </a:solidFill>
          <a:ln>
            <a:solidFill>
              <a:schemeClr val="tx1">
                <a:alpha val="56000"/>
              </a:schemeClr>
            </a:solidFill>
            <a:prstDash val="sys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alpha val="41058"/>
                  </a:sysClr>
                </a:solidFill>
              </a:rPr>
              <a:t>3rd-party Integrations</a:t>
            </a:r>
          </a:p>
        </p:txBody>
      </p:sp>
      <p:sp>
        <p:nvSpPr>
          <p:cNvPr id="59" name="Rounded Rectangle 14">
            <a:extLst>
              <a:ext uri="{FF2B5EF4-FFF2-40B4-BE49-F238E27FC236}">
                <a16:creationId xmlns:a16="http://schemas.microsoft.com/office/drawing/2014/main" id="{85BF2293-7FF2-2F44-A7C0-8983309EF6C3}"/>
              </a:ext>
            </a:extLst>
          </p:cNvPr>
          <p:cNvSpPr/>
          <p:nvPr/>
        </p:nvSpPr>
        <p:spPr>
          <a:xfrm>
            <a:off x="9717830" y="3654587"/>
            <a:ext cx="1181627" cy="330581"/>
          </a:xfrm>
          <a:prstGeom prst="roundRect">
            <a:avLst>
              <a:gd name="adj" fmla="val 0"/>
            </a:avLst>
          </a:prstGeom>
          <a:solidFill>
            <a:schemeClr val="bg1">
              <a:lumMod val="6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126">
              <a:defRPr/>
            </a:pPr>
            <a:r>
              <a:rPr lang="en-US" sz="1000">
                <a:solidFill>
                  <a:srgbClr val="FFFFFF"/>
                </a:solidFill>
              </a:rPr>
              <a:t>Asset Share</a:t>
            </a:r>
          </a:p>
        </p:txBody>
      </p:sp>
      <p:sp>
        <p:nvSpPr>
          <p:cNvPr id="62" name="Rounded Rectangle 14">
            <a:extLst>
              <a:ext uri="{FF2B5EF4-FFF2-40B4-BE49-F238E27FC236}">
                <a16:creationId xmlns:a16="http://schemas.microsoft.com/office/drawing/2014/main" id="{BF6A9C9E-BDC7-9943-8DC1-211169587151}"/>
              </a:ext>
            </a:extLst>
          </p:cNvPr>
          <p:cNvSpPr/>
          <p:nvPr/>
        </p:nvSpPr>
        <p:spPr>
          <a:xfrm>
            <a:off x="9717830" y="4074412"/>
            <a:ext cx="1181627" cy="563683"/>
          </a:xfrm>
          <a:prstGeom prst="roundRect">
            <a:avLst>
              <a:gd name="adj" fmla="val 0"/>
            </a:avLst>
          </a:prstGeom>
          <a:solidFill>
            <a:schemeClr val="bg1">
              <a:lumMod val="6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126">
              <a:defRPr/>
            </a:pPr>
            <a:r>
              <a:rPr lang="en-US" sz="1000">
                <a:solidFill>
                  <a:srgbClr val="FFFFFF"/>
                </a:solidFill>
              </a:rPr>
              <a:t>Headless </a:t>
            </a:r>
          </a:p>
          <a:p>
            <a:pPr algn="ctr" defTabSz="914126">
              <a:defRPr/>
            </a:pPr>
            <a:r>
              <a:rPr lang="en-US" sz="800">
                <a:solidFill>
                  <a:srgbClr val="FFFFFF"/>
                </a:solidFill>
              </a:rPr>
              <a:t>(</a:t>
            </a:r>
            <a:r>
              <a:rPr lang="en-US" sz="800" err="1">
                <a:solidFill>
                  <a:srgbClr val="FFFFFF"/>
                </a:solidFill>
              </a:rPr>
              <a:t>GraphQL</a:t>
            </a:r>
            <a:r>
              <a:rPr lang="en-US" sz="800">
                <a:solidFill>
                  <a:srgbClr val="FFFFFF"/>
                </a:solidFill>
              </a:rPr>
              <a:t>/Content Fragments)</a:t>
            </a:r>
          </a:p>
        </p:txBody>
      </p:sp>
      <p:sp>
        <p:nvSpPr>
          <p:cNvPr id="64" name="Rectangle 63">
            <a:extLst>
              <a:ext uri="{FF2B5EF4-FFF2-40B4-BE49-F238E27FC236}">
                <a16:creationId xmlns:a16="http://schemas.microsoft.com/office/drawing/2014/main" id="{0380C657-2F6F-2B44-A2F6-2FAC0551493A}"/>
              </a:ext>
            </a:extLst>
          </p:cNvPr>
          <p:cNvSpPr/>
          <p:nvPr/>
        </p:nvSpPr>
        <p:spPr>
          <a:xfrm>
            <a:off x="11173592" y="2758493"/>
            <a:ext cx="833476" cy="403816"/>
          </a:xfrm>
          <a:custGeom>
            <a:avLst/>
            <a:gdLst>
              <a:gd name="csX0" fmla="*/ 0 w 833476"/>
              <a:gd name="csY0" fmla="*/ 0 h 403816"/>
              <a:gd name="csX1" fmla="*/ 433408 w 833476"/>
              <a:gd name="csY1" fmla="*/ 0 h 403816"/>
              <a:gd name="csX2" fmla="*/ 833476 w 833476"/>
              <a:gd name="csY2" fmla="*/ 0 h 403816"/>
              <a:gd name="csX3" fmla="*/ 833476 w 833476"/>
              <a:gd name="csY3" fmla="*/ 403816 h 403816"/>
              <a:gd name="csX4" fmla="*/ 425073 w 833476"/>
              <a:gd name="csY4" fmla="*/ 403816 h 403816"/>
              <a:gd name="csX5" fmla="*/ 0 w 833476"/>
              <a:gd name="csY5" fmla="*/ 403816 h 403816"/>
              <a:gd name="csX6" fmla="*/ 0 w 833476"/>
              <a:gd name="csY6" fmla="*/ 0 h 4038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33476" h="403816" fill="none" extrusionOk="0">
                <a:moveTo>
                  <a:pt x="0" y="0"/>
                </a:moveTo>
                <a:cubicBezTo>
                  <a:pt x="185489" y="-35633"/>
                  <a:pt x="253490" y="44464"/>
                  <a:pt x="433408" y="0"/>
                </a:cubicBezTo>
                <a:cubicBezTo>
                  <a:pt x="613326" y="-44464"/>
                  <a:pt x="744118" y="27259"/>
                  <a:pt x="833476" y="0"/>
                </a:cubicBezTo>
                <a:cubicBezTo>
                  <a:pt x="878134" y="91290"/>
                  <a:pt x="810754" y="312600"/>
                  <a:pt x="833476" y="403816"/>
                </a:cubicBezTo>
                <a:cubicBezTo>
                  <a:pt x="690320" y="441024"/>
                  <a:pt x="585545" y="380138"/>
                  <a:pt x="425073" y="403816"/>
                </a:cubicBezTo>
                <a:cubicBezTo>
                  <a:pt x="264601" y="427494"/>
                  <a:pt x="167915" y="388362"/>
                  <a:pt x="0" y="403816"/>
                </a:cubicBezTo>
                <a:cubicBezTo>
                  <a:pt x="-8968" y="316252"/>
                  <a:pt x="20916" y="159477"/>
                  <a:pt x="0" y="0"/>
                </a:cubicBezTo>
                <a:close/>
              </a:path>
              <a:path w="833476" h="403816" stroke="0" extrusionOk="0">
                <a:moveTo>
                  <a:pt x="0" y="0"/>
                </a:moveTo>
                <a:cubicBezTo>
                  <a:pt x="189818" y="-7084"/>
                  <a:pt x="280958" y="34589"/>
                  <a:pt x="408403" y="0"/>
                </a:cubicBezTo>
                <a:cubicBezTo>
                  <a:pt x="535848" y="-34589"/>
                  <a:pt x="659693" y="44983"/>
                  <a:pt x="833476" y="0"/>
                </a:cubicBezTo>
                <a:cubicBezTo>
                  <a:pt x="834930" y="118980"/>
                  <a:pt x="813271" y="316460"/>
                  <a:pt x="833476" y="403816"/>
                </a:cubicBezTo>
                <a:cubicBezTo>
                  <a:pt x="660092" y="451134"/>
                  <a:pt x="507927" y="371053"/>
                  <a:pt x="416738" y="403816"/>
                </a:cubicBezTo>
                <a:cubicBezTo>
                  <a:pt x="325549" y="436579"/>
                  <a:pt x="177696" y="390154"/>
                  <a:pt x="0" y="403816"/>
                </a:cubicBezTo>
                <a:cubicBezTo>
                  <a:pt x="-26750" y="209690"/>
                  <a:pt x="14091" y="153476"/>
                  <a:pt x="0" y="0"/>
                </a:cubicBezTo>
                <a:close/>
              </a:path>
            </a:pathLst>
          </a:custGeom>
          <a:solidFill>
            <a:schemeClr val="bg1">
              <a:alpha val="53000"/>
            </a:schemeClr>
          </a:solidFill>
          <a:ln>
            <a:solidFill>
              <a:schemeClr val="tx1">
                <a:alpha val="56000"/>
              </a:schemeClr>
            </a:solidFill>
            <a:prstDash val="sys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1000" dirty="0">
                <a:solidFill>
                  <a:sysClr val="windowText" lastClr="000000">
                    <a:alpha val="41058"/>
                  </a:sysClr>
                </a:solidFill>
              </a:rPr>
              <a:t>3rd-party Integrations</a:t>
            </a:r>
          </a:p>
        </p:txBody>
      </p:sp>
      <p:grpSp>
        <p:nvGrpSpPr>
          <p:cNvPr id="104" name="Group 103">
            <a:extLst>
              <a:ext uri="{FF2B5EF4-FFF2-40B4-BE49-F238E27FC236}">
                <a16:creationId xmlns:a16="http://schemas.microsoft.com/office/drawing/2014/main" id="{0DE8F144-FFF4-E14B-92E6-0F314FB59C37}"/>
              </a:ext>
            </a:extLst>
          </p:cNvPr>
          <p:cNvGrpSpPr/>
          <p:nvPr/>
        </p:nvGrpSpPr>
        <p:grpSpPr>
          <a:xfrm>
            <a:off x="4731555" y="1897991"/>
            <a:ext cx="1094531" cy="287603"/>
            <a:chOff x="5841029" y="2208599"/>
            <a:chExt cx="1094531" cy="287603"/>
          </a:xfrm>
        </p:grpSpPr>
        <p:sp>
          <p:nvSpPr>
            <p:cNvPr id="75" name="Rounded Rectangle 21">
              <a:extLst>
                <a:ext uri="{FF2B5EF4-FFF2-40B4-BE49-F238E27FC236}">
                  <a16:creationId xmlns:a16="http://schemas.microsoft.com/office/drawing/2014/main" id="{181930C6-953A-CC45-B101-67303984F3AC}"/>
                </a:ext>
              </a:extLst>
            </p:cNvPr>
            <p:cNvSpPr/>
            <p:nvPr/>
          </p:nvSpPr>
          <p:spPr>
            <a:xfrm>
              <a:off x="5841029" y="2208599"/>
              <a:ext cx="1094531" cy="287603"/>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000">
                  <a:solidFill>
                    <a:srgbClr val="FFFFFF"/>
                  </a:solidFill>
                </a:rPr>
                <a:t>     Adobe Stock</a:t>
              </a:r>
            </a:p>
          </p:txBody>
        </p:sp>
        <p:pic>
          <p:nvPicPr>
            <p:cNvPr id="91" name="Picture 90">
              <a:extLst>
                <a:ext uri="{FF2B5EF4-FFF2-40B4-BE49-F238E27FC236}">
                  <a16:creationId xmlns:a16="http://schemas.microsoft.com/office/drawing/2014/main" id="{8F4305D0-FAAB-8344-B9F0-76905507FAF2}"/>
                </a:ext>
              </a:extLst>
            </p:cNvPr>
            <p:cNvPicPr>
              <a:picLocks noChangeAspect="1"/>
            </p:cNvPicPr>
            <p:nvPr/>
          </p:nvPicPr>
          <p:blipFill>
            <a:blip r:embed="rId5"/>
            <a:stretch>
              <a:fillRect/>
            </a:stretch>
          </p:blipFill>
          <p:spPr>
            <a:xfrm>
              <a:off x="5865412" y="2219042"/>
              <a:ext cx="273555" cy="266716"/>
            </a:xfrm>
            <a:prstGeom prst="rect">
              <a:avLst/>
            </a:prstGeom>
          </p:spPr>
        </p:pic>
      </p:grpSp>
      <p:grpSp>
        <p:nvGrpSpPr>
          <p:cNvPr id="103" name="Group 102">
            <a:extLst>
              <a:ext uri="{FF2B5EF4-FFF2-40B4-BE49-F238E27FC236}">
                <a16:creationId xmlns:a16="http://schemas.microsoft.com/office/drawing/2014/main" id="{F78FC050-BF78-7C4F-8374-B74BE993FAF8}"/>
              </a:ext>
            </a:extLst>
          </p:cNvPr>
          <p:cNvGrpSpPr/>
          <p:nvPr/>
        </p:nvGrpSpPr>
        <p:grpSpPr>
          <a:xfrm>
            <a:off x="3386616" y="1897990"/>
            <a:ext cx="1155845" cy="297092"/>
            <a:chOff x="4738511" y="2203854"/>
            <a:chExt cx="1155845" cy="297092"/>
          </a:xfrm>
        </p:grpSpPr>
        <p:sp>
          <p:nvSpPr>
            <p:cNvPr id="74" name="Rounded Rectangle 21">
              <a:extLst>
                <a:ext uri="{FF2B5EF4-FFF2-40B4-BE49-F238E27FC236}">
                  <a16:creationId xmlns:a16="http://schemas.microsoft.com/office/drawing/2014/main" id="{C6CBD194-A2CA-BA42-8DBA-E248606F1E7D}"/>
                </a:ext>
              </a:extLst>
            </p:cNvPr>
            <p:cNvSpPr/>
            <p:nvPr/>
          </p:nvSpPr>
          <p:spPr>
            <a:xfrm>
              <a:off x="4738511" y="2203854"/>
              <a:ext cx="1155845" cy="297092"/>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000">
                  <a:solidFill>
                    <a:srgbClr val="FFFFFF"/>
                  </a:solidFill>
                </a:rPr>
                <a:t>Workfront</a:t>
              </a:r>
            </a:p>
          </p:txBody>
        </p:sp>
        <p:pic>
          <p:nvPicPr>
            <p:cNvPr id="95" name="Picture 94" descr="Logo, icon&#10;&#10;Description automatically generated">
              <a:extLst>
                <a:ext uri="{FF2B5EF4-FFF2-40B4-BE49-F238E27FC236}">
                  <a16:creationId xmlns:a16="http://schemas.microsoft.com/office/drawing/2014/main" id="{3504A4A7-BF52-E147-8F95-D031DEDFE1B4}"/>
                </a:ext>
              </a:extLst>
            </p:cNvPr>
            <p:cNvPicPr>
              <a:picLocks noChangeAspect="1"/>
            </p:cNvPicPr>
            <p:nvPr/>
          </p:nvPicPr>
          <p:blipFill>
            <a:blip r:embed="rId6"/>
            <a:stretch>
              <a:fillRect/>
            </a:stretch>
          </p:blipFill>
          <p:spPr>
            <a:xfrm>
              <a:off x="4758021" y="2219042"/>
              <a:ext cx="281535" cy="266717"/>
            </a:xfrm>
            <a:prstGeom prst="rect">
              <a:avLst/>
            </a:prstGeom>
          </p:spPr>
        </p:pic>
      </p:grpSp>
      <p:grpSp>
        <p:nvGrpSpPr>
          <p:cNvPr id="105" name="Group 104">
            <a:extLst>
              <a:ext uri="{FF2B5EF4-FFF2-40B4-BE49-F238E27FC236}">
                <a16:creationId xmlns:a16="http://schemas.microsoft.com/office/drawing/2014/main" id="{9D2B3680-4EDA-984F-8572-0981BD1D1A96}"/>
              </a:ext>
            </a:extLst>
          </p:cNvPr>
          <p:cNvGrpSpPr/>
          <p:nvPr/>
        </p:nvGrpSpPr>
        <p:grpSpPr>
          <a:xfrm>
            <a:off x="6002862" y="1900757"/>
            <a:ext cx="1209312" cy="291561"/>
            <a:chOff x="7072306" y="2206620"/>
            <a:chExt cx="1209312" cy="291561"/>
          </a:xfrm>
        </p:grpSpPr>
        <p:sp>
          <p:nvSpPr>
            <p:cNvPr id="76" name="Rounded Rectangle 21">
              <a:extLst>
                <a:ext uri="{FF2B5EF4-FFF2-40B4-BE49-F238E27FC236}">
                  <a16:creationId xmlns:a16="http://schemas.microsoft.com/office/drawing/2014/main" id="{8AE5E663-F318-0C49-81C0-8E897B99A1FE}"/>
                </a:ext>
              </a:extLst>
            </p:cNvPr>
            <p:cNvSpPr/>
            <p:nvPr/>
          </p:nvSpPr>
          <p:spPr>
            <a:xfrm>
              <a:off x="7072306" y="2208598"/>
              <a:ext cx="1209312" cy="287604"/>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1000">
                  <a:solidFill>
                    <a:srgbClr val="FFFFFF"/>
                  </a:solidFill>
                </a:rPr>
                <a:t>Creative Cloud</a:t>
              </a:r>
            </a:p>
          </p:txBody>
        </p:sp>
        <p:pic>
          <p:nvPicPr>
            <p:cNvPr id="98" name="Picture 97" descr="Logo, icon&#10;&#10;Description automatically generated">
              <a:extLst>
                <a:ext uri="{FF2B5EF4-FFF2-40B4-BE49-F238E27FC236}">
                  <a16:creationId xmlns:a16="http://schemas.microsoft.com/office/drawing/2014/main" id="{A5F13526-0845-4747-AED4-8653D1DA073B}"/>
                </a:ext>
              </a:extLst>
            </p:cNvPr>
            <p:cNvPicPr>
              <a:picLocks noChangeAspect="1"/>
            </p:cNvPicPr>
            <p:nvPr/>
          </p:nvPicPr>
          <p:blipFill>
            <a:blip r:embed="rId7"/>
            <a:stretch>
              <a:fillRect/>
            </a:stretch>
          </p:blipFill>
          <p:spPr>
            <a:xfrm>
              <a:off x="7084623" y="2206620"/>
              <a:ext cx="291561" cy="291561"/>
            </a:xfrm>
            <a:prstGeom prst="rect">
              <a:avLst/>
            </a:prstGeom>
          </p:spPr>
        </p:pic>
      </p:grpSp>
      <p:grpSp>
        <p:nvGrpSpPr>
          <p:cNvPr id="102" name="Group 101">
            <a:extLst>
              <a:ext uri="{FF2B5EF4-FFF2-40B4-BE49-F238E27FC236}">
                <a16:creationId xmlns:a16="http://schemas.microsoft.com/office/drawing/2014/main" id="{DA05A635-58D8-DE43-8EC3-018E61817C54}"/>
              </a:ext>
            </a:extLst>
          </p:cNvPr>
          <p:cNvGrpSpPr/>
          <p:nvPr/>
        </p:nvGrpSpPr>
        <p:grpSpPr>
          <a:xfrm>
            <a:off x="1170944" y="1804903"/>
            <a:ext cx="968067" cy="302261"/>
            <a:chOff x="1340793" y="2588865"/>
            <a:chExt cx="968067" cy="302261"/>
          </a:xfrm>
        </p:grpSpPr>
        <p:sp>
          <p:nvSpPr>
            <p:cNvPr id="99" name="Rounded Rectangle 21">
              <a:extLst>
                <a:ext uri="{FF2B5EF4-FFF2-40B4-BE49-F238E27FC236}">
                  <a16:creationId xmlns:a16="http://schemas.microsoft.com/office/drawing/2014/main" id="{ECE0BD1B-A062-DA47-8F18-32EE72C2EB9B}"/>
                </a:ext>
              </a:extLst>
            </p:cNvPr>
            <p:cNvSpPr/>
            <p:nvPr/>
          </p:nvSpPr>
          <p:spPr>
            <a:xfrm>
              <a:off x="1340793" y="2588865"/>
              <a:ext cx="968067" cy="297092"/>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900">
                  <a:solidFill>
                    <a:srgbClr val="FFFFFF"/>
                  </a:solidFill>
                </a:rPr>
                <a:t>Asset Link</a:t>
              </a:r>
            </a:p>
          </p:txBody>
        </p:sp>
        <p:pic>
          <p:nvPicPr>
            <p:cNvPr id="101" name="Picture 100" descr="Logo, icon&#10;&#10;Description automatically generated">
              <a:extLst>
                <a:ext uri="{FF2B5EF4-FFF2-40B4-BE49-F238E27FC236}">
                  <a16:creationId xmlns:a16="http://schemas.microsoft.com/office/drawing/2014/main" id="{CA471A9C-58F2-2347-8C50-C599A1202E6A}"/>
                </a:ext>
              </a:extLst>
            </p:cNvPr>
            <p:cNvPicPr>
              <a:picLocks noChangeAspect="1"/>
            </p:cNvPicPr>
            <p:nvPr/>
          </p:nvPicPr>
          <p:blipFill>
            <a:blip r:embed="rId7"/>
            <a:stretch>
              <a:fillRect/>
            </a:stretch>
          </p:blipFill>
          <p:spPr>
            <a:xfrm>
              <a:off x="1360732" y="2608956"/>
              <a:ext cx="282170" cy="282170"/>
            </a:xfrm>
            <a:prstGeom prst="rect">
              <a:avLst/>
            </a:prstGeom>
          </p:spPr>
        </p:pic>
      </p:grpSp>
      <p:pic>
        <p:nvPicPr>
          <p:cNvPr id="120" name="Graphic 119">
            <a:extLst>
              <a:ext uri="{FF2B5EF4-FFF2-40B4-BE49-F238E27FC236}">
                <a16:creationId xmlns:a16="http://schemas.microsoft.com/office/drawing/2014/main" id="{2148D5AC-7164-9D40-9736-874EC3F5F2D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1226918" y="2122086"/>
            <a:ext cx="336317" cy="332979"/>
          </a:xfrm>
          <a:prstGeom prst="rect">
            <a:avLst/>
          </a:prstGeom>
        </p:spPr>
      </p:pic>
      <p:cxnSp>
        <p:nvCxnSpPr>
          <p:cNvPr id="121" name="Straight Arrow Connector 120">
            <a:extLst>
              <a:ext uri="{FF2B5EF4-FFF2-40B4-BE49-F238E27FC236}">
                <a16:creationId xmlns:a16="http://schemas.microsoft.com/office/drawing/2014/main" id="{74007753-16FA-2B4B-A8F0-0199A80675B7}"/>
              </a:ext>
            </a:extLst>
          </p:cNvPr>
          <p:cNvCxnSpPr>
            <a:cxnSpLocks/>
            <a:stCxn id="128" idx="3"/>
            <a:endCxn id="64" idx="1"/>
          </p:cNvCxnSpPr>
          <p:nvPr/>
        </p:nvCxnSpPr>
        <p:spPr>
          <a:xfrm>
            <a:off x="10895458" y="2960401"/>
            <a:ext cx="278134" cy="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5" name="Graphic 124">
            <a:extLst>
              <a:ext uri="{FF2B5EF4-FFF2-40B4-BE49-F238E27FC236}">
                <a16:creationId xmlns:a16="http://schemas.microsoft.com/office/drawing/2014/main" id="{65E9416F-D043-6F43-9909-230CB9DA9787}"/>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578754" y="1993843"/>
            <a:ext cx="362612" cy="362612"/>
          </a:xfrm>
          <a:prstGeom prst="rect">
            <a:avLst/>
          </a:prstGeom>
        </p:spPr>
      </p:pic>
      <p:cxnSp>
        <p:nvCxnSpPr>
          <p:cNvPr id="139" name="Straight Arrow Connector 138">
            <a:extLst>
              <a:ext uri="{FF2B5EF4-FFF2-40B4-BE49-F238E27FC236}">
                <a16:creationId xmlns:a16="http://schemas.microsoft.com/office/drawing/2014/main" id="{6A8B320D-E50F-2545-AFD5-923B586DF41F}"/>
              </a:ext>
            </a:extLst>
          </p:cNvPr>
          <p:cNvCxnSpPr>
            <a:cxnSpLocks/>
            <a:endCxn id="15" idx="2"/>
          </p:cNvCxnSpPr>
          <p:nvPr/>
        </p:nvCxnSpPr>
        <p:spPr>
          <a:xfrm flipV="1">
            <a:off x="2543544" y="3568546"/>
            <a:ext cx="0" cy="81625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07B90B71-2863-A543-8A25-EB2F5B8F7822}"/>
              </a:ext>
            </a:extLst>
          </p:cNvPr>
          <p:cNvCxnSpPr>
            <a:cxnSpLocks/>
            <a:endCxn id="34" idx="3"/>
          </p:cNvCxnSpPr>
          <p:nvPr/>
        </p:nvCxnSpPr>
        <p:spPr>
          <a:xfrm flipH="1">
            <a:off x="2135298" y="4384804"/>
            <a:ext cx="408247" cy="0"/>
          </a:xfrm>
          <a:prstGeom prst="straightConnector1">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D256F3F9-F638-4448-8171-DFBC219984CF}"/>
              </a:ext>
            </a:extLst>
          </p:cNvPr>
          <p:cNvCxnSpPr>
            <a:cxnSpLocks/>
            <a:stCxn id="15" idx="3"/>
          </p:cNvCxnSpPr>
          <p:nvPr/>
        </p:nvCxnSpPr>
        <p:spPr>
          <a:xfrm>
            <a:off x="3037449" y="3426945"/>
            <a:ext cx="1426988"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C0DDD14E-5D01-8340-A267-7AA8DF7966C8}"/>
              </a:ext>
            </a:extLst>
          </p:cNvPr>
          <p:cNvCxnSpPr>
            <a:cxnSpLocks/>
            <a:endCxn id="74" idx="2"/>
          </p:cNvCxnSpPr>
          <p:nvPr/>
        </p:nvCxnSpPr>
        <p:spPr>
          <a:xfrm flipH="1" flipV="1">
            <a:off x="3964539" y="2195082"/>
            <a:ext cx="545245" cy="53812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775B6B6A-9FC7-3346-B28B-756711E4C19F}"/>
              </a:ext>
            </a:extLst>
          </p:cNvPr>
          <p:cNvCxnSpPr>
            <a:cxnSpLocks/>
            <a:endCxn id="75" idx="2"/>
          </p:cNvCxnSpPr>
          <p:nvPr/>
        </p:nvCxnSpPr>
        <p:spPr>
          <a:xfrm flipV="1">
            <a:off x="5278820" y="2185594"/>
            <a:ext cx="0" cy="54761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1E39D620-FE1F-1E42-AE82-39F3AD1F2A61}"/>
              </a:ext>
            </a:extLst>
          </p:cNvPr>
          <p:cNvCxnSpPr>
            <a:cxnSpLocks/>
            <a:stCxn id="76" idx="2"/>
          </p:cNvCxnSpPr>
          <p:nvPr/>
        </p:nvCxnSpPr>
        <p:spPr>
          <a:xfrm flipH="1">
            <a:off x="6060142" y="2190339"/>
            <a:ext cx="547377" cy="52273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BF91796-0AFF-3B40-8028-4ECE37F41FCF}"/>
              </a:ext>
            </a:extLst>
          </p:cNvPr>
          <p:cNvSpPr txBox="1"/>
          <p:nvPr/>
        </p:nvSpPr>
        <p:spPr>
          <a:xfrm>
            <a:off x="1394224" y="1009593"/>
            <a:ext cx="684803" cy="369332"/>
          </a:xfrm>
          <a:prstGeom prst="rect">
            <a:avLst/>
          </a:prstGeom>
          <a:noFill/>
        </p:spPr>
        <p:txBody>
          <a:bodyPr wrap="none" rtlCol="0">
            <a:spAutoFit/>
          </a:bodyPr>
          <a:lstStyle/>
          <a:p>
            <a:r>
              <a:rPr lang="en-US"/>
              <a:t>Input</a:t>
            </a:r>
          </a:p>
        </p:txBody>
      </p:sp>
      <p:sp>
        <p:nvSpPr>
          <p:cNvPr id="191" name="TextBox 190">
            <a:extLst>
              <a:ext uri="{FF2B5EF4-FFF2-40B4-BE49-F238E27FC236}">
                <a16:creationId xmlns:a16="http://schemas.microsoft.com/office/drawing/2014/main" id="{5EBAB6A7-15B3-D143-A243-354FFC815A46}"/>
              </a:ext>
            </a:extLst>
          </p:cNvPr>
          <p:cNvSpPr txBox="1"/>
          <p:nvPr/>
        </p:nvSpPr>
        <p:spPr>
          <a:xfrm>
            <a:off x="4265059" y="1009593"/>
            <a:ext cx="2077043" cy="369332"/>
          </a:xfrm>
          <a:prstGeom prst="rect">
            <a:avLst/>
          </a:prstGeom>
          <a:noFill/>
        </p:spPr>
        <p:txBody>
          <a:bodyPr wrap="none" rtlCol="0">
            <a:spAutoFit/>
          </a:bodyPr>
          <a:lstStyle/>
          <a:p>
            <a:r>
              <a:rPr lang="en-US"/>
              <a:t>Manage / Automate</a:t>
            </a:r>
          </a:p>
        </p:txBody>
      </p:sp>
      <p:sp>
        <p:nvSpPr>
          <p:cNvPr id="192" name="TextBox 191">
            <a:extLst>
              <a:ext uri="{FF2B5EF4-FFF2-40B4-BE49-F238E27FC236}">
                <a16:creationId xmlns:a16="http://schemas.microsoft.com/office/drawing/2014/main" id="{D0947F82-4E0E-D641-B459-C496B92C1231}"/>
              </a:ext>
            </a:extLst>
          </p:cNvPr>
          <p:cNvSpPr txBox="1"/>
          <p:nvPr/>
        </p:nvSpPr>
        <p:spPr>
          <a:xfrm>
            <a:off x="9289517" y="1009593"/>
            <a:ext cx="951414" cy="369332"/>
          </a:xfrm>
          <a:prstGeom prst="rect">
            <a:avLst/>
          </a:prstGeom>
          <a:noFill/>
        </p:spPr>
        <p:txBody>
          <a:bodyPr wrap="none" rtlCol="0">
            <a:spAutoFit/>
          </a:bodyPr>
          <a:lstStyle/>
          <a:p>
            <a:r>
              <a:rPr lang="en-US"/>
              <a:t>Delivery</a:t>
            </a:r>
          </a:p>
        </p:txBody>
      </p:sp>
      <p:sp>
        <p:nvSpPr>
          <p:cNvPr id="81" name="Rounded Rectangle 1">
            <a:extLst>
              <a:ext uri="{FF2B5EF4-FFF2-40B4-BE49-F238E27FC236}">
                <a16:creationId xmlns:a16="http://schemas.microsoft.com/office/drawing/2014/main" id="{A1C39656-088E-F544-BEF7-13B0A55527A6}"/>
              </a:ext>
            </a:extLst>
          </p:cNvPr>
          <p:cNvSpPr/>
          <p:nvPr/>
        </p:nvSpPr>
        <p:spPr>
          <a:xfrm>
            <a:off x="4480162" y="3041658"/>
            <a:ext cx="1509865" cy="1536720"/>
          </a:xfrm>
          <a:prstGeom prst="roundRect">
            <a:avLst>
              <a:gd name="adj" fmla="val 0"/>
            </a:avLst>
          </a:prstGeom>
          <a:solidFill>
            <a:schemeClr val="bg1">
              <a:lumMod val="6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defTabSz="914126">
              <a:defRPr/>
            </a:pPr>
            <a:r>
              <a:rPr lang="en-US" sz="1200" dirty="0">
                <a:solidFill>
                  <a:srgbClr val="FFFFFF"/>
                </a:solidFill>
                <a:latin typeface="Adobe Clean" panose="020B0503020404020204" pitchFamily="34" charset="0"/>
              </a:rPr>
              <a:t>Content</a:t>
            </a:r>
          </a:p>
        </p:txBody>
      </p:sp>
      <p:sp>
        <p:nvSpPr>
          <p:cNvPr id="83" name="Rounded Rectangle 1">
            <a:extLst>
              <a:ext uri="{FF2B5EF4-FFF2-40B4-BE49-F238E27FC236}">
                <a16:creationId xmlns:a16="http://schemas.microsoft.com/office/drawing/2014/main" id="{6002CFF6-BF9D-D247-ABCA-B642EBC793F1}"/>
              </a:ext>
            </a:extLst>
          </p:cNvPr>
          <p:cNvSpPr/>
          <p:nvPr/>
        </p:nvSpPr>
        <p:spPr>
          <a:xfrm>
            <a:off x="7623610" y="3651678"/>
            <a:ext cx="1485631" cy="1008463"/>
          </a:xfrm>
          <a:prstGeom prst="roundRect">
            <a:avLst>
              <a:gd name="adj" fmla="val 0"/>
            </a:avLst>
          </a:prstGeom>
          <a:solidFill>
            <a:schemeClr val="bg1">
              <a:lumMod val="6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defTabSz="914126">
              <a:defRPr/>
            </a:pPr>
            <a:r>
              <a:rPr lang="en-US" sz="1200">
                <a:solidFill>
                  <a:srgbClr val="FFFFFF"/>
                </a:solidFill>
                <a:latin typeface="Adobe Clean" panose="020B0503020404020204" pitchFamily="34" charset="0"/>
              </a:rPr>
              <a:t>Sites</a:t>
            </a:r>
          </a:p>
        </p:txBody>
      </p:sp>
      <p:sp>
        <p:nvSpPr>
          <p:cNvPr id="5" name="Rounded Rectangle 35">
            <a:extLst>
              <a:ext uri="{FF2B5EF4-FFF2-40B4-BE49-F238E27FC236}">
                <a16:creationId xmlns:a16="http://schemas.microsoft.com/office/drawing/2014/main" id="{AFB45040-8FDF-4CC9-A47D-DABE97DBE2B0}"/>
              </a:ext>
            </a:extLst>
          </p:cNvPr>
          <p:cNvSpPr/>
          <p:nvPr/>
        </p:nvSpPr>
        <p:spPr>
          <a:xfrm>
            <a:off x="5260137" y="3630543"/>
            <a:ext cx="634553" cy="217221"/>
          </a:xfrm>
          <a:prstGeom prst="roundRect">
            <a:avLst>
              <a:gd name="adj" fmla="val 0"/>
            </a:avLst>
          </a:prstGeom>
          <a:solidFill>
            <a:schemeClr val="bg1">
              <a:alpha val="71093"/>
            </a:schemeClr>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100">
                <a:solidFill>
                  <a:srgbClr val="000000"/>
                </a:solidFill>
                <a:latin typeface="Adobe Clean SemiLight"/>
              </a:rPr>
              <a:t>Author</a:t>
            </a:r>
            <a:endParaRPr lang="en-US" sz="1400">
              <a:solidFill>
                <a:srgbClr val="000000"/>
              </a:solidFill>
              <a:latin typeface="Adobe Clean SemiLight"/>
            </a:endParaRPr>
          </a:p>
        </p:txBody>
      </p:sp>
      <p:sp>
        <p:nvSpPr>
          <p:cNvPr id="6" name="Rounded Rectangle 4">
            <a:extLst>
              <a:ext uri="{FF2B5EF4-FFF2-40B4-BE49-F238E27FC236}">
                <a16:creationId xmlns:a16="http://schemas.microsoft.com/office/drawing/2014/main" id="{4293879D-8E4A-4C9B-877C-40A41AC6CDBA}"/>
              </a:ext>
            </a:extLst>
          </p:cNvPr>
          <p:cNvSpPr/>
          <p:nvPr/>
        </p:nvSpPr>
        <p:spPr>
          <a:xfrm>
            <a:off x="4563087" y="3630543"/>
            <a:ext cx="634553" cy="217221"/>
          </a:xfrm>
          <a:prstGeom prst="roundRect">
            <a:avLst>
              <a:gd name="adj" fmla="val 0"/>
            </a:avLst>
          </a:prstGeom>
          <a:solidFill>
            <a:schemeClr val="bg1"/>
          </a:solidFill>
          <a:ln>
            <a:solidFill>
              <a:schemeClr val="bg1"/>
            </a:solidFill>
            <a:prstDash val="soli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100">
                <a:solidFill>
                  <a:srgbClr val="000000"/>
                </a:solidFill>
                <a:latin typeface="Adobe Clean SemiLight"/>
              </a:rPr>
              <a:t>Author</a:t>
            </a:r>
            <a:endParaRPr lang="en-US" sz="1400">
              <a:solidFill>
                <a:srgbClr val="000000"/>
              </a:solidFill>
              <a:latin typeface="Adobe Clean SemiLight"/>
            </a:endParaRPr>
          </a:p>
        </p:txBody>
      </p:sp>
      <p:sp>
        <p:nvSpPr>
          <p:cNvPr id="8" name="Rounded Rectangle 8">
            <a:extLst>
              <a:ext uri="{FF2B5EF4-FFF2-40B4-BE49-F238E27FC236}">
                <a16:creationId xmlns:a16="http://schemas.microsoft.com/office/drawing/2014/main" id="{7D4D651D-F1DB-436F-BD2F-886BD345B882}"/>
              </a:ext>
            </a:extLst>
          </p:cNvPr>
          <p:cNvSpPr/>
          <p:nvPr/>
        </p:nvSpPr>
        <p:spPr>
          <a:xfrm>
            <a:off x="5930213" y="5504000"/>
            <a:ext cx="1395720" cy="411837"/>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00" dirty="0">
                <a:solidFill>
                  <a:srgbClr val="FFFFFF"/>
                </a:solidFill>
              </a:rPr>
              <a:t>Assets Compute Service</a:t>
            </a:r>
          </a:p>
        </p:txBody>
      </p:sp>
      <p:cxnSp>
        <p:nvCxnSpPr>
          <p:cNvPr id="24" name="Straight Connector 23">
            <a:extLst>
              <a:ext uri="{FF2B5EF4-FFF2-40B4-BE49-F238E27FC236}">
                <a16:creationId xmlns:a16="http://schemas.microsoft.com/office/drawing/2014/main" id="{1B0D64AB-8E7C-4421-818F-7886CEA3CBA3}"/>
              </a:ext>
            </a:extLst>
          </p:cNvPr>
          <p:cNvCxnSpPr>
            <a:cxnSpLocks/>
            <a:stCxn id="106" idx="1"/>
            <a:endCxn id="107" idx="3"/>
          </p:cNvCxnSpPr>
          <p:nvPr/>
        </p:nvCxnSpPr>
        <p:spPr>
          <a:xfrm flipH="1">
            <a:off x="8349233" y="4074411"/>
            <a:ext cx="6249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872EA43-0403-C743-BBFE-1E9659F8B50F}"/>
              </a:ext>
            </a:extLst>
          </p:cNvPr>
          <p:cNvSpPr txBox="1"/>
          <p:nvPr/>
        </p:nvSpPr>
        <p:spPr>
          <a:xfrm>
            <a:off x="4531971" y="3921522"/>
            <a:ext cx="1513556" cy="507831"/>
          </a:xfrm>
          <a:prstGeom prst="rect">
            <a:avLst/>
          </a:prstGeom>
          <a:noFill/>
        </p:spPr>
        <p:txBody>
          <a:bodyPr wrap="none" rtlCol="0">
            <a:spAutoFit/>
          </a:bodyPr>
          <a:lstStyle/>
          <a:p>
            <a:r>
              <a:rPr lang="en-US" sz="900" i="1" dirty="0"/>
              <a:t>Tagging</a:t>
            </a:r>
          </a:p>
          <a:p>
            <a:r>
              <a:rPr lang="en-US" sz="900" i="1" dirty="0"/>
              <a:t>Custom Metadata Schemas</a:t>
            </a:r>
          </a:p>
          <a:p>
            <a:r>
              <a:rPr lang="en-US" sz="900" i="1" dirty="0"/>
              <a:t>Workflow</a:t>
            </a:r>
          </a:p>
        </p:txBody>
      </p:sp>
      <p:cxnSp>
        <p:nvCxnSpPr>
          <p:cNvPr id="44" name="Straight Arrow Connector 43">
            <a:extLst>
              <a:ext uri="{FF2B5EF4-FFF2-40B4-BE49-F238E27FC236}">
                <a16:creationId xmlns:a16="http://schemas.microsoft.com/office/drawing/2014/main" id="{4DA79695-062E-174F-8034-DC1D2F810060}"/>
              </a:ext>
            </a:extLst>
          </p:cNvPr>
          <p:cNvCxnSpPr>
            <a:cxnSpLocks/>
            <a:stCxn id="81" idx="2"/>
            <a:endCxn id="82" idx="0"/>
          </p:cNvCxnSpPr>
          <p:nvPr/>
        </p:nvCxnSpPr>
        <p:spPr>
          <a:xfrm>
            <a:off x="5235095" y="4578378"/>
            <a:ext cx="129050" cy="273663"/>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6EE4BC6-1429-5649-AC58-0FB324593EB2}"/>
              </a:ext>
            </a:extLst>
          </p:cNvPr>
          <p:cNvCxnSpPr>
            <a:cxnSpLocks/>
            <a:stCxn id="82" idx="1"/>
            <a:endCxn id="88" idx="0"/>
          </p:cNvCxnSpPr>
          <p:nvPr/>
        </p:nvCxnSpPr>
        <p:spPr>
          <a:xfrm flipV="1">
            <a:off x="5133361" y="5081291"/>
            <a:ext cx="831678" cy="1534"/>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603E60D-F37C-EF49-B18A-3A6A643329A7}"/>
              </a:ext>
            </a:extLst>
          </p:cNvPr>
          <p:cNvCxnSpPr>
            <a:cxnSpLocks/>
            <a:stCxn id="8" idx="0"/>
            <a:endCxn id="82" idx="2"/>
          </p:cNvCxnSpPr>
          <p:nvPr/>
        </p:nvCxnSpPr>
        <p:spPr>
          <a:xfrm rot="16200000" flipV="1">
            <a:off x="5900913" y="4776840"/>
            <a:ext cx="190392" cy="1263928"/>
          </a:xfrm>
          <a:prstGeom prst="bentConnector3">
            <a:avLst>
              <a:gd name="adj1" fmla="val 50000"/>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2" name="Picture 81">
            <a:extLst>
              <a:ext uri="{FF2B5EF4-FFF2-40B4-BE49-F238E27FC236}">
                <a16:creationId xmlns:a16="http://schemas.microsoft.com/office/drawing/2014/main" id="{060D48A9-3A3D-594B-9A5E-47649B309127}"/>
              </a:ext>
            </a:extLst>
          </p:cNvPr>
          <p:cNvPicPr>
            <a:picLocks noChangeAspect="1"/>
          </p:cNvPicPr>
          <p:nvPr/>
        </p:nvPicPr>
        <p:blipFill>
          <a:blip r:embed="rId12"/>
          <a:stretch>
            <a:fillRect/>
          </a:stretch>
        </p:blipFill>
        <p:spPr>
          <a:xfrm>
            <a:off x="5133361" y="4852041"/>
            <a:ext cx="461567" cy="461567"/>
          </a:xfrm>
          <a:prstGeom prst="rect">
            <a:avLst/>
          </a:prstGeom>
        </p:spPr>
      </p:pic>
      <p:grpSp>
        <p:nvGrpSpPr>
          <p:cNvPr id="110" name="Group 109">
            <a:extLst>
              <a:ext uri="{FF2B5EF4-FFF2-40B4-BE49-F238E27FC236}">
                <a16:creationId xmlns:a16="http://schemas.microsoft.com/office/drawing/2014/main" id="{7450FD3B-50F3-CE4D-B40F-0AD02F2FFF05}"/>
              </a:ext>
            </a:extLst>
          </p:cNvPr>
          <p:cNvGrpSpPr/>
          <p:nvPr/>
        </p:nvGrpSpPr>
        <p:grpSpPr>
          <a:xfrm>
            <a:off x="5846340" y="4833590"/>
            <a:ext cx="1479593" cy="476620"/>
            <a:chOff x="3926368" y="5763895"/>
            <a:chExt cx="1830430" cy="589635"/>
          </a:xfrm>
        </p:grpSpPr>
        <p:sp>
          <p:nvSpPr>
            <p:cNvPr id="36" name="Rounded Rectangle 8">
              <a:extLst>
                <a:ext uri="{FF2B5EF4-FFF2-40B4-BE49-F238E27FC236}">
                  <a16:creationId xmlns:a16="http://schemas.microsoft.com/office/drawing/2014/main" id="{6AEB2B3E-8EB9-194D-9A1A-B2FB8955AAD9}"/>
                </a:ext>
              </a:extLst>
            </p:cNvPr>
            <p:cNvSpPr/>
            <p:nvPr/>
          </p:nvSpPr>
          <p:spPr>
            <a:xfrm>
              <a:off x="4030129" y="5805953"/>
              <a:ext cx="1726669" cy="509490"/>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00" dirty="0">
                  <a:solidFill>
                    <a:srgbClr val="FFFFFF"/>
                  </a:solidFill>
                </a:rPr>
                <a:t>Content Automation</a:t>
              </a:r>
            </a:p>
            <a:p>
              <a:pPr algn="ctr"/>
              <a:r>
                <a:rPr lang="en-US" sz="1000" dirty="0">
                  <a:solidFill>
                    <a:srgbClr val="FFFFFF"/>
                  </a:solidFill>
                </a:rPr>
                <a:t>PS/LR API</a:t>
              </a:r>
            </a:p>
          </p:txBody>
        </p:sp>
        <p:pic>
          <p:nvPicPr>
            <p:cNvPr id="88" name="Graphic 87">
              <a:extLst>
                <a:ext uri="{FF2B5EF4-FFF2-40B4-BE49-F238E27FC236}">
                  <a16:creationId xmlns:a16="http://schemas.microsoft.com/office/drawing/2014/main" id="{D9FFC862-1344-7F4D-BDEE-B9A3A4A54DFD}"/>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3926368" y="6070330"/>
              <a:ext cx="293689" cy="283200"/>
            </a:xfrm>
            <a:prstGeom prst="rect">
              <a:avLst/>
            </a:prstGeom>
          </p:spPr>
        </p:pic>
        <p:pic>
          <p:nvPicPr>
            <p:cNvPr id="89" name="Graphic 88">
              <a:extLst>
                <a:ext uri="{FF2B5EF4-FFF2-40B4-BE49-F238E27FC236}">
                  <a16:creationId xmlns:a16="http://schemas.microsoft.com/office/drawing/2014/main" id="{E3297641-2A26-B640-BE06-427CFC0AD6EC}"/>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3926368" y="5763895"/>
              <a:ext cx="293689" cy="283200"/>
            </a:xfrm>
            <a:prstGeom prst="rect">
              <a:avLst/>
            </a:prstGeom>
          </p:spPr>
        </p:pic>
      </p:grpSp>
      <p:cxnSp>
        <p:nvCxnSpPr>
          <p:cNvPr id="111" name="Straight Arrow Connector 110">
            <a:extLst>
              <a:ext uri="{FF2B5EF4-FFF2-40B4-BE49-F238E27FC236}">
                <a16:creationId xmlns:a16="http://schemas.microsoft.com/office/drawing/2014/main" id="{E6FA4AAC-1876-424C-A829-3F0E89D2E179}"/>
              </a:ext>
            </a:extLst>
          </p:cNvPr>
          <p:cNvCxnSpPr>
            <a:cxnSpLocks/>
            <a:stCxn id="8" idx="2"/>
            <a:endCxn id="38" idx="0"/>
          </p:cNvCxnSpPr>
          <p:nvPr/>
        </p:nvCxnSpPr>
        <p:spPr>
          <a:xfrm>
            <a:off x="6628073" y="5915837"/>
            <a:ext cx="488" cy="245435"/>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5C84BE94-0D7E-2347-A88B-6588A6C0157A}"/>
              </a:ext>
            </a:extLst>
          </p:cNvPr>
          <p:cNvCxnSpPr>
            <a:cxnSpLocks/>
            <a:endCxn id="83" idx="1"/>
          </p:cNvCxnSpPr>
          <p:nvPr/>
        </p:nvCxnSpPr>
        <p:spPr>
          <a:xfrm>
            <a:off x="5990027" y="4155909"/>
            <a:ext cx="1633583"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6" name="Rounded Rectangle 35">
            <a:extLst>
              <a:ext uri="{FF2B5EF4-FFF2-40B4-BE49-F238E27FC236}">
                <a16:creationId xmlns:a16="http://schemas.microsoft.com/office/drawing/2014/main" id="{1B4A6AA6-1FFB-A94D-99E6-6BA700802584}"/>
              </a:ext>
            </a:extLst>
          </p:cNvPr>
          <p:cNvSpPr/>
          <p:nvPr/>
        </p:nvSpPr>
        <p:spPr>
          <a:xfrm>
            <a:off x="8411730" y="3965801"/>
            <a:ext cx="634553" cy="217221"/>
          </a:xfrm>
          <a:prstGeom prst="roundRect">
            <a:avLst>
              <a:gd name="adj" fmla="val 0"/>
            </a:avLst>
          </a:prstGeom>
          <a:solidFill>
            <a:schemeClr val="bg1">
              <a:lumMod val="65000"/>
            </a:schemeClr>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800">
                <a:solidFill>
                  <a:srgbClr val="000000"/>
                </a:solidFill>
                <a:latin typeface="Adobe Clean SemiLight"/>
              </a:rPr>
              <a:t>Dispatcher</a:t>
            </a:r>
            <a:endParaRPr lang="en-US" sz="1100">
              <a:solidFill>
                <a:srgbClr val="000000"/>
              </a:solidFill>
              <a:latin typeface="Adobe Clean SemiLight"/>
            </a:endParaRPr>
          </a:p>
        </p:txBody>
      </p:sp>
      <p:sp>
        <p:nvSpPr>
          <p:cNvPr id="107" name="Rounded Rectangle 4">
            <a:extLst>
              <a:ext uri="{FF2B5EF4-FFF2-40B4-BE49-F238E27FC236}">
                <a16:creationId xmlns:a16="http://schemas.microsoft.com/office/drawing/2014/main" id="{4250ABE9-5719-1747-ADDD-4A1071C77EC4}"/>
              </a:ext>
            </a:extLst>
          </p:cNvPr>
          <p:cNvSpPr/>
          <p:nvPr/>
        </p:nvSpPr>
        <p:spPr>
          <a:xfrm>
            <a:off x="7714680" y="3965801"/>
            <a:ext cx="634553" cy="217221"/>
          </a:xfrm>
          <a:prstGeom prst="roundRect">
            <a:avLst>
              <a:gd name="adj" fmla="val 0"/>
            </a:avLst>
          </a:prstGeom>
          <a:solidFill>
            <a:schemeClr val="bg1">
              <a:lumMod val="65000"/>
            </a:schemeClr>
          </a:solidFill>
          <a:ln>
            <a:solidFill>
              <a:schemeClr val="bg1"/>
            </a:solidFill>
            <a:prstDash val="soli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800">
                <a:solidFill>
                  <a:srgbClr val="000000"/>
                </a:solidFill>
                <a:latin typeface="Adobe Clean SemiLight"/>
              </a:rPr>
              <a:t>Publisher</a:t>
            </a:r>
            <a:endParaRPr lang="en-US" sz="1100">
              <a:solidFill>
                <a:srgbClr val="000000"/>
              </a:solidFill>
              <a:latin typeface="Adobe Clean SemiLight"/>
            </a:endParaRPr>
          </a:p>
        </p:txBody>
      </p:sp>
      <p:sp>
        <p:nvSpPr>
          <p:cNvPr id="113" name="Rounded Rectangle 35">
            <a:extLst>
              <a:ext uri="{FF2B5EF4-FFF2-40B4-BE49-F238E27FC236}">
                <a16:creationId xmlns:a16="http://schemas.microsoft.com/office/drawing/2014/main" id="{0CD74892-764A-5D43-8C18-8021103DD984}"/>
              </a:ext>
            </a:extLst>
          </p:cNvPr>
          <p:cNvSpPr/>
          <p:nvPr/>
        </p:nvSpPr>
        <p:spPr>
          <a:xfrm>
            <a:off x="8411730" y="4286435"/>
            <a:ext cx="634553" cy="217221"/>
          </a:xfrm>
          <a:prstGeom prst="roundRect">
            <a:avLst>
              <a:gd name="adj" fmla="val 0"/>
            </a:avLst>
          </a:prstGeom>
          <a:solidFill>
            <a:schemeClr val="bg1">
              <a:lumMod val="65000"/>
            </a:schemeClr>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800">
                <a:solidFill>
                  <a:srgbClr val="000000"/>
                </a:solidFill>
                <a:latin typeface="Adobe Clean SemiLight"/>
              </a:rPr>
              <a:t>Dispatcher</a:t>
            </a:r>
            <a:endParaRPr lang="en-US" sz="1100">
              <a:solidFill>
                <a:srgbClr val="000000"/>
              </a:solidFill>
              <a:latin typeface="Adobe Clean SemiLight"/>
            </a:endParaRPr>
          </a:p>
        </p:txBody>
      </p:sp>
      <p:sp>
        <p:nvSpPr>
          <p:cNvPr id="114" name="Rounded Rectangle 4">
            <a:extLst>
              <a:ext uri="{FF2B5EF4-FFF2-40B4-BE49-F238E27FC236}">
                <a16:creationId xmlns:a16="http://schemas.microsoft.com/office/drawing/2014/main" id="{255AB198-FDD2-B848-AA79-7247175E77EB}"/>
              </a:ext>
            </a:extLst>
          </p:cNvPr>
          <p:cNvSpPr/>
          <p:nvPr/>
        </p:nvSpPr>
        <p:spPr>
          <a:xfrm>
            <a:off x="7714680" y="4286435"/>
            <a:ext cx="634553" cy="217221"/>
          </a:xfrm>
          <a:prstGeom prst="roundRect">
            <a:avLst>
              <a:gd name="adj" fmla="val 0"/>
            </a:avLst>
          </a:prstGeom>
          <a:solidFill>
            <a:schemeClr val="bg1">
              <a:lumMod val="65000"/>
            </a:schemeClr>
          </a:solidFill>
          <a:ln>
            <a:solidFill>
              <a:schemeClr val="bg1"/>
            </a:solidFill>
            <a:prstDash val="solid"/>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800">
                <a:solidFill>
                  <a:srgbClr val="000000"/>
                </a:solidFill>
                <a:latin typeface="Adobe Clean SemiLight"/>
              </a:rPr>
              <a:t>Publisher</a:t>
            </a:r>
            <a:endParaRPr lang="en-US" sz="1100">
              <a:solidFill>
                <a:srgbClr val="000000"/>
              </a:solidFill>
              <a:latin typeface="Adobe Clean SemiLight"/>
            </a:endParaRPr>
          </a:p>
        </p:txBody>
      </p:sp>
      <p:sp>
        <p:nvSpPr>
          <p:cNvPr id="116" name="Rounded Rectangle 1">
            <a:extLst>
              <a:ext uri="{FF2B5EF4-FFF2-40B4-BE49-F238E27FC236}">
                <a16:creationId xmlns:a16="http://schemas.microsoft.com/office/drawing/2014/main" id="{D2B728BF-8210-B144-8A5B-2C5E162A08CA}"/>
              </a:ext>
            </a:extLst>
          </p:cNvPr>
          <p:cNvSpPr/>
          <p:nvPr/>
        </p:nvSpPr>
        <p:spPr>
          <a:xfrm>
            <a:off x="9171738" y="3657616"/>
            <a:ext cx="335327" cy="1008463"/>
          </a:xfrm>
          <a:prstGeom prst="roundRect">
            <a:avLst>
              <a:gd name="adj" fmla="val 0"/>
            </a:avLst>
          </a:prstGeom>
          <a:solidFill>
            <a:schemeClr val="bg1">
              <a:lumMod val="6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vert="vert" rtlCol="0" anchor="t"/>
          <a:lstStyle/>
          <a:p>
            <a:pPr algn="ctr" defTabSz="914126">
              <a:defRPr/>
            </a:pPr>
            <a:r>
              <a:rPr lang="en-US" sz="1200">
                <a:solidFill>
                  <a:srgbClr val="FFFFFF"/>
                </a:solidFill>
                <a:latin typeface="Adobe Clean" panose="020B0503020404020204" pitchFamily="34" charset="0"/>
              </a:rPr>
              <a:t>CDN</a:t>
            </a:r>
          </a:p>
        </p:txBody>
      </p:sp>
      <p:sp>
        <p:nvSpPr>
          <p:cNvPr id="123" name="Rounded Rectangle 17">
            <a:extLst>
              <a:ext uri="{FF2B5EF4-FFF2-40B4-BE49-F238E27FC236}">
                <a16:creationId xmlns:a16="http://schemas.microsoft.com/office/drawing/2014/main" id="{747540F7-5845-E84B-96E5-1B2638F82540}"/>
              </a:ext>
            </a:extLst>
          </p:cNvPr>
          <p:cNvSpPr/>
          <p:nvPr/>
        </p:nvSpPr>
        <p:spPr>
          <a:xfrm>
            <a:off x="9713833" y="3191764"/>
            <a:ext cx="1181627" cy="307363"/>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00">
                <a:solidFill>
                  <a:srgbClr val="FFFFFF"/>
                </a:solidFill>
              </a:rPr>
              <a:t>HTTP API</a:t>
            </a:r>
          </a:p>
        </p:txBody>
      </p:sp>
      <p:sp>
        <p:nvSpPr>
          <p:cNvPr id="126" name="Rounded Rectangle 14">
            <a:extLst>
              <a:ext uri="{FF2B5EF4-FFF2-40B4-BE49-F238E27FC236}">
                <a16:creationId xmlns:a16="http://schemas.microsoft.com/office/drawing/2014/main" id="{E47B9D2F-0CE8-544B-B4A5-13C76AB9CC40}"/>
              </a:ext>
            </a:extLst>
          </p:cNvPr>
          <p:cNvSpPr/>
          <p:nvPr/>
        </p:nvSpPr>
        <p:spPr>
          <a:xfrm>
            <a:off x="9717829" y="2291232"/>
            <a:ext cx="1177629" cy="312970"/>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126">
              <a:defRPr/>
            </a:pPr>
            <a:r>
              <a:rPr lang="en-US" sz="1100">
                <a:solidFill>
                  <a:srgbClr val="FFFFFF"/>
                </a:solidFill>
              </a:rPr>
              <a:t>Dynamic Media</a:t>
            </a:r>
          </a:p>
        </p:txBody>
      </p:sp>
      <p:sp>
        <p:nvSpPr>
          <p:cNvPr id="127" name="Rounded Rectangle 14">
            <a:extLst>
              <a:ext uri="{FF2B5EF4-FFF2-40B4-BE49-F238E27FC236}">
                <a16:creationId xmlns:a16="http://schemas.microsoft.com/office/drawing/2014/main" id="{863C6ACE-9738-8B4B-A68E-CB8F7BFD8526}"/>
              </a:ext>
            </a:extLst>
          </p:cNvPr>
          <p:cNvSpPr/>
          <p:nvPr/>
        </p:nvSpPr>
        <p:spPr>
          <a:xfrm>
            <a:off x="9717828" y="1873915"/>
            <a:ext cx="1187108" cy="312970"/>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126">
              <a:defRPr/>
            </a:pPr>
            <a:r>
              <a:rPr lang="en-US" sz="1100">
                <a:solidFill>
                  <a:srgbClr val="FFFFFF"/>
                </a:solidFill>
              </a:rPr>
              <a:t>Brand Portal</a:t>
            </a:r>
          </a:p>
        </p:txBody>
      </p:sp>
      <p:sp>
        <p:nvSpPr>
          <p:cNvPr id="128" name="Rounded Rectangle 14">
            <a:extLst>
              <a:ext uri="{FF2B5EF4-FFF2-40B4-BE49-F238E27FC236}">
                <a16:creationId xmlns:a16="http://schemas.microsoft.com/office/drawing/2014/main" id="{35EDD194-5A06-0942-8326-EAFBEA589CC5}"/>
              </a:ext>
            </a:extLst>
          </p:cNvPr>
          <p:cNvSpPr/>
          <p:nvPr/>
        </p:nvSpPr>
        <p:spPr>
          <a:xfrm>
            <a:off x="9713832" y="2803916"/>
            <a:ext cx="1181627" cy="312970"/>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4126">
              <a:defRPr/>
            </a:pPr>
            <a:r>
              <a:rPr lang="en-US" sz="1100">
                <a:solidFill>
                  <a:srgbClr val="FFFFFF"/>
                </a:solidFill>
              </a:rPr>
              <a:t>Asset Selector</a:t>
            </a:r>
          </a:p>
        </p:txBody>
      </p:sp>
      <p:cxnSp>
        <p:nvCxnSpPr>
          <p:cNvPr id="141" name="Straight Arrow Connector 140">
            <a:extLst>
              <a:ext uri="{FF2B5EF4-FFF2-40B4-BE49-F238E27FC236}">
                <a16:creationId xmlns:a16="http://schemas.microsoft.com/office/drawing/2014/main" id="{35DBC076-AE98-AE49-B00A-E84E15DEF158}"/>
              </a:ext>
            </a:extLst>
          </p:cNvPr>
          <p:cNvCxnSpPr>
            <a:cxnSpLocks/>
          </p:cNvCxnSpPr>
          <p:nvPr/>
        </p:nvCxnSpPr>
        <p:spPr>
          <a:xfrm>
            <a:off x="9507065" y="3829338"/>
            <a:ext cx="206767"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3AB64FF-267A-4940-A137-CD116A41CF31}"/>
              </a:ext>
            </a:extLst>
          </p:cNvPr>
          <p:cNvCxnSpPr>
            <a:cxnSpLocks/>
          </p:cNvCxnSpPr>
          <p:nvPr/>
        </p:nvCxnSpPr>
        <p:spPr>
          <a:xfrm>
            <a:off x="9507065" y="4345914"/>
            <a:ext cx="206767"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9CA517EF-14FB-BB4C-9A70-FA539686D63F}"/>
              </a:ext>
            </a:extLst>
          </p:cNvPr>
          <p:cNvCxnSpPr>
            <a:cxnSpLocks/>
          </p:cNvCxnSpPr>
          <p:nvPr/>
        </p:nvCxnSpPr>
        <p:spPr>
          <a:xfrm>
            <a:off x="5990027" y="3351382"/>
            <a:ext cx="3720677"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D538B742-B22A-8D40-B6CD-F04D103E87E0}"/>
              </a:ext>
            </a:extLst>
          </p:cNvPr>
          <p:cNvCxnSpPr>
            <a:cxnSpLocks/>
          </p:cNvCxnSpPr>
          <p:nvPr/>
        </p:nvCxnSpPr>
        <p:spPr>
          <a:xfrm flipV="1">
            <a:off x="5990027" y="2960836"/>
            <a:ext cx="3720677" cy="326513"/>
          </a:xfrm>
          <a:prstGeom prst="bentConnector3">
            <a:avLst>
              <a:gd name="adj1" fmla="val 69948"/>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45">
            <a:extLst>
              <a:ext uri="{FF2B5EF4-FFF2-40B4-BE49-F238E27FC236}">
                <a16:creationId xmlns:a16="http://schemas.microsoft.com/office/drawing/2014/main" id="{C4EBBAB0-E531-4444-A64E-2213812AF129}"/>
              </a:ext>
            </a:extLst>
          </p:cNvPr>
          <p:cNvCxnSpPr>
            <a:cxnSpLocks/>
            <a:endCxn id="126" idx="1"/>
          </p:cNvCxnSpPr>
          <p:nvPr/>
        </p:nvCxnSpPr>
        <p:spPr>
          <a:xfrm flipV="1">
            <a:off x="5990026" y="2447718"/>
            <a:ext cx="3727802" cy="767537"/>
          </a:xfrm>
          <a:prstGeom prst="bentConnector3">
            <a:avLst>
              <a:gd name="adj1" fmla="val 66247"/>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45">
            <a:extLst>
              <a:ext uri="{FF2B5EF4-FFF2-40B4-BE49-F238E27FC236}">
                <a16:creationId xmlns:a16="http://schemas.microsoft.com/office/drawing/2014/main" id="{3DB9BA1A-05DD-9E4A-9B72-81ABB641A5B5}"/>
              </a:ext>
            </a:extLst>
          </p:cNvPr>
          <p:cNvCxnSpPr>
            <a:cxnSpLocks/>
          </p:cNvCxnSpPr>
          <p:nvPr/>
        </p:nvCxnSpPr>
        <p:spPr>
          <a:xfrm flipV="1">
            <a:off x="5990026" y="2018511"/>
            <a:ext cx="3712078" cy="1118246"/>
          </a:xfrm>
          <a:prstGeom prst="bentConnector3">
            <a:avLst>
              <a:gd name="adj1" fmla="val 62796"/>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A6B00067-B68B-F241-8D22-6DE3B8B6E459}"/>
              </a:ext>
            </a:extLst>
          </p:cNvPr>
          <p:cNvCxnSpPr>
            <a:cxnSpLocks/>
            <a:stCxn id="123" idx="3"/>
            <a:endCxn id="64" idx="2"/>
          </p:cNvCxnSpPr>
          <p:nvPr/>
        </p:nvCxnSpPr>
        <p:spPr>
          <a:xfrm flipV="1">
            <a:off x="10895460" y="3162309"/>
            <a:ext cx="694871" cy="183136"/>
          </a:xfrm>
          <a:prstGeom prst="bentConnector2">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93" name="Rounded Rectangle 17">
            <a:extLst>
              <a:ext uri="{FF2B5EF4-FFF2-40B4-BE49-F238E27FC236}">
                <a16:creationId xmlns:a16="http://schemas.microsoft.com/office/drawing/2014/main" id="{649D3707-A447-C346-A587-31C3F1DDFD9B}"/>
              </a:ext>
            </a:extLst>
          </p:cNvPr>
          <p:cNvSpPr/>
          <p:nvPr/>
        </p:nvSpPr>
        <p:spPr>
          <a:xfrm>
            <a:off x="1162922" y="2513158"/>
            <a:ext cx="976088" cy="332979"/>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en-US" sz="800">
                <a:solidFill>
                  <a:srgbClr val="FFFFFF"/>
                </a:solidFill>
              </a:rPr>
              <a:t>AEM Desktop App</a:t>
            </a:r>
          </a:p>
        </p:txBody>
      </p:sp>
      <p:cxnSp>
        <p:nvCxnSpPr>
          <p:cNvPr id="194" name="Straight Arrow Connector 193">
            <a:extLst>
              <a:ext uri="{FF2B5EF4-FFF2-40B4-BE49-F238E27FC236}">
                <a16:creationId xmlns:a16="http://schemas.microsoft.com/office/drawing/2014/main" id="{55E8AFD5-3B69-FB42-B9BB-57744A9B72D0}"/>
              </a:ext>
            </a:extLst>
          </p:cNvPr>
          <p:cNvCxnSpPr>
            <a:cxnSpLocks/>
          </p:cNvCxnSpPr>
          <p:nvPr/>
        </p:nvCxnSpPr>
        <p:spPr>
          <a:xfrm rot="16200000" flipH="1">
            <a:off x="1939959" y="2908409"/>
            <a:ext cx="572274" cy="181598"/>
          </a:xfrm>
          <a:prstGeom prst="bentConnector3">
            <a:avLst>
              <a:gd name="adj1" fmla="val 1235"/>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3">
            <a:extLst>
              <a:ext uri="{FF2B5EF4-FFF2-40B4-BE49-F238E27FC236}">
                <a16:creationId xmlns:a16="http://schemas.microsoft.com/office/drawing/2014/main" id="{68A9554A-138E-DB4A-B537-9E031D30AB11}"/>
              </a:ext>
            </a:extLst>
          </p:cNvPr>
          <p:cNvCxnSpPr>
            <a:cxnSpLocks/>
          </p:cNvCxnSpPr>
          <p:nvPr/>
        </p:nvCxnSpPr>
        <p:spPr>
          <a:xfrm rot="16200000" flipH="1">
            <a:off x="1830432" y="2602938"/>
            <a:ext cx="1000050" cy="376638"/>
          </a:xfrm>
          <a:prstGeom prst="bentConnector3">
            <a:avLst>
              <a:gd name="adj1" fmla="val -468"/>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3">
            <a:extLst>
              <a:ext uri="{FF2B5EF4-FFF2-40B4-BE49-F238E27FC236}">
                <a16:creationId xmlns:a16="http://schemas.microsoft.com/office/drawing/2014/main" id="{047A011B-115C-CF4A-88F9-A64042CF866A}"/>
              </a:ext>
            </a:extLst>
          </p:cNvPr>
          <p:cNvCxnSpPr>
            <a:cxnSpLocks/>
            <a:stCxn id="99" idx="3"/>
          </p:cNvCxnSpPr>
          <p:nvPr/>
        </p:nvCxnSpPr>
        <p:spPr>
          <a:xfrm>
            <a:off x="2139011" y="1953448"/>
            <a:ext cx="581647" cy="1337834"/>
          </a:xfrm>
          <a:prstGeom prst="bentConnector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92" name="Rounded Rectangle 8">
            <a:extLst>
              <a:ext uri="{FF2B5EF4-FFF2-40B4-BE49-F238E27FC236}">
                <a16:creationId xmlns:a16="http://schemas.microsoft.com/office/drawing/2014/main" id="{B39E5154-1D33-7D44-B4D1-5A4761EF8258}"/>
              </a:ext>
            </a:extLst>
          </p:cNvPr>
          <p:cNvSpPr/>
          <p:nvPr/>
        </p:nvSpPr>
        <p:spPr>
          <a:xfrm>
            <a:off x="3402356" y="4862594"/>
            <a:ext cx="1395720" cy="411837"/>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000" dirty="0">
                <a:solidFill>
                  <a:srgbClr val="FFFFFF"/>
                </a:solidFill>
              </a:rPr>
              <a:t>Custom Components</a:t>
            </a:r>
          </a:p>
        </p:txBody>
      </p:sp>
      <p:cxnSp>
        <p:nvCxnSpPr>
          <p:cNvPr id="93" name="Straight Arrow Connector 92">
            <a:extLst>
              <a:ext uri="{FF2B5EF4-FFF2-40B4-BE49-F238E27FC236}">
                <a16:creationId xmlns:a16="http://schemas.microsoft.com/office/drawing/2014/main" id="{01DC5149-1276-D74F-BC9F-1EA86B0D238F}"/>
              </a:ext>
            </a:extLst>
          </p:cNvPr>
          <p:cNvCxnSpPr>
            <a:cxnSpLocks/>
            <a:stCxn id="81" idx="2"/>
            <a:endCxn id="92" idx="0"/>
          </p:cNvCxnSpPr>
          <p:nvPr/>
        </p:nvCxnSpPr>
        <p:spPr>
          <a:xfrm flipH="1">
            <a:off x="4100216" y="4578378"/>
            <a:ext cx="1134879" cy="28421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4A01E8D7-A277-DE46-A745-F8D27A676039}"/>
              </a:ext>
            </a:extLst>
          </p:cNvPr>
          <p:cNvSpPr/>
          <p:nvPr/>
        </p:nvSpPr>
        <p:spPr>
          <a:xfrm>
            <a:off x="3496862" y="5560832"/>
            <a:ext cx="1206708" cy="347830"/>
          </a:xfrm>
          <a:custGeom>
            <a:avLst/>
            <a:gdLst>
              <a:gd name="csX0" fmla="*/ 0 w 1206708"/>
              <a:gd name="csY0" fmla="*/ 0 h 347830"/>
              <a:gd name="csX1" fmla="*/ 426370 w 1206708"/>
              <a:gd name="csY1" fmla="*/ 0 h 347830"/>
              <a:gd name="csX2" fmla="*/ 840673 w 1206708"/>
              <a:gd name="csY2" fmla="*/ 0 h 347830"/>
              <a:gd name="csX3" fmla="*/ 1206708 w 1206708"/>
              <a:gd name="csY3" fmla="*/ 0 h 347830"/>
              <a:gd name="csX4" fmla="*/ 1206708 w 1206708"/>
              <a:gd name="csY4" fmla="*/ 347830 h 347830"/>
              <a:gd name="csX5" fmla="*/ 828606 w 1206708"/>
              <a:gd name="csY5" fmla="*/ 347830 h 347830"/>
              <a:gd name="csX6" fmla="*/ 426370 w 1206708"/>
              <a:gd name="csY6" fmla="*/ 347830 h 347830"/>
              <a:gd name="csX7" fmla="*/ 0 w 1206708"/>
              <a:gd name="csY7" fmla="*/ 347830 h 347830"/>
              <a:gd name="csX8" fmla="*/ 0 w 1206708"/>
              <a:gd name="csY8" fmla="*/ 0 h 347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06708" h="347830" fill="none" extrusionOk="0">
                <a:moveTo>
                  <a:pt x="0" y="0"/>
                </a:moveTo>
                <a:cubicBezTo>
                  <a:pt x="108029" y="-17667"/>
                  <a:pt x="214815" y="12359"/>
                  <a:pt x="426370" y="0"/>
                </a:cubicBezTo>
                <a:cubicBezTo>
                  <a:pt x="637925" y="-12359"/>
                  <a:pt x="722661" y="13169"/>
                  <a:pt x="840673" y="0"/>
                </a:cubicBezTo>
                <a:cubicBezTo>
                  <a:pt x="958685" y="-13169"/>
                  <a:pt x="1084106" y="33251"/>
                  <a:pt x="1206708" y="0"/>
                </a:cubicBezTo>
                <a:cubicBezTo>
                  <a:pt x="1217677" y="126730"/>
                  <a:pt x="1185631" y="254014"/>
                  <a:pt x="1206708" y="347830"/>
                </a:cubicBezTo>
                <a:cubicBezTo>
                  <a:pt x="1066283" y="389810"/>
                  <a:pt x="988706" y="308672"/>
                  <a:pt x="828606" y="347830"/>
                </a:cubicBezTo>
                <a:cubicBezTo>
                  <a:pt x="668506" y="386988"/>
                  <a:pt x="558211" y="327858"/>
                  <a:pt x="426370" y="347830"/>
                </a:cubicBezTo>
                <a:cubicBezTo>
                  <a:pt x="294529" y="367802"/>
                  <a:pt x="182172" y="331471"/>
                  <a:pt x="0" y="347830"/>
                </a:cubicBezTo>
                <a:cubicBezTo>
                  <a:pt x="-22550" y="270570"/>
                  <a:pt x="25063" y="135992"/>
                  <a:pt x="0" y="0"/>
                </a:cubicBezTo>
                <a:close/>
              </a:path>
              <a:path w="1206708" h="347830" stroke="0" extrusionOk="0">
                <a:moveTo>
                  <a:pt x="0" y="0"/>
                </a:moveTo>
                <a:cubicBezTo>
                  <a:pt x="172609" y="-42997"/>
                  <a:pt x="301344" y="37178"/>
                  <a:pt x="390169" y="0"/>
                </a:cubicBezTo>
                <a:cubicBezTo>
                  <a:pt x="478994" y="-37178"/>
                  <a:pt x="651128" y="39977"/>
                  <a:pt x="756204" y="0"/>
                </a:cubicBezTo>
                <a:cubicBezTo>
                  <a:pt x="861281" y="-39977"/>
                  <a:pt x="1098191" y="16337"/>
                  <a:pt x="1206708" y="0"/>
                </a:cubicBezTo>
                <a:cubicBezTo>
                  <a:pt x="1243972" y="105267"/>
                  <a:pt x="1197200" y="223355"/>
                  <a:pt x="1206708" y="347830"/>
                </a:cubicBezTo>
                <a:cubicBezTo>
                  <a:pt x="1053898" y="365467"/>
                  <a:pt x="905199" y="302577"/>
                  <a:pt x="828606" y="347830"/>
                </a:cubicBezTo>
                <a:cubicBezTo>
                  <a:pt x="752013" y="393083"/>
                  <a:pt x="546282" y="297127"/>
                  <a:pt x="402236" y="347830"/>
                </a:cubicBezTo>
                <a:cubicBezTo>
                  <a:pt x="258190" y="398533"/>
                  <a:pt x="89801" y="330712"/>
                  <a:pt x="0" y="347830"/>
                </a:cubicBezTo>
                <a:cubicBezTo>
                  <a:pt x="-20504" y="177201"/>
                  <a:pt x="4704" y="96965"/>
                  <a:pt x="0" y="0"/>
                </a:cubicBezTo>
                <a:close/>
              </a:path>
            </a:pathLst>
          </a:custGeom>
          <a:solidFill>
            <a:schemeClr val="bg1">
              <a:alpha val="53000"/>
            </a:schemeClr>
          </a:solidFill>
          <a:ln>
            <a:solidFill>
              <a:schemeClr val="tx1">
                <a:alpha val="56000"/>
              </a:schemeClr>
            </a:solidFill>
            <a:prstDash val="sys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alpha val="41058"/>
                  </a:sysClr>
                </a:solidFill>
              </a:rPr>
              <a:t>External Connection</a:t>
            </a:r>
          </a:p>
        </p:txBody>
      </p:sp>
      <p:cxnSp>
        <p:nvCxnSpPr>
          <p:cNvPr id="100" name="Straight Arrow Connector 99">
            <a:extLst>
              <a:ext uri="{FF2B5EF4-FFF2-40B4-BE49-F238E27FC236}">
                <a16:creationId xmlns:a16="http://schemas.microsoft.com/office/drawing/2014/main" id="{7746E7BD-C4E5-6E4F-B048-853BBC2A6FB4}"/>
              </a:ext>
            </a:extLst>
          </p:cNvPr>
          <p:cNvCxnSpPr>
            <a:cxnSpLocks/>
            <a:stCxn id="92" idx="2"/>
            <a:endCxn id="97" idx="0"/>
          </p:cNvCxnSpPr>
          <p:nvPr/>
        </p:nvCxnSpPr>
        <p:spPr>
          <a:xfrm>
            <a:off x="4100216" y="5274431"/>
            <a:ext cx="0" cy="286401"/>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691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8E56-2B79-4CBD-AD5D-4AC815BCBC3A}"/>
              </a:ext>
            </a:extLst>
          </p:cNvPr>
          <p:cNvSpPr>
            <a:spLocks noGrp="1"/>
          </p:cNvSpPr>
          <p:nvPr>
            <p:ph type="title"/>
          </p:nvPr>
        </p:nvSpPr>
        <p:spPr/>
        <p:txBody>
          <a:bodyPr/>
          <a:lstStyle/>
          <a:p>
            <a:r>
              <a:rPr lang="en-US" dirty="0"/>
              <a:t>Containerization</a:t>
            </a:r>
          </a:p>
        </p:txBody>
      </p:sp>
      <p:sp>
        <p:nvSpPr>
          <p:cNvPr id="3" name="Rounded Rectangle 27">
            <a:extLst>
              <a:ext uri="{FF2B5EF4-FFF2-40B4-BE49-F238E27FC236}">
                <a16:creationId xmlns:a16="http://schemas.microsoft.com/office/drawing/2014/main" id="{3A53CA27-6756-4D89-9E22-54661F7D0082}"/>
              </a:ext>
            </a:extLst>
          </p:cNvPr>
          <p:cNvSpPr/>
          <p:nvPr/>
        </p:nvSpPr>
        <p:spPr>
          <a:xfrm>
            <a:off x="3207091" y="1947938"/>
            <a:ext cx="5496841" cy="4036559"/>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Adobe Clean SemiLight"/>
                <a:ea typeface="+mn-ea"/>
                <a:cs typeface="+mn-cs"/>
              </a:rPr>
              <a:t>Orchestration Service</a:t>
            </a:r>
          </a:p>
        </p:txBody>
      </p:sp>
      <p:sp>
        <p:nvSpPr>
          <p:cNvPr id="4" name="Rounded Rectangle 1">
            <a:extLst>
              <a:ext uri="{FF2B5EF4-FFF2-40B4-BE49-F238E27FC236}">
                <a16:creationId xmlns:a16="http://schemas.microsoft.com/office/drawing/2014/main" id="{F7A5950C-4E3C-4C11-B4AE-4F73CB41105D}"/>
              </a:ext>
            </a:extLst>
          </p:cNvPr>
          <p:cNvSpPr/>
          <p:nvPr/>
        </p:nvSpPr>
        <p:spPr>
          <a:xfrm>
            <a:off x="3622616" y="3635544"/>
            <a:ext cx="4678399" cy="768727"/>
          </a:xfrm>
          <a:prstGeom prst="roundRect">
            <a:avLst>
              <a:gd name="adj" fmla="val 0"/>
            </a:avLst>
          </a:prstGeom>
          <a:solidFill>
            <a:schemeClr val="accent6">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Adobe Clean" panose="020B0503020404020204" pitchFamily="34" charset="0"/>
              </a:rPr>
              <a:t>Author Tier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dobe Clean" panose="020B0503020404020204" pitchFamily="34" charset="0"/>
              </a:rPr>
              <a:t>AEM Sites/Assets</a:t>
            </a:r>
          </a:p>
        </p:txBody>
      </p:sp>
      <p:sp>
        <p:nvSpPr>
          <p:cNvPr id="5" name="Rounded Rectangle 35">
            <a:extLst>
              <a:ext uri="{FF2B5EF4-FFF2-40B4-BE49-F238E27FC236}">
                <a16:creationId xmlns:a16="http://schemas.microsoft.com/office/drawing/2014/main" id="{AFB45040-8FDF-4CC9-A47D-DABE97DBE2B0}"/>
              </a:ext>
            </a:extLst>
          </p:cNvPr>
          <p:cNvSpPr/>
          <p:nvPr/>
        </p:nvSpPr>
        <p:spPr>
          <a:xfrm>
            <a:off x="6288487" y="3834886"/>
            <a:ext cx="914162"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Author</a:t>
            </a:r>
          </a:p>
        </p:txBody>
      </p:sp>
      <p:sp>
        <p:nvSpPr>
          <p:cNvPr id="6" name="Rounded Rectangle 4">
            <a:extLst>
              <a:ext uri="{FF2B5EF4-FFF2-40B4-BE49-F238E27FC236}">
                <a16:creationId xmlns:a16="http://schemas.microsoft.com/office/drawing/2014/main" id="{4293879D-8E4A-4C9B-877C-40A41AC6CDBA}"/>
              </a:ext>
            </a:extLst>
          </p:cNvPr>
          <p:cNvSpPr/>
          <p:nvPr/>
        </p:nvSpPr>
        <p:spPr>
          <a:xfrm>
            <a:off x="5334578" y="3840528"/>
            <a:ext cx="914162"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Author</a:t>
            </a:r>
          </a:p>
        </p:txBody>
      </p:sp>
      <p:sp>
        <p:nvSpPr>
          <p:cNvPr id="7" name="Rounded Rectangle 7">
            <a:extLst>
              <a:ext uri="{FF2B5EF4-FFF2-40B4-BE49-F238E27FC236}">
                <a16:creationId xmlns:a16="http://schemas.microsoft.com/office/drawing/2014/main" id="{2FCBF382-4443-45B3-9C4F-C679BDAB4160}"/>
              </a:ext>
            </a:extLst>
          </p:cNvPr>
          <p:cNvSpPr/>
          <p:nvPr/>
        </p:nvSpPr>
        <p:spPr>
          <a:xfrm>
            <a:off x="7242395" y="3825683"/>
            <a:ext cx="914162"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Author</a:t>
            </a:r>
          </a:p>
        </p:txBody>
      </p:sp>
      <p:sp>
        <p:nvSpPr>
          <p:cNvPr id="8" name="Rounded Rectangle 8">
            <a:extLst>
              <a:ext uri="{FF2B5EF4-FFF2-40B4-BE49-F238E27FC236}">
                <a16:creationId xmlns:a16="http://schemas.microsoft.com/office/drawing/2014/main" id="{7D4D651D-F1DB-436F-BD2F-886BD345B882}"/>
              </a:ext>
            </a:extLst>
          </p:cNvPr>
          <p:cNvSpPr/>
          <p:nvPr/>
        </p:nvSpPr>
        <p:spPr>
          <a:xfrm>
            <a:off x="8920287" y="4301090"/>
            <a:ext cx="2879664" cy="706323"/>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solidFill>
                  <a:srgbClr val="FFFFFF"/>
                </a:solidFill>
                <a:latin typeface="+mj-lt"/>
              </a:rPr>
              <a:t>Assets Compute Service</a:t>
            </a:r>
          </a:p>
          <a:p>
            <a:pPr algn="ctr"/>
            <a:r>
              <a:rPr lang="en-US" sz="1600" dirty="0">
                <a:solidFill>
                  <a:srgbClr val="FFFFFF"/>
                </a:solidFill>
                <a:latin typeface="+mj-lt"/>
              </a:rPr>
              <a:t>(Adobe I/O Runtime)</a:t>
            </a:r>
          </a:p>
        </p:txBody>
      </p:sp>
      <p:sp>
        <p:nvSpPr>
          <p:cNvPr id="9" name="Rounded Rectangle 9">
            <a:extLst>
              <a:ext uri="{FF2B5EF4-FFF2-40B4-BE49-F238E27FC236}">
                <a16:creationId xmlns:a16="http://schemas.microsoft.com/office/drawing/2014/main" id="{90A6CDFC-D610-466F-8F17-67D277EB9293}"/>
              </a:ext>
            </a:extLst>
          </p:cNvPr>
          <p:cNvSpPr/>
          <p:nvPr/>
        </p:nvSpPr>
        <p:spPr>
          <a:xfrm>
            <a:off x="122718" y="2422326"/>
            <a:ext cx="2864723" cy="548497"/>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solidFill>
                  <a:srgbClr val="FFFFFF"/>
                </a:solidFill>
                <a:latin typeface="+mj-lt"/>
              </a:rPr>
              <a:t>Replication Service</a:t>
            </a:r>
          </a:p>
          <a:p>
            <a:pPr algn="ctr"/>
            <a:r>
              <a:rPr lang="en-US" sz="1600" dirty="0">
                <a:solidFill>
                  <a:srgbClr val="FFFFFF"/>
                </a:solidFill>
                <a:latin typeface="+mj-lt"/>
              </a:rPr>
              <a:t>(Adobe Pipeline)</a:t>
            </a:r>
          </a:p>
        </p:txBody>
      </p:sp>
      <p:sp>
        <p:nvSpPr>
          <p:cNvPr id="10" name="Rounded Rectangle 10">
            <a:extLst>
              <a:ext uri="{FF2B5EF4-FFF2-40B4-BE49-F238E27FC236}">
                <a16:creationId xmlns:a16="http://schemas.microsoft.com/office/drawing/2014/main" id="{CA3D4046-4801-4444-A8B7-D3C954D2B928}"/>
              </a:ext>
            </a:extLst>
          </p:cNvPr>
          <p:cNvSpPr/>
          <p:nvPr/>
        </p:nvSpPr>
        <p:spPr>
          <a:xfrm>
            <a:off x="3645622" y="2357537"/>
            <a:ext cx="4678398" cy="1160032"/>
          </a:xfrm>
          <a:prstGeom prst="roundRect">
            <a:avLst>
              <a:gd name="adj" fmla="val 0"/>
            </a:avLst>
          </a:prstGeom>
          <a:solidFill>
            <a:schemeClr val="accent6">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Adobe Clean" panose="020B0503020404020204" pitchFamily="34" charset="0"/>
              </a:rPr>
              <a:t>Publish Tier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dobe Clean" panose="020B0503020404020204" pitchFamily="34" charset="0"/>
              </a:rPr>
              <a:t>AEM Sites</a:t>
            </a:r>
          </a:p>
        </p:txBody>
      </p:sp>
      <p:sp>
        <p:nvSpPr>
          <p:cNvPr id="11" name="Rounded Rectangle 11">
            <a:extLst>
              <a:ext uri="{FF2B5EF4-FFF2-40B4-BE49-F238E27FC236}">
                <a16:creationId xmlns:a16="http://schemas.microsoft.com/office/drawing/2014/main" id="{4F2F37C7-586D-49C5-AFAD-A9246F3BDA14}"/>
              </a:ext>
            </a:extLst>
          </p:cNvPr>
          <p:cNvSpPr/>
          <p:nvPr/>
        </p:nvSpPr>
        <p:spPr>
          <a:xfrm>
            <a:off x="5374572" y="2511135"/>
            <a:ext cx="1279827"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dobe Clean SemiLight"/>
                <a:ea typeface="+mn-ea"/>
                <a:cs typeface="+mn-cs"/>
              </a:rPr>
              <a:t>Dispatcher</a:t>
            </a:r>
          </a:p>
        </p:txBody>
      </p:sp>
      <p:sp>
        <p:nvSpPr>
          <p:cNvPr id="12" name="Rounded Rectangle 13">
            <a:extLst>
              <a:ext uri="{FF2B5EF4-FFF2-40B4-BE49-F238E27FC236}">
                <a16:creationId xmlns:a16="http://schemas.microsoft.com/office/drawing/2014/main" id="{CD2CE562-0ADB-4873-8658-F64A8AB21439}"/>
              </a:ext>
            </a:extLst>
          </p:cNvPr>
          <p:cNvSpPr/>
          <p:nvPr/>
        </p:nvSpPr>
        <p:spPr>
          <a:xfrm>
            <a:off x="6829039" y="3008424"/>
            <a:ext cx="1279827"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Publisher</a:t>
            </a:r>
          </a:p>
        </p:txBody>
      </p:sp>
      <p:sp>
        <p:nvSpPr>
          <p:cNvPr id="13" name="Rounded Rectangle 14">
            <a:extLst>
              <a:ext uri="{FF2B5EF4-FFF2-40B4-BE49-F238E27FC236}">
                <a16:creationId xmlns:a16="http://schemas.microsoft.com/office/drawing/2014/main" id="{2C126993-B81F-4122-8B7B-130C8A54494A}"/>
              </a:ext>
            </a:extLst>
          </p:cNvPr>
          <p:cNvSpPr/>
          <p:nvPr/>
        </p:nvSpPr>
        <p:spPr>
          <a:xfrm>
            <a:off x="3207090" y="1428387"/>
            <a:ext cx="5496841" cy="457081"/>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j-lt"/>
              </a:rPr>
              <a:t>CDN Service</a:t>
            </a:r>
          </a:p>
        </p:txBody>
      </p:sp>
      <p:sp>
        <p:nvSpPr>
          <p:cNvPr id="14" name="Rounded Rectangle 17">
            <a:extLst>
              <a:ext uri="{FF2B5EF4-FFF2-40B4-BE49-F238E27FC236}">
                <a16:creationId xmlns:a16="http://schemas.microsoft.com/office/drawing/2014/main" id="{F53A2C0C-71AB-43A1-8152-34330A7266A2}"/>
              </a:ext>
            </a:extLst>
          </p:cNvPr>
          <p:cNvSpPr/>
          <p:nvPr/>
        </p:nvSpPr>
        <p:spPr>
          <a:xfrm>
            <a:off x="137994" y="3498992"/>
            <a:ext cx="2834169" cy="548497"/>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solidFill>
                  <a:srgbClr val="FFFFFF"/>
                </a:solidFill>
                <a:latin typeface="+mj-lt"/>
              </a:rPr>
              <a:t>CI/CD Service</a:t>
            </a:r>
          </a:p>
        </p:txBody>
      </p:sp>
      <p:sp>
        <p:nvSpPr>
          <p:cNvPr id="15" name="Rounded Rectangle 21">
            <a:extLst>
              <a:ext uri="{FF2B5EF4-FFF2-40B4-BE49-F238E27FC236}">
                <a16:creationId xmlns:a16="http://schemas.microsoft.com/office/drawing/2014/main" id="{AC6F9CF4-0EB8-4727-8E34-65E89979DE5A}"/>
              </a:ext>
            </a:extLst>
          </p:cNvPr>
          <p:cNvSpPr/>
          <p:nvPr/>
        </p:nvSpPr>
        <p:spPr>
          <a:xfrm>
            <a:off x="126015" y="4569731"/>
            <a:ext cx="2864722" cy="548497"/>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solidFill>
                  <a:srgbClr val="FFFFFF"/>
                </a:solidFill>
                <a:latin typeface="+mj-lt"/>
              </a:rPr>
              <a:t>Identity Management Service</a:t>
            </a:r>
          </a:p>
        </p:txBody>
      </p:sp>
      <p:sp>
        <p:nvSpPr>
          <p:cNvPr id="16" name="Rounded Rectangle 22">
            <a:extLst>
              <a:ext uri="{FF2B5EF4-FFF2-40B4-BE49-F238E27FC236}">
                <a16:creationId xmlns:a16="http://schemas.microsoft.com/office/drawing/2014/main" id="{5F860FE5-ADDF-4CB2-97C6-A923BE386DC4}"/>
              </a:ext>
            </a:extLst>
          </p:cNvPr>
          <p:cNvSpPr/>
          <p:nvPr/>
        </p:nvSpPr>
        <p:spPr>
          <a:xfrm>
            <a:off x="3622618" y="4522244"/>
            <a:ext cx="4678398" cy="768727"/>
          </a:xfrm>
          <a:prstGeom prst="roundRect">
            <a:avLst>
              <a:gd name="adj" fmla="val 0"/>
            </a:avLst>
          </a:prstGeom>
          <a:solidFill>
            <a:schemeClr val="accent6">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Adobe Clean" panose="020B0503020404020204" pitchFamily="34" charset="0"/>
              </a:rPr>
              <a:t>Maintenance</a:t>
            </a:r>
          </a:p>
        </p:txBody>
      </p:sp>
      <p:sp>
        <p:nvSpPr>
          <p:cNvPr id="17" name="Rounded Rectangle 24">
            <a:extLst>
              <a:ext uri="{FF2B5EF4-FFF2-40B4-BE49-F238E27FC236}">
                <a16:creationId xmlns:a16="http://schemas.microsoft.com/office/drawing/2014/main" id="{35D1CED6-2AF2-498F-82B7-1CD5101F26D3}"/>
              </a:ext>
            </a:extLst>
          </p:cNvPr>
          <p:cNvSpPr/>
          <p:nvPr/>
        </p:nvSpPr>
        <p:spPr>
          <a:xfrm>
            <a:off x="5374572" y="4736934"/>
            <a:ext cx="1279827"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Job</a:t>
            </a:r>
          </a:p>
        </p:txBody>
      </p:sp>
      <p:sp>
        <p:nvSpPr>
          <p:cNvPr id="18" name="Rounded Rectangle 26">
            <a:extLst>
              <a:ext uri="{FF2B5EF4-FFF2-40B4-BE49-F238E27FC236}">
                <a16:creationId xmlns:a16="http://schemas.microsoft.com/office/drawing/2014/main" id="{FA41DAFD-0A83-4CAB-A969-C61FE3BAE10D}"/>
              </a:ext>
            </a:extLst>
          </p:cNvPr>
          <p:cNvSpPr/>
          <p:nvPr/>
        </p:nvSpPr>
        <p:spPr>
          <a:xfrm>
            <a:off x="6849674" y="4736934"/>
            <a:ext cx="1279827"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Job</a:t>
            </a:r>
          </a:p>
        </p:txBody>
      </p:sp>
      <p:sp>
        <p:nvSpPr>
          <p:cNvPr id="19" name="Rounded Rectangle 28">
            <a:extLst>
              <a:ext uri="{FF2B5EF4-FFF2-40B4-BE49-F238E27FC236}">
                <a16:creationId xmlns:a16="http://schemas.microsoft.com/office/drawing/2014/main" id="{AFB3E693-5928-4ADB-86F2-2E94D654F725}"/>
              </a:ext>
            </a:extLst>
          </p:cNvPr>
          <p:cNvSpPr/>
          <p:nvPr/>
        </p:nvSpPr>
        <p:spPr>
          <a:xfrm>
            <a:off x="9736188" y="240076"/>
            <a:ext cx="2072668" cy="365665"/>
          </a:xfrm>
          <a:prstGeom prst="roundRect">
            <a:avLst>
              <a:gd name="adj" fmla="val 0"/>
            </a:avLst>
          </a:prstGeom>
          <a:solidFill>
            <a:schemeClr val="accent6">
              <a:lumMod val="75000"/>
              <a:alpha val="9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dobe Clean" panose="020B0503020404020204" pitchFamily="34" charset="0"/>
              </a:rPr>
              <a:t>Per Environment</a:t>
            </a:r>
          </a:p>
        </p:txBody>
      </p:sp>
      <p:sp>
        <p:nvSpPr>
          <p:cNvPr id="20" name="Rounded Rectangle 29">
            <a:extLst>
              <a:ext uri="{FF2B5EF4-FFF2-40B4-BE49-F238E27FC236}">
                <a16:creationId xmlns:a16="http://schemas.microsoft.com/office/drawing/2014/main" id="{252FC630-CD32-4E78-8210-37E3F3AB46C1}"/>
              </a:ext>
            </a:extLst>
          </p:cNvPr>
          <p:cNvSpPr/>
          <p:nvPr/>
        </p:nvSpPr>
        <p:spPr>
          <a:xfrm>
            <a:off x="9736188" y="708706"/>
            <a:ext cx="2072668" cy="365665"/>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dobe Clean" panose="020B0503020404020204" pitchFamily="34" charset="0"/>
              </a:rPr>
              <a:t>Shared Service</a:t>
            </a:r>
          </a:p>
        </p:txBody>
      </p:sp>
      <p:sp>
        <p:nvSpPr>
          <p:cNvPr id="21" name="Rounded Rectangle 30">
            <a:extLst>
              <a:ext uri="{FF2B5EF4-FFF2-40B4-BE49-F238E27FC236}">
                <a16:creationId xmlns:a16="http://schemas.microsoft.com/office/drawing/2014/main" id="{38414B12-AA03-4030-A02C-130E02E7CE0B}"/>
              </a:ext>
            </a:extLst>
          </p:cNvPr>
          <p:cNvSpPr/>
          <p:nvPr/>
        </p:nvSpPr>
        <p:spPr>
          <a:xfrm>
            <a:off x="5374572" y="3001740"/>
            <a:ext cx="1279827"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Publisher</a:t>
            </a:r>
          </a:p>
        </p:txBody>
      </p:sp>
      <p:sp>
        <p:nvSpPr>
          <p:cNvPr id="22" name="Rounded Rectangle 31">
            <a:extLst>
              <a:ext uri="{FF2B5EF4-FFF2-40B4-BE49-F238E27FC236}">
                <a16:creationId xmlns:a16="http://schemas.microsoft.com/office/drawing/2014/main" id="{A3F4C7C9-C46B-4B92-B326-6D1D09FED5C1}"/>
              </a:ext>
            </a:extLst>
          </p:cNvPr>
          <p:cNvSpPr/>
          <p:nvPr/>
        </p:nvSpPr>
        <p:spPr>
          <a:xfrm>
            <a:off x="6829039" y="2511135"/>
            <a:ext cx="1279827" cy="365665"/>
          </a:xfrm>
          <a:prstGeom prst="roundRect">
            <a:avLst>
              <a:gd name="adj" fmla="val 0"/>
            </a:avLst>
          </a:prstGeom>
          <a:solidFill>
            <a:schemeClr val="bg1"/>
          </a:solidFill>
          <a:ln>
            <a:solidFill>
              <a:schemeClr val="bg1"/>
            </a:solidFill>
            <a:prstDash val="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rgbClr val="000000"/>
                </a:solidFill>
                <a:latin typeface="Adobe Clean SemiLight"/>
              </a:rPr>
              <a:t>Dispatcher</a:t>
            </a:r>
          </a:p>
        </p:txBody>
      </p:sp>
      <p:sp>
        <p:nvSpPr>
          <p:cNvPr id="23" name="Rounded Rectangle 32">
            <a:extLst>
              <a:ext uri="{FF2B5EF4-FFF2-40B4-BE49-F238E27FC236}">
                <a16:creationId xmlns:a16="http://schemas.microsoft.com/office/drawing/2014/main" id="{7C8F7AAA-C10A-45BA-8FF8-AD778AB24A02}"/>
              </a:ext>
            </a:extLst>
          </p:cNvPr>
          <p:cNvSpPr/>
          <p:nvPr/>
        </p:nvSpPr>
        <p:spPr>
          <a:xfrm>
            <a:off x="9736188" y="1170275"/>
            <a:ext cx="2072668" cy="365665"/>
          </a:xfrm>
          <a:prstGeom prst="roundRect">
            <a:avLst>
              <a:gd name="adj" fmla="val 0"/>
            </a:avLst>
          </a:prstGeom>
          <a:solidFill>
            <a:schemeClr val="bg1"/>
          </a:solidFill>
          <a:ln>
            <a:solidFill>
              <a:schemeClr val="tx2"/>
            </a:solidFill>
            <a:prstDash val="sysDash"/>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dobe Clean SemiLight"/>
                <a:ea typeface="+mn-ea"/>
                <a:cs typeface="+mn-cs"/>
              </a:rPr>
              <a:t>Containers</a:t>
            </a:r>
          </a:p>
        </p:txBody>
      </p:sp>
      <p:cxnSp>
        <p:nvCxnSpPr>
          <p:cNvPr id="24" name="Straight Connector 23">
            <a:extLst>
              <a:ext uri="{FF2B5EF4-FFF2-40B4-BE49-F238E27FC236}">
                <a16:creationId xmlns:a16="http://schemas.microsoft.com/office/drawing/2014/main" id="{1B0D64AB-8E7C-4421-818F-7886CEA3CBA3}"/>
              </a:ext>
            </a:extLst>
          </p:cNvPr>
          <p:cNvCxnSpPr>
            <a:stCxn id="11" idx="2"/>
            <a:endCxn id="21" idx="0"/>
          </p:cNvCxnSpPr>
          <p:nvPr/>
        </p:nvCxnSpPr>
        <p:spPr>
          <a:xfrm>
            <a:off x="6014486" y="2876800"/>
            <a:ext cx="0" cy="12494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654FBE9-FE24-4BCD-A1B2-99CCE85063EC}"/>
              </a:ext>
            </a:extLst>
          </p:cNvPr>
          <p:cNvCxnSpPr>
            <a:cxnSpLocks/>
            <a:endCxn id="12" idx="0"/>
          </p:cNvCxnSpPr>
          <p:nvPr/>
        </p:nvCxnSpPr>
        <p:spPr>
          <a:xfrm>
            <a:off x="7468953" y="2876801"/>
            <a:ext cx="0" cy="131623"/>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34">
            <a:extLst>
              <a:ext uri="{FF2B5EF4-FFF2-40B4-BE49-F238E27FC236}">
                <a16:creationId xmlns:a16="http://schemas.microsoft.com/office/drawing/2014/main" id="{3EF94C3C-4FB6-4A78-8414-26B4AD95485B}"/>
              </a:ext>
            </a:extLst>
          </p:cNvPr>
          <p:cNvSpPr/>
          <p:nvPr/>
        </p:nvSpPr>
        <p:spPr>
          <a:xfrm>
            <a:off x="8920287" y="5312527"/>
            <a:ext cx="2879663" cy="671970"/>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solidFill>
                  <a:srgbClr val="FFFFFF"/>
                </a:solidFill>
                <a:latin typeface="+mj-lt"/>
              </a:rPr>
              <a:t>Testing Service</a:t>
            </a:r>
          </a:p>
          <a:p>
            <a:pPr algn="ctr"/>
            <a:r>
              <a:rPr lang="en-US" sz="1600" dirty="0">
                <a:solidFill>
                  <a:srgbClr val="FFFFFF"/>
                </a:solidFill>
                <a:latin typeface="+mj-lt"/>
              </a:rPr>
              <a:t>(Adobe I/O Runtime)</a:t>
            </a:r>
          </a:p>
        </p:txBody>
      </p:sp>
      <p:grpSp>
        <p:nvGrpSpPr>
          <p:cNvPr id="27" name="Group 26">
            <a:extLst>
              <a:ext uri="{FF2B5EF4-FFF2-40B4-BE49-F238E27FC236}">
                <a16:creationId xmlns:a16="http://schemas.microsoft.com/office/drawing/2014/main" id="{D14820CD-52F4-4A71-82EE-D114BA7D3681}"/>
              </a:ext>
            </a:extLst>
          </p:cNvPr>
          <p:cNvGrpSpPr/>
          <p:nvPr/>
        </p:nvGrpSpPr>
        <p:grpSpPr>
          <a:xfrm>
            <a:off x="8920286" y="1947938"/>
            <a:ext cx="2879664" cy="2048038"/>
            <a:chOff x="8976258" y="2128841"/>
            <a:chExt cx="2879664" cy="2048038"/>
          </a:xfrm>
        </p:grpSpPr>
        <p:sp>
          <p:nvSpPr>
            <p:cNvPr id="28" name="Rounded Rectangle 18">
              <a:extLst>
                <a:ext uri="{FF2B5EF4-FFF2-40B4-BE49-F238E27FC236}">
                  <a16:creationId xmlns:a16="http://schemas.microsoft.com/office/drawing/2014/main" id="{EFCF163C-5CA3-4A5B-BA62-921E1E1EE64E}"/>
                </a:ext>
              </a:extLst>
            </p:cNvPr>
            <p:cNvSpPr/>
            <p:nvPr/>
          </p:nvSpPr>
          <p:spPr>
            <a:xfrm>
              <a:off x="8976258" y="2128841"/>
              <a:ext cx="2879664" cy="2048038"/>
            </a:xfrm>
            <a:prstGeom prst="roundRect">
              <a:avLst>
                <a:gd name="adj" fmla="val 0"/>
              </a:avLst>
            </a:prstGeom>
            <a:solidFill>
              <a:schemeClr val="bg1">
                <a:lumMod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en-US" sz="1600" dirty="0">
                  <a:solidFill>
                    <a:srgbClr val="FFFFFF"/>
                  </a:solidFill>
                  <a:latin typeface="+mj-lt"/>
                </a:rPr>
                <a:t>Content Repository Service</a:t>
              </a:r>
            </a:p>
          </p:txBody>
        </p:sp>
        <p:sp>
          <p:nvSpPr>
            <p:cNvPr id="29" name="Rounded Rectangle 19">
              <a:extLst>
                <a:ext uri="{FF2B5EF4-FFF2-40B4-BE49-F238E27FC236}">
                  <a16:creationId xmlns:a16="http://schemas.microsoft.com/office/drawing/2014/main" id="{47A415BE-4DE1-4CE1-BF97-F70385250780}"/>
                </a:ext>
              </a:extLst>
            </p:cNvPr>
            <p:cNvSpPr/>
            <p:nvPr/>
          </p:nvSpPr>
          <p:spPr>
            <a:xfrm>
              <a:off x="9379756" y="3635542"/>
              <a:ext cx="2072668" cy="345034"/>
            </a:xfrm>
            <a:prstGeom prst="roundRect">
              <a:avLst>
                <a:gd name="adj" fmla="val 0"/>
              </a:avLst>
            </a:prstGeom>
            <a:solidFill>
              <a:schemeClr val="accent6">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en-US" sz="1600" dirty="0">
                  <a:solidFill>
                    <a:srgbClr val="FFFFFF"/>
                  </a:solidFill>
                  <a:latin typeface="+mj-lt"/>
                </a:rPr>
                <a:t>Blobs (Shared)</a:t>
              </a:r>
            </a:p>
          </p:txBody>
        </p:sp>
        <p:sp>
          <p:nvSpPr>
            <p:cNvPr id="30" name="Rounded Rectangle 20">
              <a:extLst>
                <a:ext uri="{FF2B5EF4-FFF2-40B4-BE49-F238E27FC236}">
                  <a16:creationId xmlns:a16="http://schemas.microsoft.com/office/drawing/2014/main" id="{29708A5E-FEA5-4E8F-A132-9580929B8E5F}"/>
                </a:ext>
              </a:extLst>
            </p:cNvPr>
            <p:cNvSpPr/>
            <p:nvPr/>
          </p:nvSpPr>
          <p:spPr>
            <a:xfrm>
              <a:off x="9379756" y="3152858"/>
              <a:ext cx="2072668" cy="345034"/>
            </a:xfrm>
            <a:prstGeom prst="roundRect">
              <a:avLst>
                <a:gd name="adj" fmla="val 0"/>
              </a:avLst>
            </a:prstGeom>
            <a:solidFill>
              <a:schemeClr val="accent6">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en-US" sz="1600" dirty="0">
                  <a:solidFill>
                    <a:srgbClr val="FFFFFF"/>
                  </a:solidFill>
                  <a:latin typeface="+mj-lt"/>
                </a:rPr>
                <a:t>Nodes (Author)</a:t>
              </a:r>
            </a:p>
          </p:txBody>
        </p:sp>
        <p:sp>
          <p:nvSpPr>
            <p:cNvPr id="31" name="Rounded Rectangle 36">
              <a:extLst>
                <a:ext uri="{FF2B5EF4-FFF2-40B4-BE49-F238E27FC236}">
                  <a16:creationId xmlns:a16="http://schemas.microsoft.com/office/drawing/2014/main" id="{346FF9A6-1008-4524-9C55-73AD1F5BBFEE}"/>
                </a:ext>
              </a:extLst>
            </p:cNvPr>
            <p:cNvSpPr/>
            <p:nvPr/>
          </p:nvSpPr>
          <p:spPr>
            <a:xfrm>
              <a:off x="9372284" y="2670174"/>
              <a:ext cx="2072668" cy="345034"/>
            </a:xfrm>
            <a:prstGeom prst="roundRect">
              <a:avLst>
                <a:gd name="adj" fmla="val 0"/>
              </a:avLst>
            </a:prstGeom>
            <a:solidFill>
              <a:schemeClr val="accent6">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en-US" sz="1600" dirty="0">
                  <a:solidFill>
                    <a:srgbClr val="FFFFFF"/>
                  </a:solidFill>
                  <a:latin typeface="+mj-lt"/>
                </a:rPr>
                <a:t>Nodes (Publish)</a:t>
              </a:r>
            </a:p>
          </p:txBody>
        </p:sp>
      </p:grpSp>
    </p:spTree>
    <p:extLst>
      <p:ext uri="{BB962C8B-B14F-4D97-AF65-F5344CB8AC3E}">
        <p14:creationId xmlns:p14="http://schemas.microsoft.com/office/powerpoint/2010/main" val="2340558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F088A8-B4C3-448C-B251-C3EFB63649FF}"/>
              </a:ext>
            </a:extLst>
          </p:cNvPr>
          <p:cNvSpPr/>
          <p:nvPr/>
        </p:nvSpPr>
        <p:spPr>
          <a:xfrm>
            <a:off x="9055" y="902090"/>
            <a:ext cx="12192000" cy="5546836"/>
          </a:xfrm>
          <a:prstGeom prst="rect">
            <a:avLst/>
          </a:prstGeom>
          <a:solidFill>
            <a:srgbClr val="F4F6F8"/>
          </a:solidFill>
          <a:ln w="25400" cap="flat" cmpd="sng" algn="ctr">
            <a:noFill/>
            <a:prstDash val="solid"/>
          </a:ln>
          <a:effectLst>
            <a:outerShdw blurRad="50800" dist="38100" dir="2700000" algn="tl" rotWithShape="0">
              <a:prstClr val="black">
                <a:alpha val="10000"/>
              </a:prstClr>
            </a:outerShdw>
          </a:effectLst>
        </p:spPr>
        <p:txBody>
          <a:bodyPr rtlCol="0" anchor="ctr"/>
          <a:lstStyle/>
          <a:p>
            <a:pPr marL="0" marR="0" lvl="0" indent="0" algn="ctr" defTabSz="593994" rtl="0" eaLnBrk="1" fontAlgn="auto" latinLnBrk="0" hangingPunct="1">
              <a:lnSpc>
                <a:spcPct val="100000"/>
              </a:lnSpc>
              <a:spcBef>
                <a:spcPts val="0"/>
              </a:spcBef>
              <a:spcAft>
                <a:spcPts val="0"/>
              </a:spcAft>
              <a:buClrTx/>
              <a:buSzTx/>
              <a:buFontTx/>
              <a:buNone/>
              <a:tabLst/>
              <a:defRPr/>
            </a:pPr>
            <a:endParaRPr kumimoji="0" lang="en-US" sz="1169" b="0" i="0" u="none" strike="noStrike" kern="0" cap="none" spc="0" normalizeH="0" baseline="0" noProof="0">
              <a:ln>
                <a:noFill/>
              </a:ln>
              <a:solidFill>
                <a:srgbClr val="FFFFFF"/>
              </a:solidFill>
              <a:effectLst/>
              <a:uLnTx/>
              <a:uFillTx/>
              <a:latin typeface="Adobe Clean SemiLight" panose="020B0403020404020204" pitchFamily="34" charset="0"/>
              <a:ea typeface="+mn-ea"/>
              <a:cs typeface="+mn-cs"/>
            </a:endParaRPr>
          </a:p>
        </p:txBody>
      </p:sp>
      <p:sp>
        <p:nvSpPr>
          <p:cNvPr id="2" name="Title 1">
            <a:extLst>
              <a:ext uri="{FF2B5EF4-FFF2-40B4-BE49-F238E27FC236}">
                <a16:creationId xmlns:a16="http://schemas.microsoft.com/office/drawing/2014/main" id="{DFEBA7DB-873F-4303-A73F-DFBE92A76441}"/>
              </a:ext>
            </a:extLst>
          </p:cNvPr>
          <p:cNvSpPr>
            <a:spLocks noGrp="1"/>
          </p:cNvSpPr>
          <p:nvPr>
            <p:ph type="title"/>
          </p:nvPr>
        </p:nvSpPr>
        <p:spPr/>
        <p:txBody>
          <a:bodyPr/>
          <a:lstStyle/>
          <a:p>
            <a:r>
              <a:rPr lang="en-US" dirty="0"/>
              <a:t>Forrester Wave for Agile Content Management Systems, 2021</a:t>
            </a:r>
          </a:p>
        </p:txBody>
      </p:sp>
      <p:sp>
        <p:nvSpPr>
          <p:cNvPr id="7" name="TextBox 6">
            <a:extLst>
              <a:ext uri="{FF2B5EF4-FFF2-40B4-BE49-F238E27FC236}">
                <a16:creationId xmlns:a16="http://schemas.microsoft.com/office/drawing/2014/main" id="{794E9AF1-B3A9-410C-9FC0-E5FEC9A22542}"/>
              </a:ext>
            </a:extLst>
          </p:cNvPr>
          <p:cNvSpPr txBox="1"/>
          <p:nvPr/>
        </p:nvSpPr>
        <p:spPr>
          <a:xfrm>
            <a:off x="735409" y="1168740"/>
            <a:ext cx="5575450" cy="45858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C2C2C"/>
                </a:solidFill>
                <a:effectLst/>
                <a:uLnTx/>
                <a:uFillTx/>
                <a:latin typeface="Adobe Clean SemiLight"/>
                <a:ea typeface="+mn-ea"/>
                <a:cs typeface="+mn-cs"/>
              </a:rPr>
              <a:t>Adobe received the highest score of all participating vendors for both “current offering” and for “strategy”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2C2C2C"/>
              </a:solidFill>
              <a:effectLst/>
              <a:uLnTx/>
              <a:uFillTx/>
              <a:latin typeface="Adobe Clean Semi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C2C2C"/>
                </a:solidFill>
                <a:effectLst/>
                <a:uLnTx/>
                <a:uFillTx/>
                <a:latin typeface="Adobe Clean SemiLight"/>
                <a:ea typeface="+mn-ea"/>
                <a:cs typeface="+mn-cs"/>
              </a:rPr>
              <a:t>Strengths noted:</a:t>
            </a:r>
          </a:p>
          <a:p>
            <a:pPr marL="742950" marR="0" lvl="1"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Strong vision and solid community and collaboration capabilities</a:t>
            </a:r>
          </a:p>
          <a:p>
            <a:pPr marL="742950" marR="0" lvl="1"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Personalization and metadata capabilities bolstered by AI</a:t>
            </a:r>
          </a:p>
          <a:p>
            <a:pPr marL="742950" marR="0" lvl="1"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Powerful ecosystem due to suite of technologies, including creative, analytics, and commerce</a:t>
            </a:r>
          </a:p>
          <a:p>
            <a:pPr marL="742950" marR="0" lvl="1"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Highest scores* for the following:</a:t>
            </a:r>
          </a:p>
          <a:p>
            <a:pPr marL="1657350" marR="0" lvl="3"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Community and market approach</a:t>
            </a:r>
          </a:p>
          <a:p>
            <a:pPr marL="1657350" marR="0" lvl="3"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Content Services</a:t>
            </a:r>
          </a:p>
          <a:p>
            <a:pPr marL="1657350" marR="0" lvl="3" indent="-285750" algn="l" defTabSz="914400" rtl="0" eaLnBrk="1" fontAlgn="auto" latinLnBrk="0" hangingPunct="1">
              <a:lnSpc>
                <a:spcPct val="100000"/>
              </a:lnSpc>
              <a:spcBef>
                <a:spcPts val="0"/>
              </a:spcBef>
              <a:spcAft>
                <a:spcPts val="0"/>
              </a:spcAft>
              <a:buClrTx/>
              <a:buSzPct val="80000"/>
              <a:buFont typeface="Arial" panose="020B0604020202020204" pitchFamily="34" charset="0"/>
              <a:buChar char="•"/>
              <a:tabLst/>
              <a:defRPr/>
            </a:pPr>
            <a:r>
              <a:rPr kumimoji="0" lang="en-US" sz="1800" b="0" i="0" u="none" strike="noStrike" kern="1200" cap="none" spc="0" normalizeH="0" baseline="0" noProof="0" dirty="0">
                <a:ln>
                  <a:noFill/>
                </a:ln>
                <a:solidFill>
                  <a:srgbClr val="2C2C2C"/>
                </a:solidFill>
                <a:effectLst/>
                <a:uLnTx/>
                <a:uFillTx/>
                <a:latin typeface="Adobe Clean SemiLight"/>
                <a:ea typeface="+mn-ea"/>
                <a:cs typeface="+mn-cs"/>
              </a:rPr>
              <a:t>Vision</a:t>
            </a:r>
          </a:p>
        </p:txBody>
      </p:sp>
      <p:sp>
        <p:nvSpPr>
          <p:cNvPr id="9" name="Rectangle 8">
            <a:extLst>
              <a:ext uri="{FF2B5EF4-FFF2-40B4-BE49-F238E27FC236}">
                <a16:creationId xmlns:a16="http://schemas.microsoft.com/office/drawing/2014/main" id="{8B052325-F7B6-462F-AB89-1084F3923287}"/>
              </a:ext>
            </a:extLst>
          </p:cNvPr>
          <p:cNvSpPr/>
          <p:nvPr/>
        </p:nvSpPr>
        <p:spPr>
          <a:xfrm>
            <a:off x="766693" y="6030323"/>
            <a:ext cx="509035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C2C2C"/>
                </a:solidFill>
                <a:effectLst/>
                <a:uLnTx/>
                <a:uFillTx/>
                <a:latin typeface="Adobe Clean SemiLight"/>
                <a:ea typeface="+mn-ea"/>
                <a:cs typeface="+mn-cs"/>
              </a:rPr>
              <a:t>* Based on scores published in Forrester’s Agile CMS Wave 2021 Scorecards (on scale of 1-5)</a:t>
            </a:r>
          </a:p>
        </p:txBody>
      </p:sp>
      <p:pic>
        <p:nvPicPr>
          <p:cNvPr id="5" name="Picture 4">
            <a:extLst>
              <a:ext uri="{FF2B5EF4-FFF2-40B4-BE49-F238E27FC236}">
                <a16:creationId xmlns:a16="http://schemas.microsoft.com/office/drawing/2014/main" id="{C5321D21-EF5E-44B6-9A30-1830C6DD2282}"/>
              </a:ext>
            </a:extLst>
          </p:cNvPr>
          <p:cNvPicPr>
            <a:picLocks noChangeAspect="1"/>
          </p:cNvPicPr>
          <p:nvPr/>
        </p:nvPicPr>
        <p:blipFill rotWithShape="1">
          <a:blip r:embed="rId2"/>
          <a:srcRect t="17389"/>
          <a:stretch/>
        </p:blipFill>
        <p:spPr>
          <a:xfrm>
            <a:off x="6779743" y="964660"/>
            <a:ext cx="4952427" cy="5421695"/>
          </a:xfrm>
          <a:prstGeom prst="rect">
            <a:avLst/>
          </a:prstGeom>
        </p:spPr>
      </p:pic>
    </p:spTree>
    <p:extLst>
      <p:ext uri="{BB962C8B-B14F-4D97-AF65-F5344CB8AC3E}">
        <p14:creationId xmlns:p14="http://schemas.microsoft.com/office/powerpoint/2010/main" val="3580434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589" y="779318"/>
            <a:ext cx="12188825" cy="6078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dobe Clean"/>
            </a:endParaRPr>
          </a:p>
        </p:txBody>
      </p:sp>
      <p:sp>
        <p:nvSpPr>
          <p:cNvPr id="2" name="Title 1"/>
          <p:cNvSpPr>
            <a:spLocks noGrp="1"/>
          </p:cNvSpPr>
          <p:nvPr>
            <p:ph type="title"/>
          </p:nvPr>
        </p:nvSpPr>
        <p:spPr/>
        <p:txBody>
          <a:bodyPr>
            <a:normAutofit fontScale="90000"/>
          </a:bodyPr>
          <a:lstStyle/>
          <a:p>
            <a:r>
              <a:rPr lang="en-US" dirty="0"/>
              <a:t>Growing Leadership Position in Gartner Digital Marketing Hubs	</a:t>
            </a:r>
          </a:p>
        </p:txBody>
      </p:sp>
      <p:sp>
        <p:nvSpPr>
          <p:cNvPr id="4" name="Slide Number Placeholder 3"/>
          <p:cNvSpPr>
            <a:spLocks noGrp="1"/>
          </p:cNvSpPr>
          <p:nvPr>
            <p:ph type="sldNum" sz="quarter" idx="4294967295"/>
          </p:nvPr>
        </p:nvSpPr>
        <p:spPr>
          <a:xfrm>
            <a:off x="5588134" y="6477000"/>
            <a:ext cx="1015735" cy="168274"/>
          </a:xfrm>
          <a:prstGeom prst="rect">
            <a:avLst/>
          </a:prstGeom>
        </p:spPr>
        <p:txBody>
          <a:bodyPr/>
          <a:lstStyle/>
          <a:p>
            <a:pPr algn="ctr"/>
            <a:fld id="{90156F56-D5AE-4C6F-B826-C69D1BC521BB}" type="slidenum">
              <a:rPr lang="en-US">
                <a:solidFill>
                  <a:prstClr val="white"/>
                </a:solidFill>
                <a:latin typeface="Adobe Clean"/>
              </a:rPr>
              <a:pPr algn="ctr"/>
              <a:t>21</a:t>
            </a:fld>
            <a:endParaRPr lang="en-US" dirty="0">
              <a:solidFill>
                <a:prstClr val="white"/>
              </a:solidFill>
              <a:latin typeface="Adobe Cle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1677" y="1237545"/>
            <a:ext cx="4420756" cy="4911951"/>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8669" y="1261602"/>
            <a:ext cx="4672584" cy="4811268"/>
          </a:xfrm>
          <a:prstGeom prst="rect">
            <a:avLst/>
          </a:prstGeom>
        </p:spPr>
      </p:pic>
      <p:sp>
        <p:nvSpPr>
          <p:cNvPr id="10" name="Oval 9"/>
          <p:cNvSpPr/>
          <p:nvPr/>
        </p:nvSpPr>
        <p:spPr>
          <a:xfrm>
            <a:off x="10025350" y="2867891"/>
            <a:ext cx="529936" cy="415636"/>
          </a:xfrm>
          <a:prstGeom prst="ellipse">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0000"/>
              </a:solidFill>
              <a:latin typeface="Adobe Clean"/>
            </a:endParaRPr>
          </a:p>
        </p:txBody>
      </p:sp>
      <p:sp>
        <p:nvSpPr>
          <p:cNvPr id="12" name="Oval 11"/>
          <p:cNvSpPr/>
          <p:nvPr/>
        </p:nvSpPr>
        <p:spPr>
          <a:xfrm>
            <a:off x="3913764" y="2802516"/>
            <a:ext cx="529936" cy="415636"/>
          </a:xfrm>
          <a:prstGeom prst="ellipse">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0000"/>
              </a:solidFill>
              <a:latin typeface="Adobe Clean"/>
            </a:endParaRPr>
          </a:p>
        </p:txBody>
      </p:sp>
    </p:spTree>
    <p:extLst>
      <p:ext uri="{BB962C8B-B14F-4D97-AF65-F5344CB8AC3E}">
        <p14:creationId xmlns:p14="http://schemas.microsoft.com/office/powerpoint/2010/main" val="580593159"/>
      </p:ext>
    </p:extLst>
  </p:cSld>
  <p:clrMapOvr>
    <a:masterClrMapping/>
  </p:clrMapOvr>
  <p:transition>
    <p:fade/>
  </p:transition>
</p:sld>
</file>

<file path=ppt/theme/theme1.xml><?xml version="1.0" encoding="utf-8"?>
<a:theme xmlns:a="http://schemas.openxmlformats.org/drawingml/2006/main" name="Adobe Corporate Master 2020">
  <a:themeElements>
    <a:clrScheme name="Adobe Template 2020 v03">
      <a:dk1>
        <a:srgbClr val="000000"/>
      </a:dk1>
      <a:lt1>
        <a:srgbClr val="FFFFFF"/>
      </a:lt1>
      <a:dk2>
        <a:srgbClr val="2C2C2C"/>
      </a:dk2>
      <a:lt2>
        <a:srgbClr val="B3B3B3"/>
      </a:lt2>
      <a:accent1>
        <a:srgbClr val="49DE51"/>
      </a:accent1>
      <a:accent2>
        <a:srgbClr val="308FFF"/>
      </a:accent2>
      <a:accent3>
        <a:srgbClr val="FF51F5"/>
      </a:accent3>
      <a:accent4>
        <a:srgbClr val="FF9900"/>
      </a:accent4>
      <a:accent5>
        <a:srgbClr val="FFD11F"/>
      </a:accent5>
      <a:accent6>
        <a:srgbClr val="FA0F00"/>
      </a:accent6>
      <a:hlink>
        <a:srgbClr val="5F5F5F"/>
      </a:hlink>
      <a:folHlink>
        <a:srgbClr val="919191"/>
      </a:folHlink>
    </a:clrScheme>
    <a:fontScheme name="Adobe PPT Font Set 2020">
      <a:majorFont>
        <a:latin typeface="Adobe Clean ExtraBold"/>
        <a:ea typeface=""/>
        <a:cs typeface=""/>
      </a:majorFont>
      <a:minorFont>
        <a:latin typeface="Adobe Clean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8738535A-A525-1648-A667-C0EACF8A2805}" vid="{9BF90986-10D5-3047-9056-B5C369F8E39E}"/>
    </a:ext>
  </a:extLst>
</a:theme>
</file>

<file path=ppt/theme/theme2.xml><?xml version="1.0" encoding="utf-8"?>
<a:theme xmlns:a="http://schemas.openxmlformats.org/drawingml/2006/main" name="1_Adobe Corporate Master 2020">
  <a:themeElements>
    <a:clrScheme name="Adobe Template 2020 v03">
      <a:dk1>
        <a:srgbClr val="000000"/>
      </a:dk1>
      <a:lt1>
        <a:srgbClr val="FFFFFF"/>
      </a:lt1>
      <a:dk2>
        <a:srgbClr val="2C2C2C"/>
      </a:dk2>
      <a:lt2>
        <a:srgbClr val="B3B3B3"/>
      </a:lt2>
      <a:accent1>
        <a:srgbClr val="49DE51"/>
      </a:accent1>
      <a:accent2>
        <a:srgbClr val="308FFF"/>
      </a:accent2>
      <a:accent3>
        <a:srgbClr val="FF51F5"/>
      </a:accent3>
      <a:accent4>
        <a:srgbClr val="FF9900"/>
      </a:accent4>
      <a:accent5>
        <a:srgbClr val="FFD11F"/>
      </a:accent5>
      <a:accent6>
        <a:srgbClr val="FA0F00"/>
      </a:accent6>
      <a:hlink>
        <a:srgbClr val="5F5F5F"/>
      </a:hlink>
      <a:folHlink>
        <a:srgbClr val="919191"/>
      </a:folHlink>
    </a:clrScheme>
    <a:fontScheme name="Adobe PPT Font Set 2020">
      <a:majorFont>
        <a:latin typeface="Adobe Clean ExtraBold"/>
        <a:ea typeface=""/>
        <a:cs typeface=""/>
      </a:majorFont>
      <a:minorFont>
        <a:latin typeface="Adobe Clean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8738535A-A525-1648-A667-C0EACF8A2805}" vid="{9BF90986-10D5-3047-9056-B5C369F8E39E}"/>
    </a:ext>
  </a:extLst>
</a:theme>
</file>

<file path=ppt/theme/theme3.xml><?xml version="1.0" encoding="utf-8"?>
<a:theme xmlns:a="http://schemas.openxmlformats.org/drawingml/2006/main" name="Adobe Master Widescreen 2012a">
  <a:themeElements>
    <a:clrScheme name="Adobe 2009">
      <a:dk1>
        <a:srgbClr val="000000"/>
      </a:dk1>
      <a:lt1>
        <a:sysClr val="window" lastClr="FFFFFF"/>
      </a:lt1>
      <a:dk2>
        <a:srgbClr val="6B737B"/>
      </a:dk2>
      <a:lt2>
        <a:srgbClr val="DADDE0"/>
      </a:lt2>
      <a:accent1>
        <a:srgbClr val="C1D82F"/>
      </a:accent1>
      <a:accent2>
        <a:srgbClr val="00A4E4"/>
      </a:accent2>
      <a:accent3>
        <a:srgbClr val="8348B5"/>
      </a:accent3>
      <a:accent4>
        <a:srgbClr val="FBB034"/>
      </a:accent4>
      <a:accent5>
        <a:srgbClr val="FFDD00"/>
      </a:accent5>
      <a:accent6>
        <a:srgbClr val="FF0000"/>
      </a:accent6>
      <a:hlink>
        <a:srgbClr val="000000"/>
      </a:hlink>
      <a:folHlink>
        <a:srgbClr val="3F3F3F"/>
      </a:folHlink>
    </a:clrScheme>
    <a:fontScheme name="Adobe Clean 2009">
      <a:majorFont>
        <a:latin typeface="Adobe Clean"/>
        <a:ea typeface=""/>
        <a:cs typeface=""/>
      </a:majorFont>
      <a:minorFont>
        <a:latin typeface="Adobe Clean"/>
        <a:ea typeface=""/>
        <a:cs typeface=""/>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nSpc>
            <a:spcPct val="90000"/>
          </a:lnSpc>
          <a:defRPr dirty="0" smtClean="0">
            <a:latin typeface="Adobe Clean Light" panose="020B0303020404020204" pitchFamily="34"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21cec1b-8df2-449c-85c1-a24d608882e1" xsi:nil="true"/>
    <lcf76f155ced4ddcb4097134ff3c332f xmlns="be34aeaf-848d-48ce-9d05-a01e3f202675">
      <Terms xmlns="http://schemas.microsoft.com/office/infopath/2007/PartnerControls"/>
    </lcf76f155ced4ddcb4097134ff3c332f>
    <SolutionGrouping xmlns="be34aeaf-848d-48ce-9d05-a01e3f202675" xsi:nil="true"/>
    <WeekNumber_x002d_FastTrack xmlns="be34aeaf-848d-48ce-9d05-a01e3f202675" xsi:nil="true"/>
    <RecordingDate xmlns="be34aeaf-848d-48ce-9d05-a01e3f202675" xsi:nil="true"/>
    <Slides_x002f_Materials xmlns="be34aeaf-848d-48ce-9d05-a01e3f202675">
      <Url xsi:nil="true"/>
      <Description xsi:nil="true"/>
    </Slides_x002f_Materials>
    <PresentedBy xmlns="be34aeaf-848d-48ce-9d05-a01e3f202675">
      <UserInfo>
        <DisplayName/>
        <AccountId xsi:nil="true"/>
        <AccountType/>
      </UserInfo>
    </PresentedBy>
    <WorkfrontIssue xmlns="be34aeaf-848d-48ce-9d05-a01e3f202675">
      <Url xsi:nil="true"/>
      <Description xsi:nil="true"/>
    </WorkfrontIssue>
    <workfrontID xmlns="be34aeaf-848d-48ce-9d05-a01e3f202675" xsi:nil="true"/>
    <SharedWithUsers xmlns="c21cec1b-8df2-449c-85c1-a24d608882e1">
      <UserInfo>
        <DisplayName>Amy Pavia</DisplayName>
        <AccountId>5112</AccountId>
        <AccountType/>
      </UserInfo>
      <UserInfo>
        <DisplayName>Austin Griffith</DisplayName>
        <AccountId>12502</AccountId>
        <AccountType/>
      </UserInfo>
      <UserInfo>
        <DisplayName>Jasminder Singh</DisplayName>
        <AccountId>5478</AccountId>
        <AccountType/>
      </UserInfo>
      <UserInfo>
        <DisplayName>Steve Pelhan</DisplayName>
        <AccountId>7696</AccountId>
        <AccountType/>
      </UserInfo>
      <UserInfo>
        <DisplayName>Aditya Konidena</DisplayName>
        <AccountId>13651</AccountId>
        <AccountType/>
      </UserInfo>
      <UserInfo>
        <DisplayName>Riley Johnson</DisplayName>
        <AccountId>7622</AccountId>
        <AccountType/>
      </UserInfo>
      <UserInfo>
        <DisplayName>Vinay Kapadia</DisplayName>
        <AccountId>13652</AccountId>
        <AccountType/>
      </UserInfo>
      <UserInfo>
        <DisplayName>Emeel Mkary</DisplayName>
        <AccountId>4965</AccountId>
        <AccountType/>
      </UserInfo>
      <UserInfo>
        <DisplayName>Rezal Allam</DisplayName>
        <AccountId>13654</AccountId>
        <AccountType/>
      </UserInfo>
      <UserInfo>
        <DisplayName>Wasil Zafar</DisplayName>
        <AccountId>11272</AccountId>
        <AccountType/>
      </UserInfo>
      <UserInfo>
        <DisplayName>Jenn Reardon</DisplayName>
        <AccountId>10934</AccountId>
        <AccountType/>
      </UserInfo>
      <UserInfo>
        <DisplayName>Patrick O'Leary</DisplayName>
        <AccountId>13686</AccountId>
        <AccountType/>
      </UserInfo>
      <UserInfo>
        <DisplayName>Nitesh Kumar</DisplayName>
        <AccountId>13653</AccountId>
        <AccountType/>
      </UserInfo>
    </SharedWithUsers>
    <_Flow_SignoffStatus xmlns="be34aeaf-848d-48ce-9d05-a01e3f20267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23FDB1C00C69A4B80CF7F83911C3788" ma:contentTypeVersion="27" ma:contentTypeDescription="Create a new document." ma:contentTypeScope="" ma:versionID="070a756778c3cc7612c06bc5c7199e62">
  <xsd:schema xmlns:xsd="http://www.w3.org/2001/XMLSchema" xmlns:xs="http://www.w3.org/2001/XMLSchema" xmlns:p="http://schemas.microsoft.com/office/2006/metadata/properties" xmlns:ns2="be34aeaf-848d-48ce-9d05-a01e3f202675" xmlns:ns3="c21cec1b-8df2-449c-85c1-a24d608882e1" targetNamespace="http://schemas.microsoft.com/office/2006/metadata/properties" ma:root="true" ma:fieldsID="bf1b4b53e907d7d99bc1660b9b8d15ac" ns2:_="" ns3:_="">
    <xsd:import namespace="be34aeaf-848d-48ce-9d05-a01e3f202675"/>
    <xsd:import namespace="c21cec1b-8df2-449c-85c1-a24d608882e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PresentedBy" minOccurs="0"/>
                <xsd:element ref="ns2:SolutionGrouping" minOccurs="0"/>
                <xsd:element ref="ns2:WeekNumber_x002d_FastTrack" minOccurs="0"/>
                <xsd:element ref="ns2:RecordingDate" minOccurs="0"/>
                <xsd:element ref="ns2:Slides_x002f_Materials" minOccurs="0"/>
                <xsd:element ref="ns2:WorkfrontIssue" minOccurs="0"/>
                <xsd:element ref="ns2:workfrontID" minOccurs="0"/>
                <xsd:element ref="ns2:MediaServiceObjectDetectorVersions" minOccurs="0"/>
                <xsd:element ref="ns2:MediaServiceSearchProperties" minOccurs="0"/>
                <xsd:element ref="ns2:MediaServiceBillingMetadata"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4aeaf-848d-48ce-9d05-a01e3f2026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b1daa41-56b4-4620-81a0-b7316f7f93e2" ma:termSetId="09814cd3-568e-fe90-9814-8d621ff8fb84" ma:anchorId="fba54fb3-c3e1-fe81-a776-ca4b69148c4d" ma:open="true" ma:isKeyword="false">
      <xsd:complexType>
        <xsd:sequence>
          <xsd:element ref="pc:Terms" minOccurs="0" maxOccurs="1"/>
        </xsd:sequence>
      </xsd:complexType>
    </xsd:element>
    <xsd:element name="PresentedBy" ma:index="24" nillable="true" ma:displayName="Presented By" ma:format="Dropdown" ma:list="UserInfo" ma:SharePointGroup="0" ma:internalName="Presented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olutionGrouping" ma:index="25" nillable="true" ma:displayName="Solution Grouping" ma:format="Dropdown" ma:internalName="SolutionGrouping">
      <xsd:simpleType>
        <xsd:restriction base="dms:Text">
          <xsd:maxLength value="255"/>
        </xsd:restriction>
      </xsd:simpleType>
    </xsd:element>
    <xsd:element name="WeekNumber_x002d_FastTrack" ma:index="26" nillable="true" ma:displayName="Week Number - Fast Track" ma:format="Dropdown" ma:internalName="WeekNumber_x002d_FastTrack">
      <xsd:simpleType>
        <xsd:restriction base="dms:Text">
          <xsd:maxLength value="255"/>
        </xsd:restriction>
      </xsd:simpleType>
    </xsd:element>
    <xsd:element name="RecordingDate" ma:index="27" nillable="true" ma:displayName="Recording Date" ma:format="DateTime" ma:internalName="RecordingDate">
      <xsd:simpleType>
        <xsd:restriction base="dms:DateTime"/>
      </xsd:simpleType>
    </xsd:element>
    <xsd:element name="Slides_x002f_Materials" ma:index="28" nillable="true" ma:displayName="Slides/Materials" ma:description="Link to slides or other supporting materials" ma:format="Hyperlink" ma:internalName="Slides_x002f_Materials">
      <xsd:complexType>
        <xsd:complexContent>
          <xsd:extension base="dms:URL">
            <xsd:sequence>
              <xsd:element name="Url" type="dms:ValidUrl" minOccurs="0" nillable="true"/>
              <xsd:element name="Description" type="xsd:string" nillable="true"/>
            </xsd:sequence>
          </xsd:extension>
        </xsd:complexContent>
      </xsd:complexType>
    </xsd:element>
    <xsd:element name="WorkfrontIssue" ma:index="29" nillable="true" ma:displayName="Workfront Issue" ma:format="Hyperlink" ma:internalName="WorkfrontIssue">
      <xsd:complexType>
        <xsd:complexContent>
          <xsd:extension base="dms:URL">
            <xsd:sequence>
              <xsd:element name="Url" type="dms:ValidUrl" minOccurs="0" nillable="true"/>
              <xsd:element name="Description" type="xsd:string" nillable="true"/>
            </xsd:sequence>
          </xsd:extension>
        </xsd:complexContent>
      </xsd:complexType>
    </xsd:element>
    <xsd:element name="workfrontID" ma:index="30" nillable="true" ma:displayName="workfrontID" ma:format="Dropdown" ma:internalName="workfrontID">
      <xsd:simpleType>
        <xsd:restriction base="dms:Text">
          <xsd:maxLength value="255"/>
        </xsd:restriction>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element name="_Flow_SignoffStatus" ma:index="34"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21cec1b-8df2-449c-85c1-a24d608882e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3d4ea45-12ca-4870-82d3-4c9285b794bc}" ma:internalName="TaxCatchAll" ma:showField="CatchAllData" ma:web="c21cec1b-8df2-449c-85c1-a24d608882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E667C1-A369-4666-A65E-4B67BBAFF738}">
  <ds:schemaRefs>
    <ds:schemaRef ds:uri="http://schemas.microsoft.com/office/2006/metadata/properties"/>
    <ds:schemaRef ds:uri="http://schemas.microsoft.com/office/infopath/2007/PartnerControls"/>
    <ds:schemaRef ds:uri="c21cec1b-8df2-449c-85c1-a24d608882e1"/>
    <ds:schemaRef ds:uri="be34aeaf-848d-48ce-9d05-a01e3f202675"/>
  </ds:schemaRefs>
</ds:datastoreItem>
</file>

<file path=customXml/itemProps2.xml><?xml version="1.0" encoding="utf-8"?>
<ds:datastoreItem xmlns:ds="http://schemas.openxmlformats.org/officeDocument/2006/customXml" ds:itemID="{C6624766-1BCE-426E-A605-D6F6F0F41856}">
  <ds:schemaRefs>
    <ds:schemaRef ds:uri="http://schemas.microsoft.com/sharepoint/v3/contenttype/forms"/>
  </ds:schemaRefs>
</ds:datastoreItem>
</file>

<file path=customXml/itemProps3.xml><?xml version="1.0" encoding="utf-8"?>
<ds:datastoreItem xmlns:ds="http://schemas.openxmlformats.org/officeDocument/2006/customXml" ds:itemID="{9369C8B8-FD12-47CD-9BCE-1A6A58BA9E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34aeaf-848d-48ce-9d05-a01e3f202675"/>
    <ds:schemaRef ds:uri="c21cec1b-8df2-449c-85c1-a24d608882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335</TotalTime>
  <Words>1000</Words>
  <Application>Microsoft Office PowerPoint</Application>
  <PresentationFormat>Widescreen</PresentationFormat>
  <Paragraphs>276</Paragraphs>
  <Slides>21</Slides>
  <Notes>7</Notes>
  <HiddenSlides>0</HiddenSlides>
  <MMClips>0</MMClips>
  <ScaleCrop>false</ScaleCrop>
  <HeadingPairs>
    <vt:vector size="4" baseType="variant">
      <vt:variant>
        <vt:lpstr>Theme</vt:lpstr>
      </vt:variant>
      <vt:variant>
        <vt:i4>3</vt:i4>
      </vt:variant>
      <vt:variant>
        <vt:lpstr>Slide Titles</vt:lpstr>
      </vt:variant>
      <vt:variant>
        <vt:i4>21</vt:i4>
      </vt:variant>
    </vt:vector>
  </HeadingPairs>
  <TitlesOfParts>
    <vt:vector size="24" baseType="lpstr">
      <vt:lpstr>Adobe Corporate Master 2020</vt:lpstr>
      <vt:lpstr>1_Adobe Corporate Master 2020</vt:lpstr>
      <vt:lpstr>Adobe Master Widescreen 2012a</vt:lpstr>
      <vt:lpstr>OGEC Architecture Academy</vt:lpstr>
      <vt:lpstr>PowerPoint Presentation</vt:lpstr>
      <vt:lpstr>Adobe Experience Manager </vt:lpstr>
      <vt:lpstr>Adobe Experience Manager</vt:lpstr>
      <vt:lpstr>Day Software</vt:lpstr>
      <vt:lpstr>Re-architecting Web Content Management</vt:lpstr>
      <vt:lpstr>Content Standards</vt:lpstr>
      <vt:lpstr>Web Standards</vt:lpstr>
      <vt:lpstr>Open Agile Modern Standard</vt:lpstr>
      <vt:lpstr>Adobe Experience Manager</vt:lpstr>
      <vt:lpstr>Demo</vt:lpstr>
      <vt:lpstr>Architecture</vt:lpstr>
      <vt:lpstr>AEM Platform – Core Components</vt:lpstr>
      <vt:lpstr>Content Repository</vt:lpstr>
      <vt:lpstr>Instance Types – Building Blocks</vt:lpstr>
      <vt:lpstr>Example Physical Layout / Deployment</vt:lpstr>
      <vt:lpstr>Dispatcher</vt:lpstr>
      <vt:lpstr>AEM Enterprise Architecture</vt:lpstr>
      <vt:lpstr>Containerization</vt:lpstr>
      <vt:lpstr>Forrester Wave for Agile Content Management Systems, 2021</vt:lpstr>
      <vt:lpstr>Growing Leadership Position in Gartner Digital Marketing Hubs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Experience Manager</dc:title>
  <dc:creator>Steve Cherneff</dc:creator>
  <cp:lastModifiedBy>Steve Cherneff</cp:lastModifiedBy>
  <cp:revision>4</cp:revision>
  <dcterms:created xsi:type="dcterms:W3CDTF">2022-07-18T16:22:00Z</dcterms:created>
  <dcterms:modified xsi:type="dcterms:W3CDTF">2026-03-05T14:03:07Z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0x010100623FDB1C00C69A4B80CF7F83911C3788</vt:lpwstr>
  </property>
</Properties>
</file>