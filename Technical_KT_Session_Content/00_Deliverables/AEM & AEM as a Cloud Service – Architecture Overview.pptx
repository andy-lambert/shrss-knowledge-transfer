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7"/>
  </p:notesMasterIdLst>
  <p:sldIdLst>
    <p:sldId id="2147483315" r:id="rId5"/>
    <p:sldId id="2147483290" r:id="rId6"/>
    <p:sldId id="2147483249" r:id="rId7"/>
    <p:sldId id="2147483521" r:id="rId8"/>
    <p:sldId id="2147483448" r:id="rId9"/>
    <p:sldId id="259" r:id="rId10"/>
    <p:sldId id="260" r:id="rId11"/>
    <p:sldId id="261" r:id="rId12"/>
    <p:sldId id="2147472822" r:id="rId13"/>
    <p:sldId id="10959" r:id="rId14"/>
    <p:sldId id="263" r:id="rId15"/>
    <p:sldId id="264" r:id="rId16"/>
    <p:sldId id="265" r:id="rId17"/>
    <p:sldId id="10953" r:id="rId18"/>
    <p:sldId id="2147483436" r:id="rId19"/>
    <p:sldId id="2147483308" r:id="rId20"/>
    <p:sldId id="2147472784" r:id="rId21"/>
    <p:sldId id="2147472780" r:id="rId22"/>
    <p:sldId id="2147483437" r:id="rId23"/>
    <p:sldId id="2147472782" r:id="rId24"/>
    <p:sldId id="2147472783" r:id="rId25"/>
    <p:sldId id="2147483313" r:id="rId26"/>
    <p:sldId id="2147472802" r:id="rId27"/>
    <p:sldId id="2147483254" r:id="rId28"/>
    <p:sldId id="2147483317" r:id="rId29"/>
    <p:sldId id="2147483442" r:id="rId30"/>
    <p:sldId id="2147472823" r:id="rId31"/>
    <p:sldId id="2147483292" r:id="rId32"/>
    <p:sldId id="2147483296" r:id="rId33"/>
    <p:sldId id="2147483440" r:id="rId34"/>
    <p:sldId id="2147483298" r:id="rId35"/>
    <p:sldId id="2147483306" r:id="rId36"/>
    <p:sldId id="2147483438" r:id="rId37"/>
    <p:sldId id="2147483446" r:id="rId38"/>
    <p:sldId id="2147483522" r:id="rId39"/>
    <p:sldId id="2147472803" r:id="rId40"/>
    <p:sldId id="2147472824" r:id="rId41"/>
    <p:sldId id="2147483443" r:id="rId42"/>
    <p:sldId id="2147483316" r:id="rId43"/>
    <p:sldId id="2147483253" r:id="rId44"/>
    <p:sldId id="2147483293" r:id="rId45"/>
    <p:sldId id="2147483297" r:id="rId46"/>
    <p:sldId id="2147483441" r:id="rId47"/>
    <p:sldId id="2147483309" r:id="rId48"/>
    <p:sldId id="2147483310" r:id="rId49"/>
    <p:sldId id="2147483439" r:id="rId50"/>
    <p:sldId id="2147483447" r:id="rId51"/>
    <p:sldId id="2147472753" r:id="rId52"/>
    <p:sldId id="2147472754" r:id="rId53"/>
    <p:sldId id="2147472757" r:id="rId54"/>
    <p:sldId id="2147472760" r:id="rId55"/>
    <p:sldId id="2147483322" r:id="rId56"/>
    <p:sldId id="2147472763" r:id="rId57"/>
    <p:sldId id="2147472766" r:id="rId58"/>
    <p:sldId id="2147472769" r:id="rId59"/>
    <p:sldId id="2147483323" r:id="rId60"/>
    <p:sldId id="2147483256" r:id="rId61"/>
    <p:sldId id="2147483534" r:id="rId62"/>
    <p:sldId id="2147483404" r:id="rId63"/>
    <p:sldId id="2147483533" r:id="rId64"/>
    <p:sldId id="2147483568" r:id="rId65"/>
    <p:sldId id="2147472774" r:id="rId6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5F3EB63-F5DF-69D1-2483-F6EB98255607}" name="Scott Benson" initials="SB" userId="S::sbenson@adobe.com::6f303af4-d7c5-44d2-a3ee-37dd900ea180" providerId="AD"/>
  <p188:author id="{5B678D75-604B-8512-6CEE-52F9F9A2F29B}" name="Julia Capeloto" initials="JC" userId="S::capeloto@adobe.com::95f4d369-df56-44d4-9eda-6675faac5294" providerId="AD"/>
  <p188:author id="{62FEEB9E-68E1-78F1-FA4D-5F43E3A99159}" name="Jason Franklin" initials="JF" userId="S::jafrankl@adobe.com::c87865dd-5e39-4fa6-b97b-9351161e8d13" providerId="AD"/>
  <p188:author id="{4FB0E6C2-01E0-902D-6EB3-355F2E61CDF0}" name="Wendy Grim" initials="WG" userId="S::wgrim@adobe.com::a6aac728-d695-48c0-b541-bdb4f8e8beac" providerId="AD"/>
  <p188:author id="{C7D0EEC7-1583-B5F0-D1CC-89CAF758F3AB}" name="Macie De Stefano" initials="" userId="S::mskipwit@adobe.com::b2abbf78-f550-46cd-8677-9f927805853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44007"/>
    <a:srgbClr val="604E00"/>
    <a:srgbClr val="044024"/>
    <a:srgbClr val="0F4F55"/>
    <a:srgbClr val="172762"/>
    <a:srgbClr val="41245B"/>
    <a:srgbClr val="642850"/>
    <a:srgbClr val="FF66CC"/>
    <a:srgbClr val="A55BE8"/>
    <a:srgbClr val="3A63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580"/>
    <p:restoredTop sz="96197"/>
  </p:normalViewPr>
  <p:slideViewPr>
    <p:cSldViewPr snapToGrid="0" showGuides="1">
      <p:cViewPr varScale="1">
        <p:scale>
          <a:sx n="127" d="100"/>
          <a:sy n="127" d="100"/>
        </p:scale>
        <p:origin x="117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presProps" Target="presProps.xml"/><Relationship Id="rId7" Type="http://schemas.openxmlformats.org/officeDocument/2006/relationships/slide" Target="slides/slide3.xml"/><Relationship Id="rId71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microsoft.com/office/2018/10/relationships/authors" Target="author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  <a:effectLst/>
          </c:spPr>
          <c:invertIfNegative val="0"/>
          <c:dPt>
            <c:idx val="3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8C7-234D-9727-19809AEB346D}"/>
              </c:ext>
            </c:extLst>
          </c:dPt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5.5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8C7-234D-9727-19809AEB34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-25"/>
        <c:axId val="405013408"/>
        <c:axId val="405015120"/>
      </c:barChart>
      <c:catAx>
        <c:axId val="4050134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05015120"/>
        <c:crosses val="autoZero"/>
        <c:auto val="1"/>
        <c:lblAlgn val="ctr"/>
        <c:lblOffset val="100"/>
        <c:noMultiLvlLbl val="0"/>
      </c:catAx>
      <c:valAx>
        <c:axId val="4050151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050134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800"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3F1930-641F-47E7-A0EC-FF19713D6D7E}" type="datetimeFigureOut">
              <a:rPr lang="en-US" smtClean="0"/>
              <a:t>3/5/26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BB79AF-D22A-4E5D-9392-72114F6AB7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3181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BB79AF-D22A-4E5D-9392-72114F6AB7F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9996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BB79AF-D22A-4E5D-9392-72114F6AB7F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850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BB79AF-D22A-4E5D-9392-72114F6AB7F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0979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BB79AF-D22A-4E5D-9392-72114F6AB7F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665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4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BB79AF-D22A-4E5D-9392-72114F6AB7F4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4874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">
    <p:bg>
      <p:bgPr>
        <a:solidFill>
          <a:srgbClr val="EB1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78697-148C-E5F7-1EF7-EE332DEF0C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1122363"/>
            <a:ext cx="10972800" cy="2387600"/>
          </a:xfrm>
        </p:spPr>
        <p:txBody>
          <a:bodyPr lIns="0" rIns="0" anchor="b">
            <a:noAutofit/>
          </a:bodyPr>
          <a:lstStyle>
            <a:lvl1pPr algn="l">
              <a:lnSpc>
                <a:spcPct val="80000"/>
              </a:lnSpc>
              <a:defRPr sz="7700" spc="-12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550909-4DC4-B1F0-6047-92EEC94F91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3602038"/>
            <a:ext cx="10972800" cy="1655762"/>
          </a:xfrm>
        </p:spPr>
        <p:txBody>
          <a:bodyPr lIns="0" rIns="0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4" name="Picture 3" descr="A white letter o on a black background&#10;&#10;Description automatically generated">
            <a:extLst>
              <a:ext uri="{FF2B5EF4-FFF2-40B4-BE49-F238E27FC236}">
                <a16:creationId xmlns:a16="http://schemas.microsoft.com/office/drawing/2014/main" id="{E695AAB3-D968-696B-8D8D-3D752EF759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000" y="5997508"/>
            <a:ext cx="1316736" cy="318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3464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78697-148C-E5F7-1EF7-EE332DEF0C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1122363"/>
            <a:ext cx="10972800" cy="2387600"/>
          </a:xfrm>
        </p:spPr>
        <p:txBody>
          <a:bodyPr lIns="0" anchor="b">
            <a:noAutofit/>
          </a:bodyPr>
          <a:lstStyle>
            <a:lvl1pPr algn="l">
              <a:lnSpc>
                <a:spcPct val="80000"/>
              </a:lnSpc>
              <a:defRPr sz="7700" spc="-12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550909-4DC4-B1F0-6047-92EEC94F91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3602038"/>
            <a:ext cx="10972800" cy="1655762"/>
          </a:xfrm>
        </p:spPr>
        <p:txBody>
          <a:bodyPr lIns="0" rIns="0"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Thread">
            <a:extLst>
              <a:ext uri="{FF2B5EF4-FFF2-40B4-BE49-F238E27FC236}">
                <a16:creationId xmlns:a16="http://schemas.microsoft.com/office/drawing/2014/main" id="{B6083D35-FA56-96A9-7AD6-A71D01DC0C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894"/>
            <a:ext cx="128016" cy="6856213"/>
          </a:xfrm>
          <a:prstGeom prst="rect">
            <a:avLst/>
          </a:prstGeom>
          <a:solidFill>
            <a:srgbClr val="EB1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pic>
        <p:nvPicPr>
          <p:cNvPr id="5" name="Picture 4" descr="A red and black number&#10;&#10;Description automatically generated">
            <a:extLst>
              <a:ext uri="{FF2B5EF4-FFF2-40B4-BE49-F238E27FC236}">
                <a16:creationId xmlns:a16="http://schemas.microsoft.com/office/drawing/2014/main" id="{1FEC818F-5FDE-7FC3-B076-F61506203AE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028" y="6003486"/>
            <a:ext cx="1316736" cy="318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22511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78697-148C-E5F7-1EF7-EE332DEF0C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1122363"/>
            <a:ext cx="10972800" cy="2387600"/>
          </a:xfrm>
        </p:spPr>
        <p:txBody>
          <a:bodyPr lIns="0" anchor="b">
            <a:noAutofit/>
          </a:bodyPr>
          <a:lstStyle>
            <a:lvl1pPr algn="l">
              <a:lnSpc>
                <a:spcPct val="80000"/>
              </a:lnSpc>
              <a:defRPr sz="7700" spc="-12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550909-4DC4-B1F0-6047-92EEC94F91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3602038"/>
            <a:ext cx="10972800" cy="1655762"/>
          </a:xfrm>
        </p:spPr>
        <p:txBody>
          <a:bodyPr lIns="0" rIns="0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Thread">
            <a:extLst>
              <a:ext uri="{FF2B5EF4-FFF2-40B4-BE49-F238E27FC236}">
                <a16:creationId xmlns:a16="http://schemas.microsoft.com/office/drawing/2014/main" id="{B6083D35-FA56-96A9-7AD6-A71D01DC0C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894"/>
            <a:ext cx="128016" cy="6856213"/>
          </a:xfrm>
          <a:prstGeom prst="rect">
            <a:avLst/>
          </a:prstGeom>
          <a:solidFill>
            <a:srgbClr val="EB1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pic>
        <p:nvPicPr>
          <p:cNvPr id="5" name="Picture 4" descr="A red and black number&#10;&#10;Description automatically generated">
            <a:extLst>
              <a:ext uri="{FF2B5EF4-FFF2-40B4-BE49-F238E27FC236}">
                <a16:creationId xmlns:a16="http://schemas.microsoft.com/office/drawing/2014/main" id="{D7C0ED63-3C6C-8868-F40A-8C33E74887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028" y="6003486"/>
            <a:ext cx="1316736" cy="318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274694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78697-148C-E5F7-1EF7-EE332DEF0C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599" y="426061"/>
            <a:ext cx="5334001" cy="2387600"/>
          </a:xfrm>
        </p:spPr>
        <p:txBody>
          <a:bodyPr lIns="0" rIns="0" anchor="b">
            <a:noAutofit/>
          </a:bodyPr>
          <a:lstStyle>
            <a:lvl1pPr algn="l">
              <a:lnSpc>
                <a:spcPct val="80000"/>
              </a:lnSpc>
              <a:defRPr sz="5400" spc="-12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550909-4DC4-B1F0-6047-92EEC94F91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9" y="3012926"/>
            <a:ext cx="5334002" cy="1655762"/>
          </a:xfrm>
        </p:spPr>
        <p:txBody>
          <a:bodyPr lIns="0" rIns="0"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Thread">
            <a:extLst>
              <a:ext uri="{FF2B5EF4-FFF2-40B4-BE49-F238E27FC236}">
                <a16:creationId xmlns:a16="http://schemas.microsoft.com/office/drawing/2014/main" id="{B6083D35-FA56-96A9-7AD6-A71D01DC0C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894"/>
            <a:ext cx="128016" cy="6856213"/>
          </a:xfrm>
          <a:prstGeom prst="rect">
            <a:avLst/>
          </a:prstGeom>
          <a:solidFill>
            <a:srgbClr val="EB1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031B34F-5072-BCFE-838A-B26F9DFCB01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0"/>
            <a:ext cx="6096000" cy="6858000"/>
          </a:xfrm>
        </p:spPr>
        <p:txBody>
          <a:bodyPr wrap="none">
            <a:noAutofit/>
          </a:bodyPr>
          <a:lstStyle/>
          <a:p>
            <a:endParaRPr lang="en-US"/>
          </a:p>
        </p:txBody>
      </p:sp>
      <p:pic>
        <p:nvPicPr>
          <p:cNvPr id="5" name="Picture 4" descr="A red and black number&#10;&#10;Description automatically generated">
            <a:extLst>
              <a:ext uri="{FF2B5EF4-FFF2-40B4-BE49-F238E27FC236}">
                <a16:creationId xmlns:a16="http://schemas.microsoft.com/office/drawing/2014/main" id="{ED10F1C0-9764-B3D2-72FA-D6F1835F56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028" y="6003486"/>
            <a:ext cx="1316736" cy="318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5423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156EF-00C4-7068-5E38-7C447D1A9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496437"/>
            <a:ext cx="10972800" cy="1865126"/>
          </a:xfrm>
        </p:spPr>
        <p:txBody>
          <a:bodyPr wrap="square" lIns="0" rIns="0" anchor="ctr" anchorCtr="0">
            <a:spAutoFit/>
          </a:bodyPr>
          <a:lstStyle>
            <a:lvl1pPr>
              <a:lnSpc>
                <a:spcPct val="80000"/>
              </a:lnSpc>
              <a:defRPr sz="7200" spc="-12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hread">
            <a:extLst>
              <a:ext uri="{FF2B5EF4-FFF2-40B4-BE49-F238E27FC236}">
                <a16:creationId xmlns:a16="http://schemas.microsoft.com/office/drawing/2014/main" id="{91AE573E-CC51-2A49-7497-59B7E45553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894"/>
            <a:ext cx="128016" cy="6856213"/>
          </a:xfrm>
          <a:prstGeom prst="rect">
            <a:avLst/>
          </a:prstGeom>
          <a:solidFill>
            <a:srgbClr val="EB1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90813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- Bottom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61C88EF-1F16-59C4-60F1-8DC431E70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4085"/>
            <a:ext cx="10972800" cy="946389"/>
          </a:xfrm>
        </p:spPr>
        <p:txBody>
          <a:bodyPr lIns="0" rIns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0A96FB-B9EB-8DE6-BE7F-8E9AFB7E3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34324"/>
            <a:ext cx="10972800" cy="4992624"/>
          </a:xfrm>
        </p:spPr>
        <p:txBody>
          <a:bodyPr lIns="0" rIns="0"/>
          <a:lstStyle>
            <a:lvl1pPr>
              <a:lnSpc>
                <a:spcPct val="110000"/>
              </a:lnSpc>
              <a:spcBef>
                <a:spcPts val="1200"/>
              </a:spcBef>
              <a:defRPr/>
            </a:lvl1pPr>
            <a:lvl2pPr>
              <a:lnSpc>
                <a:spcPct val="110000"/>
              </a:lnSpc>
              <a:spcBef>
                <a:spcPts val="1200"/>
              </a:spcBef>
              <a:defRPr/>
            </a:lvl2pPr>
            <a:lvl3pPr>
              <a:lnSpc>
                <a:spcPct val="110000"/>
              </a:lnSpc>
              <a:spcBef>
                <a:spcPts val="1200"/>
              </a:spcBef>
              <a:defRPr/>
            </a:lvl3pPr>
            <a:lvl4pPr>
              <a:lnSpc>
                <a:spcPct val="110000"/>
              </a:lnSpc>
              <a:spcBef>
                <a:spcPts val="1200"/>
              </a:spcBef>
              <a:defRPr/>
            </a:lvl4pPr>
            <a:lvl5pPr>
              <a:lnSpc>
                <a:spcPct val="110000"/>
              </a:lnSpc>
              <a:spcBef>
                <a:spcPts val="12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6E773C5-DC8F-B04C-E4BB-8999DF0AA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AB0C947-85B1-6F73-8F85-916BD5975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DEC9D0C1-7FBA-40E3-98AB-77B8E8CCE3D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18E7064-6C65-CE7F-C31F-A4F12EC5D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CCD13-D1E9-473F-B841-18617FCF55E9}" type="datetime1">
              <a:rPr lang="en-US" smtClean="0"/>
              <a:t>3/5/26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77790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arge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61C88EF-1F16-59C4-60F1-8DC431E70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1600200"/>
            <a:ext cx="10972800" cy="946389"/>
          </a:xfrm>
        </p:spPr>
        <p:txBody>
          <a:bodyPr lIns="0" rIns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1E6B17-ECCD-E40D-70FD-EB994B56943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09600" y="1333500"/>
            <a:ext cx="10972800" cy="4191000"/>
          </a:xfrm>
        </p:spPr>
        <p:txBody>
          <a:bodyPr anchor="ctr" anchorCtr="0"/>
          <a:lstStyle>
            <a:lvl1pPr marL="457200" indent="-457200">
              <a:lnSpc>
                <a:spcPct val="95000"/>
              </a:lnSpc>
              <a:spcBef>
                <a:spcPts val="2400"/>
              </a:spcBef>
              <a:buSzPct val="100000"/>
              <a:buFont typeface="System Font Regular"/>
              <a:buChar char="–"/>
              <a:tabLst/>
              <a:defRPr sz="5400" spc="-150">
                <a:latin typeface="+mj-lt"/>
              </a:defRPr>
            </a:lvl1pPr>
            <a:lvl2pPr marL="914400" indent="-457200">
              <a:lnSpc>
                <a:spcPct val="95000"/>
              </a:lnSpc>
              <a:spcBef>
                <a:spcPts val="2400"/>
              </a:spcBef>
              <a:buSzPct val="100000"/>
              <a:buFont typeface="System Font Regular"/>
              <a:buChar char="–"/>
              <a:tabLst/>
              <a:defRPr sz="3200"/>
            </a:lvl2pPr>
            <a:lvl3pPr marL="914400" indent="-457200">
              <a:lnSpc>
                <a:spcPct val="95000"/>
              </a:lnSpc>
              <a:spcBef>
                <a:spcPts val="2400"/>
              </a:spcBef>
              <a:buSzPct val="100000"/>
              <a:buFont typeface="System Font Regular"/>
              <a:buChar char="–"/>
              <a:tabLst/>
              <a:defRPr sz="1600"/>
            </a:lvl3pPr>
            <a:lvl4pPr marL="914400" indent="-457200">
              <a:lnSpc>
                <a:spcPct val="95000"/>
              </a:lnSpc>
              <a:spcBef>
                <a:spcPts val="2400"/>
              </a:spcBef>
              <a:buSzPct val="100000"/>
              <a:buFont typeface="System Font Regular"/>
              <a:buChar char="–"/>
              <a:tabLst/>
              <a:defRPr sz="1600"/>
            </a:lvl4pPr>
            <a:lvl5pPr marL="914400" indent="-457200">
              <a:lnSpc>
                <a:spcPct val="95000"/>
              </a:lnSpc>
              <a:spcBef>
                <a:spcPts val="2400"/>
              </a:spcBef>
              <a:buSzPct val="100000"/>
              <a:buFont typeface="System Font Regular"/>
              <a:buChar char="–"/>
              <a:tabLst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6E773C5-DC8F-B04C-E4BB-8999DF0AA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AB0C947-85B1-6F73-8F85-916BD5975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DEC9D0C1-7FBA-40E3-98AB-77B8E8CCE3D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18E7064-6C65-CE7F-C31F-A4F12EC5D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CCD13-D1E9-473F-B841-18617FCF55E9}" type="datetime1">
              <a:rPr lang="en-US" smtClean="0"/>
              <a:t>3/5/26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7269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/2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61C88EF-1F16-59C4-60F1-8DC431E70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4085"/>
            <a:ext cx="4937760" cy="946389"/>
          </a:xfrm>
        </p:spPr>
        <p:txBody>
          <a:bodyPr lIns="0" rIns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0A96FB-B9EB-8DE6-BE7F-8E9AFB7E3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34324"/>
            <a:ext cx="4572000" cy="4992624"/>
          </a:xfrm>
        </p:spPr>
        <p:txBody>
          <a:bodyPr lIns="0" rIns="0">
            <a:noAutofit/>
          </a:bodyPr>
          <a:lstStyle>
            <a:lvl1pPr>
              <a:lnSpc>
                <a:spcPct val="110000"/>
              </a:lnSpc>
              <a:spcBef>
                <a:spcPts val="1200"/>
              </a:spcBef>
              <a:defRPr/>
            </a:lvl1pPr>
            <a:lvl2pPr>
              <a:lnSpc>
                <a:spcPct val="110000"/>
              </a:lnSpc>
              <a:spcBef>
                <a:spcPts val="1200"/>
              </a:spcBef>
              <a:defRPr/>
            </a:lvl2pPr>
            <a:lvl3pPr>
              <a:lnSpc>
                <a:spcPct val="110000"/>
              </a:lnSpc>
              <a:spcBef>
                <a:spcPts val="1200"/>
              </a:spcBef>
              <a:defRPr/>
            </a:lvl3pPr>
            <a:lvl4pPr>
              <a:lnSpc>
                <a:spcPct val="110000"/>
              </a:lnSpc>
              <a:spcBef>
                <a:spcPts val="1200"/>
              </a:spcBef>
              <a:defRPr/>
            </a:lvl4pPr>
            <a:lvl5pPr>
              <a:lnSpc>
                <a:spcPct val="110000"/>
              </a:lnSpc>
              <a:spcBef>
                <a:spcPts val="12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A5ABD9F-44A7-2BD7-B0C1-E7135F8C874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0"/>
            <a:ext cx="6096000" cy="68580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Blocker">
            <a:extLst>
              <a:ext uri="{FF2B5EF4-FFF2-40B4-BE49-F238E27FC236}">
                <a16:creationId xmlns:a16="http://schemas.microsoft.com/office/drawing/2014/main" id="{3CF23C9A-F835-E086-950B-9A28BF24B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834007" y="6488705"/>
            <a:ext cx="1748393" cy="20195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opyright">
            <a:extLst>
              <a:ext uri="{FF2B5EF4-FFF2-40B4-BE49-F238E27FC236}">
                <a16:creationId xmlns:a16="http://schemas.microsoft.com/office/drawing/2014/main" id="{DE2533BC-42DA-FCEE-D96C-AC878AA0AD62}"/>
              </a:ext>
            </a:extLst>
          </p:cNvPr>
          <p:cNvSpPr txBox="1"/>
          <p:nvPr userDrawn="1"/>
        </p:nvSpPr>
        <p:spPr>
          <a:xfrm>
            <a:off x="3836955" y="6583680"/>
            <a:ext cx="1710405" cy="92333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aseline="0">
                <a:solidFill>
                  <a:srgbClr val="191919"/>
                </a:solidFill>
                <a:latin typeface="Adobe Clean" panose="020B0503020404020204" pitchFamily="34" charset="0"/>
              </a:rPr>
              <a:t>© 2025 Adobe. All Rights Reserved. Adobe Confidential.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4BA35D43-378C-F45A-1B41-7AABED498A5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622876" y="6583680"/>
            <a:ext cx="1920240" cy="91887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18D9348-6015-53D5-75F2-0A1A831FE33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3657600" y="6583680"/>
            <a:ext cx="89768" cy="92333"/>
          </a:xfrm>
        </p:spPr>
        <p:txBody>
          <a:bodyPr>
            <a:noAutofit/>
          </a:bodyPr>
          <a:lstStyle/>
          <a:p>
            <a:pPr algn="r"/>
            <a:fld id="{DEC9D0C1-7FBA-40E3-98AB-77B8E8CCE3D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C5ABE59E-8FC0-A76D-B870-3E3FD82E39C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3D17E50-0ADF-43FB-8C34-0001133F6E68}" type="datetime1">
              <a:rPr lang="en-US" smtClean="0"/>
              <a:t>3/5/26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021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/3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61C88EF-1F16-59C4-60F1-8DC431E70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264085"/>
            <a:ext cx="6766560" cy="946389"/>
          </a:xfrm>
        </p:spPr>
        <p:txBody>
          <a:bodyPr lIns="0" rIns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0A96FB-B9EB-8DE6-BE7F-8E9AFB7E3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1" y="1334324"/>
            <a:ext cx="5943600" cy="4992624"/>
          </a:xfrm>
        </p:spPr>
        <p:txBody>
          <a:bodyPr lIns="0" rIns="0"/>
          <a:lstStyle>
            <a:lvl1pPr>
              <a:lnSpc>
                <a:spcPct val="110000"/>
              </a:lnSpc>
              <a:spcBef>
                <a:spcPts val="1200"/>
              </a:spcBef>
              <a:defRPr/>
            </a:lvl1pPr>
            <a:lvl2pPr>
              <a:lnSpc>
                <a:spcPct val="110000"/>
              </a:lnSpc>
              <a:spcBef>
                <a:spcPts val="1200"/>
              </a:spcBef>
              <a:defRPr/>
            </a:lvl2pPr>
            <a:lvl3pPr>
              <a:lnSpc>
                <a:spcPct val="110000"/>
              </a:lnSpc>
              <a:spcBef>
                <a:spcPts val="1200"/>
              </a:spcBef>
              <a:defRPr/>
            </a:lvl3pPr>
            <a:lvl4pPr>
              <a:lnSpc>
                <a:spcPct val="110000"/>
              </a:lnSpc>
              <a:spcBef>
                <a:spcPts val="1200"/>
              </a:spcBef>
              <a:defRPr/>
            </a:lvl4pPr>
            <a:lvl5pPr>
              <a:lnSpc>
                <a:spcPct val="110000"/>
              </a:lnSpc>
              <a:spcBef>
                <a:spcPts val="12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A5ABD9F-44A7-2BD7-B0C1-E7135F8C874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894320" y="0"/>
            <a:ext cx="4297680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4BA35D43-378C-F45A-1B41-7AABED498A5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622876" y="6583680"/>
            <a:ext cx="3657600" cy="91887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18D9348-6015-53D5-75F2-0A1A831FE33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5486400" y="6583680"/>
            <a:ext cx="89768" cy="92333"/>
          </a:xfrm>
        </p:spPr>
        <p:txBody>
          <a:bodyPr/>
          <a:lstStyle>
            <a:lvl1pPr>
              <a:defRPr>
                <a:solidFill>
                  <a:srgbClr val="191919"/>
                </a:solidFill>
              </a:defRPr>
            </a:lvl1pPr>
          </a:lstStyle>
          <a:p>
            <a:pPr algn="r"/>
            <a:fld id="{DEC9D0C1-7FBA-40E3-98AB-77B8E8CCE3D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2" name="Copyright">
            <a:extLst>
              <a:ext uri="{FF2B5EF4-FFF2-40B4-BE49-F238E27FC236}">
                <a16:creationId xmlns:a16="http://schemas.microsoft.com/office/drawing/2014/main" id="{DE2533BC-42DA-FCEE-D96C-AC878AA0AD62}"/>
              </a:ext>
            </a:extLst>
          </p:cNvPr>
          <p:cNvSpPr txBox="1"/>
          <p:nvPr userDrawn="1"/>
        </p:nvSpPr>
        <p:spPr>
          <a:xfrm>
            <a:off x="5665756" y="6583680"/>
            <a:ext cx="1710405" cy="9233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aseline="0">
                <a:solidFill>
                  <a:srgbClr val="191919"/>
                </a:solidFill>
                <a:latin typeface="Adobe Clean" panose="020B0503020404020204" pitchFamily="34" charset="0"/>
              </a:rPr>
              <a:t>© 2025 Adobe. All Rights Reserved. Adobe Confidential.</a:t>
            </a:r>
          </a:p>
        </p:txBody>
      </p:sp>
      <p:sp>
        <p:nvSpPr>
          <p:cNvPr id="4" name="Blocker">
            <a:extLst>
              <a:ext uri="{FF2B5EF4-FFF2-40B4-BE49-F238E27FC236}">
                <a16:creationId xmlns:a16="http://schemas.microsoft.com/office/drawing/2014/main" id="{3CF23C9A-F835-E086-950B-9A28BF24B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834007" y="6503997"/>
            <a:ext cx="1748393" cy="20195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C5ABE59E-8FC0-A76D-B870-3E3FD82E39C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61FE3EA7-D92D-4A30-9EBB-F43D697D029C}" type="datetime1">
              <a:rPr lang="en-US" smtClean="0"/>
              <a:t>3/5/26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8749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-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61C88EF-1F16-59C4-60F1-8DC431E70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4085"/>
            <a:ext cx="10972800" cy="946389"/>
          </a:xfrm>
        </p:spPr>
        <p:txBody>
          <a:bodyPr lIns="0" rIns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CE0A96FB-B9EB-8DE6-BE7F-8E9AFB7E3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34324"/>
            <a:ext cx="4937760" cy="4992624"/>
          </a:xfrm>
        </p:spPr>
        <p:txBody>
          <a:bodyPr lIns="0" rIns="0"/>
          <a:lstStyle>
            <a:lvl1pPr>
              <a:lnSpc>
                <a:spcPct val="110000"/>
              </a:lnSpc>
              <a:spcBef>
                <a:spcPts val="1200"/>
              </a:spcBef>
              <a:defRPr/>
            </a:lvl1pPr>
            <a:lvl2pPr>
              <a:lnSpc>
                <a:spcPct val="110000"/>
              </a:lnSpc>
              <a:spcBef>
                <a:spcPts val="1200"/>
              </a:spcBef>
              <a:defRPr/>
            </a:lvl2pPr>
            <a:lvl3pPr>
              <a:lnSpc>
                <a:spcPct val="110000"/>
              </a:lnSpc>
              <a:spcBef>
                <a:spcPts val="1200"/>
              </a:spcBef>
              <a:defRPr/>
            </a:lvl3pPr>
            <a:lvl4pPr>
              <a:lnSpc>
                <a:spcPct val="110000"/>
              </a:lnSpc>
              <a:spcBef>
                <a:spcPts val="1200"/>
              </a:spcBef>
              <a:defRPr/>
            </a:lvl4pPr>
            <a:lvl5pPr>
              <a:lnSpc>
                <a:spcPct val="110000"/>
              </a:lnSpc>
              <a:spcBef>
                <a:spcPts val="12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E2CAF97-6BD0-1BB9-D026-84213B160DB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644640" y="1334324"/>
            <a:ext cx="4937760" cy="4992624"/>
          </a:xfrm>
        </p:spPr>
        <p:txBody>
          <a:bodyPr lIns="0" rIns="0"/>
          <a:lstStyle>
            <a:lvl1pPr>
              <a:lnSpc>
                <a:spcPct val="110000"/>
              </a:lnSpc>
              <a:spcBef>
                <a:spcPts val="1200"/>
              </a:spcBef>
              <a:defRPr/>
            </a:lvl1pPr>
            <a:lvl2pPr>
              <a:lnSpc>
                <a:spcPct val="110000"/>
              </a:lnSpc>
              <a:spcBef>
                <a:spcPts val="1200"/>
              </a:spcBef>
              <a:defRPr/>
            </a:lvl2pPr>
            <a:lvl3pPr>
              <a:lnSpc>
                <a:spcPct val="110000"/>
              </a:lnSpc>
              <a:spcBef>
                <a:spcPts val="1200"/>
              </a:spcBef>
              <a:defRPr/>
            </a:lvl3pPr>
            <a:lvl4pPr>
              <a:lnSpc>
                <a:spcPct val="110000"/>
              </a:lnSpc>
              <a:spcBef>
                <a:spcPts val="1200"/>
              </a:spcBef>
              <a:defRPr/>
            </a:lvl4pPr>
            <a:lvl5pPr>
              <a:lnSpc>
                <a:spcPct val="110000"/>
              </a:lnSpc>
              <a:spcBef>
                <a:spcPts val="12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6E773C5-DC8F-B04C-E4BB-8999DF0AA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AB0C947-85B1-6F73-8F85-916BD5975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DEC9D0C1-7FBA-40E3-98AB-77B8E8CCE3D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18E7064-6C65-CE7F-C31F-A4F12EC5D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793A5-113A-48A7-BCE0-7936F08DA48F}" type="datetime1">
              <a:rPr lang="en-US" smtClean="0"/>
              <a:t>3/5/26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6062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 -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61C88EF-1F16-59C4-60F1-8DC431E70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4085"/>
            <a:ext cx="10972800" cy="946389"/>
          </a:xfrm>
        </p:spPr>
        <p:txBody>
          <a:bodyPr lIns="0" rIns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CE0A96FB-B9EB-8DE6-BE7F-8E9AFB7E3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334324"/>
            <a:ext cx="3200400" cy="4992624"/>
          </a:xfrm>
        </p:spPr>
        <p:txBody>
          <a:bodyPr lIns="0" rIns="0"/>
          <a:lstStyle>
            <a:lvl1pPr>
              <a:lnSpc>
                <a:spcPct val="110000"/>
              </a:lnSpc>
              <a:spcBef>
                <a:spcPts val="1200"/>
              </a:spcBef>
              <a:defRPr sz="1600"/>
            </a:lvl1pPr>
            <a:lvl2pPr>
              <a:lnSpc>
                <a:spcPct val="110000"/>
              </a:lnSpc>
              <a:spcBef>
                <a:spcPts val="1200"/>
              </a:spcBef>
              <a:defRPr sz="1400"/>
            </a:lvl2pPr>
            <a:lvl3pPr>
              <a:lnSpc>
                <a:spcPct val="110000"/>
              </a:lnSpc>
              <a:spcBef>
                <a:spcPts val="1200"/>
              </a:spcBef>
              <a:defRPr sz="1200"/>
            </a:lvl3pPr>
            <a:lvl4pPr>
              <a:lnSpc>
                <a:spcPct val="110000"/>
              </a:lnSpc>
              <a:spcBef>
                <a:spcPts val="1200"/>
              </a:spcBef>
              <a:defRPr sz="1200"/>
            </a:lvl4pPr>
            <a:lvl5pPr>
              <a:lnSpc>
                <a:spcPct val="110000"/>
              </a:lnSpc>
              <a:spcBef>
                <a:spcPts val="1200"/>
              </a:spcBef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E2CAF97-6BD0-1BB9-D026-84213B160DB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497324" y="1334324"/>
            <a:ext cx="3200400" cy="4992624"/>
          </a:xfrm>
        </p:spPr>
        <p:txBody>
          <a:bodyPr lIns="0" rIns="0"/>
          <a:lstStyle>
            <a:lvl1pPr>
              <a:lnSpc>
                <a:spcPct val="110000"/>
              </a:lnSpc>
              <a:spcBef>
                <a:spcPts val="1200"/>
              </a:spcBef>
              <a:defRPr sz="1600"/>
            </a:lvl1pPr>
            <a:lvl2pPr>
              <a:lnSpc>
                <a:spcPct val="110000"/>
              </a:lnSpc>
              <a:spcBef>
                <a:spcPts val="1200"/>
              </a:spcBef>
              <a:defRPr sz="1400"/>
            </a:lvl2pPr>
            <a:lvl3pPr>
              <a:lnSpc>
                <a:spcPct val="110000"/>
              </a:lnSpc>
              <a:spcBef>
                <a:spcPts val="1200"/>
              </a:spcBef>
              <a:defRPr sz="1200"/>
            </a:lvl3pPr>
            <a:lvl4pPr>
              <a:lnSpc>
                <a:spcPct val="110000"/>
              </a:lnSpc>
              <a:spcBef>
                <a:spcPts val="1200"/>
              </a:spcBef>
              <a:defRPr sz="1200"/>
            </a:lvl4pPr>
            <a:lvl5pPr>
              <a:lnSpc>
                <a:spcPct val="110000"/>
              </a:lnSpc>
              <a:spcBef>
                <a:spcPts val="1200"/>
              </a:spcBef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2B90CB-0423-5C9F-6F8B-19720127AC9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382000" y="1334324"/>
            <a:ext cx="3200400" cy="4992624"/>
          </a:xfrm>
        </p:spPr>
        <p:txBody>
          <a:bodyPr lIns="0" rIns="0"/>
          <a:lstStyle>
            <a:lvl1pPr>
              <a:lnSpc>
                <a:spcPct val="110000"/>
              </a:lnSpc>
              <a:spcBef>
                <a:spcPts val="1200"/>
              </a:spcBef>
              <a:defRPr sz="1600"/>
            </a:lvl1pPr>
            <a:lvl2pPr>
              <a:lnSpc>
                <a:spcPct val="110000"/>
              </a:lnSpc>
              <a:spcBef>
                <a:spcPts val="1200"/>
              </a:spcBef>
              <a:defRPr sz="1400"/>
            </a:lvl2pPr>
            <a:lvl3pPr>
              <a:lnSpc>
                <a:spcPct val="110000"/>
              </a:lnSpc>
              <a:spcBef>
                <a:spcPts val="1200"/>
              </a:spcBef>
              <a:defRPr sz="1200"/>
            </a:lvl3pPr>
            <a:lvl4pPr>
              <a:lnSpc>
                <a:spcPct val="110000"/>
              </a:lnSpc>
              <a:spcBef>
                <a:spcPts val="1200"/>
              </a:spcBef>
              <a:defRPr sz="1200"/>
            </a:lvl4pPr>
            <a:lvl5pPr>
              <a:lnSpc>
                <a:spcPct val="110000"/>
              </a:lnSpc>
              <a:spcBef>
                <a:spcPts val="1200"/>
              </a:spcBef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6E773C5-DC8F-B04C-E4BB-8999DF0AA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AB0C947-85B1-6F73-8F85-916BD5975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DEC9D0C1-7FBA-40E3-98AB-77B8E8CCE3D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18E7064-6C65-CE7F-C31F-A4F12EC5D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793A5-113A-48A7-BCE0-7936F08DA48F}" type="datetime1">
              <a:rPr lang="en-US" smtClean="0"/>
              <a:t>3/5/26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18064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s -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61C88EF-1F16-59C4-60F1-8DC431E70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4085"/>
            <a:ext cx="10972800" cy="946389"/>
          </a:xfrm>
        </p:spPr>
        <p:txBody>
          <a:bodyPr lIns="0" rIns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CE0A96FB-B9EB-8DE6-BE7F-8E9AFB7E3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334324"/>
            <a:ext cx="2240280" cy="4992624"/>
          </a:xfrm>
        </p:spPr>
        <p:txBody>
          <a:bodyPr lIns="0" rIns="0"/>
          <a:lstStyle>
            <a:lvl1pPr>
              <a:lnSpc>
                <a:spcPct val="110000"/>
              </a:lnSpc>
              <a:spcBef>
                <a:spcPts val="900"/>
              </a:spcBef>
              <a:defRPr sz="1400"/>
            </a:lvl1pPr>
            <a:lvl2pPr>
              <a:lnSpc>
                <a:spcPct val="110000"/>
              </a:lnSpc>
              <a:spcBef>
                <a:spcPts val="900"/>
              </a:spcBef>
              <a:defRPr sz="1200"/>
            </a:lvl2pPr>
            <a:lvl3pPr>
              <a:lnSpc>
                <a:spcPct val="110000"/>
              </a:lnSpc>
              <a:spcBef>
                <a:spcPts val="900"/>
              </a:spcBef>
              <a:defRPr sz="1100"/>
            </a:lvl3pPr>
            <a:lvl4pPr>
              <a:lnSpc>
                <a:spcPct val="110000"/>
              </a:lnSpc>
              <a:spcBef>
                <a:spcPts val="900"/>
              </a:spcBef>
              <a:defRPr sz="1100"/>
            </a:lvl4pPr>
            <a:lvl5pPr>
              <a:lnSpc>
                <a:spcPct val="110000"/>
              </a:lnSpc>
              <a:spcBef>
                <a:spcPts val="900"/>
              </a:spcBef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E2CAF97-6BD0-1BB9-D026-84213B160DB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521456" y="1334324"/>
            <a:ext cx="2240280" cy="4992624"/>
          </a:xfrm>
        </p:spPr>
        <p:txBody>
          <a:bodyPr lIns="0" rIns="0"/>
          <a:lstStyle>
            <a:lvl1pPr>
              <a:lnSpc>
                <a:spcPct val="110000"/>
              </a:lnSpc>
              <a:spcBef>
                <a:spcPts val="900"/>
              </a:spcBef>
              <a:defRPr sz="1400"/>
            </a:lvl1pPr>
            <a:lvl2pPr>
              <a:lnSpc>
                <a:spcPct val="110000"/>
              </a:lnSpc>
              <a:spcBef>
                <a:spcPts val="900"/>
              </a:spcBef>
              <a:defRPr sz="1200"/>
            </a:lvl2pPr>
            <a:lvl3pPr>
              <a:lnSpc>
                <a:spcPct val="110000"/>
              </a:lnSpc>
              <a:spcBef>
                <a:spcPts val="900"/>
              </a:spcBef>
              <a:defRPr sz="1100"/>
            </a:lvl3pPr>
            <a:lvl4pPr>
              <a:lnSpc>
                <a:spcPct val="110000"/>
              </a:lnSpc>
              <a:spcBef>
                <a:spcPts val="900"/>
              </a:spcBef>
              <a:defRPr sz="1100"/>
            </a:lvl4pPr>
            <a:lvl5pPr>
              <a:lnSpc>
                <a:spcPct val="110000"/>
              </a:lnSpc>
              <a:spcBef>
                <a:spcPts val="900"/>
              </a:spcBef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2B90CB-0423-5C9F-6F8B-19720127AC9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430264" y="1334324"/>
            <a:ext cx="2240280" cy="4992624"/>
          </a:xfrm>
        </p:spPr>
        <p:txBody>
          <a:bodyPr lIns="0" rIns="0"/>
          <a:lstStyle>
            <a:lvl1pPr>
              <a:lnSpc>
                <a:spcPct val="110000"/>
              </a:lnSpc>
              <a:spcBef>
                <a:spcPts val="900"/>
              </a:spcBef>
              <a:defRPr sz="1400"/>
            </a:lvl1pPr>
            <a:lvl2pPr>
              <a:lnSpc>
                <a:spcPct val="110000"/>
              </a:lnSpc>
              <a:spcBef>
                <a:spcPts val="900"/>
              </a:spcBef>
              <a:defRPr sz="1200"/>
            </a:lvl2pPr>
            <a:lvl3pPr>
              <a:lnSpc>
                <a:spcPct val="110000"/>
              </a:lnSpc>
              <a:spcBef>
                <a:spcPts val="900"/>
              </a:spcBef>
              <a:defRPr sz="1100"/>
            </a:lvl3pPr>
            <a:lvl4pPr>
              <a:lnSpc>
                <a:spcPct val="110000"/>
              </a:lnSpc>
              <a:spcBef>
                <a:spcPts val="900"/>
              </a:spcBef>
              <a:defRPr sz="1100"/>
            </a:lvl4pPr>
            <a:lvl5pPr>
              <a:lnSpc>
                <a:spcPct val="110000"/>
              </a:lnSpc>
              <a:spcBef>
                <a:spcPts val="900"/>
              </a:spcBef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4">
            <a:extLst>
              <a:ext uri="{FF2B5EF4-FFF2-40B4-BE49-F238E27FC236}">
                <a16:creationId xmlns:a16="http://schemas.microsoft.com/office/drawing/2014/main" id="{A649392D-4A15-EC72-F8E1-20B370553FF4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9339072" y="1334324"/>
            <a:ext cx="2240280" cy="4992624"/>
          </a:xfrm>
        </p:spPr>
        <p:txBody>
          <a:bodyPr lIns="0" rIns="0"/>
          <a:lstStyle>
            <a:lvl1pPr>
              <a:lnSpc>
                <a:spcPct val="110000"/>
              </a:lnSpc>
              <a:spcBef>
                <a:spcPts val="900"/>
              </a:spcBef>
              <a:defRPr sz="1400"/>
            </a:lvl1pPr>
            <a:lvl2pPr>
              <a:lnSpc>
                <a:spcPct val="110000"/>
              </a:lnSpc>
              <a:spcBef>
                <a:spcPts val="900"/>
              </a:spcBef>
              <a:defRPr sz="1200"/>
            </a:lvl2pPr>
            <a:lvl3pPr>
              <a:lnSpc>
                <a:spcPct val="110000"/>
              </a:lnSpc>
              <a:spcBef>
                <a:spcPts val="900"/>
              </a:spcBef>
              <a:defRPr sz="1100"/>
            </a:lvl3pPr>
            <a:lvl4pPr>
              <a:lnSpc>
                <a:spcPct val="110000"/>
              </a:lnSpc>
              <a:spcBef>
                <a:spcPts val="900"/>
              </a:spcBef>
              <a:defRPr sz="1100"/>
            </a:lvl4pPr>
            <a:lvl5pPr>
              <a:lnSpc>
                <a:spcPct val="110000"/>
              </a:lnSpc>
              <a:spcBef>
                <a:spcPts val="900"/>
              </a:spcBef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6E773C5-DC8F-B04C-E4BB-8999DF0AA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AB0C947-85B1-6F73-8F85-916BD5975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DEC9D0C1-7FBA-40E3-98AB-77B8E8CCE3D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18E7064-6C65-CE7F-C31F-A4F12EC5D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793A5-113A-48A7-BCE0-7936F08DA48F}" type="datetime1">
              <a:rPr lang="en-US" smtClean="0"/>
              <a:t>3/5/26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2759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ve Columns -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61C88EF-1F16-59C4-60F1-8DC431E70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4085"/>
            <a:ext cx="10972800" cy="946389"/>
          </a:xfrm>
        </p:spPr>
        <p:txBody>
          <a:bodyPr lIns="0" rIns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CE0A96FB-B9EB-8DE6-BE7F-8E9AFB7E3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9" y="1334324"/>
            <a:ext cx="1920240" cy="4992624"/>
          </a:xfrm>
        </p:spPr>
        <p:txBody>
          <a:bodyPr lIns="0" rIns="0"/>
          <a:lstStyle>
            <a:lvl1pPr marL="119063" indent="-119063">
              <a:lnSpc>
                <a:spcPct val="110000"/>
              </a:lnSpc>
              <a:spcBef>
                <a:spcPts val="900"/>
              </a:spcBef>
              <a:tabLst/>
              <a:defRPr sz="1200"/>
            </a:lvl1pPr>
            <a:lvl2pPr>
              <a:lnSpc>
                <a:spcPct val="110000"/>
              </a:lnSpc>
              <a:spcBef>
                <a:spcPts val="900"/>
              </a:spcBef>
              <a:defRPr sz="1100"/>
            </a:lvl2pPr>
            <a:lvl3pPr>
              <a:lnSpc>
                <a:spcPct val="110000"/>
              </a:lnSpc>
              <a:spcBef>
                <a:spcPts val="900"/>
              </a:spcBef>
              <a:defRPr sz="1050"/>
            </a:lvl3pPr>
            <a:lvl4pPr>
              <a:lnSpc>
                <a:spcPct val="110000"/>
              </a:lnSpc>
              <a:spcBef>
                <a:spcPts val="900"/>
              </a:spcBef>
              <a:defRPr sz="1050"/>
            </a:lvl4pPr>
            <a:lvl5pPr>
              <a:lnSpc>
                <a:spcPct val="110000"/>
              </a:lnSpc>
              <a:spcBef>
                <a:spcPts val="900"/>
              </a:spcBef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E2CAF97-6BD0-1BB9-D026-84213B160DB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2875275" y="1334324"/>
            <a:ext cx="1920240" cy="4992624"/>
          </a:xfrm>
        </p:spPr>
        <p:txBody>
          <a:bodyPr lIns="0" rIns="0"/>
          <a:lstStyle>
            <a:lvl1pPr marL="119063" indent="-119063">
              <a:lnSpc>
                <a:spcPct val="110000"/>
              </a:lnSpc>
              <a:spcBef>
                <a:spcPts val="900"/>
              </a:spcBef>
              <a:tabLst/>
              <a:defRPr sz="1200"/>
            </a:lvl1pPr>
            <a:lvl2pPr>
              <a:lnSpc>
                <a:spcPct val="110000"/>
              </a:lnSpc>
              <a:spcBef>
                <a:spcPts val="900"/>
              </a:spcBef>
              <a:defRPr sz="1100"/>
            </a:lvl2pPr>
            <a:lvl3pPr>
              <a:lnSpc>
                <a:spcPct val="110000"/>
              </a:lnSpc>
              <a:spcBef>
                <a:spcPts val="900"/>
              </a:spcBef>
              <a:defRPr sz="1050"/>
            </a:lvl3pPr>
            <a:lvl4pPr>
              <a:lnSpc>
                <a:spcPct val="110000"/>
              </a:lnSpc>
              <a:spcBef>
                <a:spcPts val="900"/>
              </a:spcBef>
              <a:defRPr sz="1050"/>
            </a:lvl4pPr>
            <a:lvl5pPr>
              <a:lnSpc>
                <a:spcPct val="110000"/>
              </a:lnSpc>
              <a:spcBef>
                <a:spcPts val="900"/>
              </a:spcBef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2B90CB-0423-5C9F-6F8B-19720127AC9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5137901" y="1334324"/>
            <a:ext cx="1920240" cy="4992624"/>
          </a:xfrm>
        </p:spPr>
        <p:txBody>
          <a:bodyPr lIns="0" rIns="0"/>
          <a:lstStyle>
            <a:lvl1pPr marL="176213" indent="-176213">
              <a:lnSpc>
                <a:spcPct val="110000"/>
              </a:lnSpc>
              <a:spcBef>
                <a:spcPts val="900"/>
              </a:spcBef>
              <a:tabLst/>
              <a:defRPr sz="1200"/>
            </a:lvl1pPr>
            <a:lvl2pPr>
              <a:lnSpc>
                <a:spcPct val="110000"/>
              </a:lnSpc>
              <a:spcBef>
                <a:spcPts val="900"/>
              </a:spcBef>
              <a:defRPr sz="1100"/>
            </a:lvl2pPr>
            <a:lvl3pPr>
              <a:lnSpc>
                <a:spcPct val="110000"/>
              </a:lnSpc>
              <a:spcBef>
                <a:spcPts val="900"/>
              </a:spcBef>
              <a:defRPr sz="1050"/>
            </a:lvl3pPr>
            <a:lvl4pPr>
              <a:lnSpc>
                <a:spcPct val="110000"/>
              </a:lnSpc>
              <a:spcBef>
                <a:spcPts val="900"/>
              </a:spcBef>
              <a:defRPr sz="1050"/>
            </a:lvl4pPr>
            <a:lvl5pPr>
              <a:lnSpc>
                <a:spcPct val="110000"/>
              </a:lnSpc>
              <a:spcBef>
                <a:spcPts val="900"/>
              </a:spcBef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4">
            <a:extLst>
              <a:ext uri="{FF2B5EF4-FFF2-40B4-BE49-F238E27FC236}">
                <a16:creationId xmlns:a16="http://schemas.microsoft.com/office/drawing/2014/main" id="{A649392D-4A15-EC72-F8E1-20B370553FF4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7400527" y="1334324"/>
            <a:ext cx="1920240" cy="4992624"/>
          </a:xfrm>
        </p:spPr>
        <p:txBody>
          <a:bodyPr lIns="0" rIns="0"/>
          <a:lstStyle>
            <a:lvl1pPr marL="119063" indent="-119063">
              <a:lnSpc>
                <a:spcPct val="110000"/>
              </a:lnSpc>
              <a:spcBef>
                <a:spcPts val="900"/>
              </a:spcBef>
              <a:tabLst/>
              <a:defRPr sz="1200"/>
            </a:lvl1pPr>
            <a:lvl2pPr>
              <a:lnSpc>
                <a:spcPct val="110000"/>
              </a:lnSpc>
              <a:spcBef>
                <a:spcPts val="900"/>
              </a:spcBef>
              <a:defRPr sz="1100"/>
            </a:lvl2pPr>
            <a:lvl3pPr>
              <a:lnSpc>
                <a:spcPct val="110000"/>
              </a:lnSpc>
              <a:spcBef>
                <a:spcPts val="900"/>
              </a:spcBef>
              <a:defRPr sz="1050"/>
            </a:lvl3pPr>
            <a:lvl4pPr>
              <a:lnSpc>
                <a:spcPct val="110000"/>
              </a:lnSpc>
              <a:spcBef>
                <a:spcPts val="900"/>
              </a:spcBef>
              <a:defRPr sz="1050"/>
            </a:lvl4pPr>
            <a:lvl5pPr>
              <a:lnSpc>
                <a:spcPct val="110000"/>
              </a:lnSpc>
              <a:spcBef>
                <a:spcPts val="900"/>
              </a:spcBef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B3448685-45E7-5B8D-4E46-44FECC30A5E8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9663152" y="1334324"/>
            <a:ext cx="1920240" cy="4992624"/>
          </a:xfrm>
        </p:spPr>
        <p:txBody>
          <a:bodyPr lIns="0" rIns="0"/>
          <a:lstStyle>
            <a:lvl1pPr marL="119063" indent="-119063">
              <a:lnSpc>
                <a:spcPct val="110000"/>
              </a:lnSpc>
              <a:spcBef>
                <a:spcPts val="900"/>
              </a:spcBef>
              <a:tabLst/>
              <a:defRPr sz="1200"/>
            </a:lvl1pPr>
            <a:lvl2pPr>
              <a:lnSpc>
                <a:spcPct val="110000"/>
              </a:lnSpc>
              <a:spcBef>
                <a:spcPts val="900"/>
              </a:spcBef>
              <a:defRPr sz="1100"/>
            </a:lvl2pPr>
            <a:lvl3pPr>
              <a:lnSpc>
                <a:spcPct val="110000"/>
              </a:lnSpc>
              <a:spcBef>
                <a:spcPts val="900"/>
              </a:spcBef>
              <a:defRPr sz="1050"/>
            </a:lvl3pPr>
            <a:lvl4pPr>
              <a:lnSpc>
                <a:spcPct val="110000"/>
              </a:lnSpc>
              <a:spcBef>
                <a:spcPts val="900"/>
              </a:spcBef>
              <a:defRPr sz="1050"/>
            </a:lvl4pPr>
            <a:lvl5pPr>
              <a:lnSpc>
                <a:spcPct val="110000"/>
              </a:lnSpc>
              <a:spcBef>
                <a:spcPts val="900"/>
              </a:spcBef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6E773C5-DC8F-B04C-E4BB-8999DF0AA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AB0C947-85B1-6F73-8F85-916BD5975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DEC9D0C1-7FBA-40E3-98AB-77B8E8CCE3D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18E7064-6C65-CE7F-C31F-A4F12EC5D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793A5-113A-48A7-BCE0-7936F08DA48F}" type="datetime1">
              <a:rPr lang="en-US" smtClean="0"/>
              <a:t>3/5/26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1740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- 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61C88EF-1F16-59C4-60F1-8DC431E70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4085"/>
            <a:ext cx="10972800" cy="946389"/>
          </a:xfrm>
        </p:spPr>
        <p:txBody>
          <a:bodyPr lIns="0" rIns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1">
            <a:extLst>
              <a:ext uri="{FF2B5EF4-FFF2-40B4-BE49-F238E27FC236}">
                <a16:creationId xmlns:a16="http://schemas.microsoft.com/office/drawing/2014/main" id="{56A753F3-8E21-F8FC-F311-A7291271BB5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" y="1335024"/>
            <a:ext cx="4937760" cy="25146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CE0A96FB-B9EB-8DE6-BE7F-8E9AFB7E3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4023360"/>
            <a:ext cx="4846320" cy="2286000"/>
          </a:xfrm>
        </p:spPr>
        <p:txBody>
          <a:bodyPr lIns="0" rIns="0"/>
          <a:lstStyle>
            <a:lvl1pPr>
              <a:lnSpc>
                <a:spcPct val="110000"/>
              </a:lnSpc>
              <a:spcBef>
                <a:spcPts val="1200"/>
              </a:spcBef>
              <a:defRPr/>
            </a:lvl1pPr>
            <a:lvl2pPr>
              <a:lnSpc>
                <a:spcPct val="110000"/>
              </a:lnSpc>
              <a:spcBef>
                <a:spcPts val="1200"/>
              </a:spcBef>
              <a:defRPr/>
            </a:lvl2pPr>
            <a:lvl3pPr>
              <a:lnSpc>
                <a:spcPct val="110000"/>
              </a:lnSpc>
              <a:spcBef>
                <a:spcPts val="1200"/>
              </a:spcBef>
              <a:defRPr/>
            </a:lvl3pPr>
            <a:lvl4pPr>
              <a:lnSpc>
                <a:spcPct val="110000"/>
              </a:lnSpc>
              <a:spcBef>
                <a:spcPts val="1200"/>
              </a:spcBef>
              <a:defRPr/>
            </a:lvl4pPr>
            <a:lvl5pPr>
              <a:lnSpc>
                <a:spcPct val="110000"/>
              </a:lnSpc>
              <a:spcBef>
                <a:spcPts val="12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B7F64D60-75DD-D985-EFBC-9C173CDE2D6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44640" y="1335024"/>
            <a:ext cx="4937760" cy="2514600"/>
          </a:xfrm>
        </p:spPr>
        <p:txBody>
          <a:bodyPr/>
          <a:lstStyle/>
          <a:p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E2CAF97-6BD0-1BB9-D026-84213B160DB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644640" y="4023360"/>
            <a:ext cx="4846320" cy="2286000"/>
          </a:xfrm>
        </p:spPr>
        <p:txBody>
          <a:bodyPr lIns="0" rIns="0"/>
          <a:lstStyle>
            <a:lvl1pPr>
              <a:lnSpc>
                <a:spcPct val="110000"/>
              </a:lnSpc>
              <a:spcBef>
                <a:spcPts val="1200"/>
              </a:spcBef>
              <a:defRPr/>
            </a:lvl1pPr>
            <a:lvl2pPr>
              <a:lnSpc>
                <a:spcPct val="110000"/>
              </a:lnSpc>
              <a:spcBef>
                <a:spcPts val="1200"/>
              </a:spcBef>
              <a:defRPr/>
            </a:lvl2pPr>
            <a:lvl3pPr>
              <a:lnSpc>
                <a:spcPct val="110000"/>
              </a:lnSpc>
              <a:spcBef>
                <a:spcPts val="1200"/>
              </a:spcBef>
              <a:defRPr/>
            </a:lvl3pPr>
            <a:lvl4pPr>
              <a:lnSpc>
                <a:spcPct val="110000"/>
              </a:lnSpc>
              <a:spcBef>
                <a:spcPts val="1200"/>
              </a:spcBef>
              <a:defRPr/>
            </a:lvl4pPr>
            <a:lvl5pPr>
              <a:lnSpc>
                <a:spcPct val="110000"/>
              </a:lnSpc>
              <a:spcBef>
                <a:spcPts val="12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6E773C5-DC8F-B04C-E4BB-8999DF0AA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AB0C947-85B1-6F73-8F85-916BD5975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DEC9D0C1-7FBA-40E3-98AB-77B8E8CCE3D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18E7064-6C65-CE7F-C31F-A4F12EC5D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793A5-113A-48A7-BCE0-7936F08DA48F}" type="datetime1">
              <a:rPr lang="en-US" smtClean="0"/>
              <a:t>3/5/26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4339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 - 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61C88EF-1F16-59C4-60F1-8DC431E70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4085"/>
            <a:ext cx="10972800" cy="946389"/>
          </a:xfrm>
        </p:spPr>
        <p:txBody>
          <a:bodyPr lIns="0" rIns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CE0A96FB-B9EB-8DE6-BE7F-8E9AFB7E3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4023360"/>
            <a:ext cx="3200400" cy="2286000"/>
          </a:xfrm>
        </p:spPr>
        <p:txBody>
          <a:bodyPr lIns="0" rIns="0"/>
          <a:lstStyle>
            <a:lvl1pPr>
              <a:lnSpc>
                <a:spcPct val="110000"/>
              </a:lnSpc>
              <a:spcBef>
                <a:spcPts val="1200"/>
              </a:spcBef>
              <a:defRPr sz="1600"/>
            </a:lvl1pPr>
            <a:lvl2pPr>
              <a:lnSpc>
                <a:spcPct val="110000"/>
              </a:lnSpc>
              <a:spcBef>
                <a:spcPts val="1200"/>
              </a:spcBef>
              <a:defRPr sz="1400"/>
            </a:lvl2pPr>
            <a:lvl3pPr>
              <a:lnSpc>
                <a:spcPct val="110000"/>
              </a:lnSpc>
              <a:spcBef>
                <a:spcPts val="1200"/>
              </a:spcBef>
              <a:defRPr sz="1200"/>
            </a:lvl3pPr>
            <a:lvl4pPr>
              <a:lnSpc>
                <a:spcPct val="110000"/>
              </a:lnSpc>
              <a:spcBef>
                <a:spcPts val="1200"/>
              </a:spcBef>
              <a:defRPr sz="1200"/>
            </a:lvl4pPr>
            <a:lvl5pPr>
              <a:lnSpc>
                <a:spcPct val="110000"/>
              </a:lnSpc>
              <a:spcBef>
                <a:spcPts val="1200"/>
              </a:spcBef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1">
            <a:extLst>
              <a:ext uri="{FF2B5EF4-FFF2-40B4-BE49-F238E27FC236}">
                <a16:creationId xmlns:a16="http://schemas.microsoft.com/office/drawing/2014/main" id="{03CDAFF7-00B3-41F0-A68E-7CC251F1A7B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" y="1335024"/>
            <a:ext cx="3255264" cy="2514600"/>
          </a:xfrm>
        </p:spPr>
        <p:txBody>
          <a:bodyPr/>
          <a:lstStyle/>
          <a:p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E2CAF97-6BD0-1BB9-D026-84213B160DB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468368" y="4023360"/>
            <a:ext cx="3200400" cy="2286000"/>
          </a:xfrm>
        </p:spPr>
        <p:txBody>
          <a:bodyPr lIns="0" rIns="0"/>
          <a:lstStyle>
            <a:lvl1pPr>
              <a:lnSpc>
                <a:spcPct val="110000"/>
              </a:lnSpc>
              <a:spcBef>
                <a:spcPts val="1200"/>
              </a:spcBef>
              <a:defRPr sz="1600"/>
            </a:lvl1pPr>
            <a:lvl2pPr>
              <a:lnSpc>
                <a:spcPct val="110000"/>
              </a:lnSpc>
              <a:spcBef>
                <a:spcPts val="1200"/>
              </a:spcBef>
              <a:defRPr sz="1400"/>
            </a:lvl2pPr>
            <a:lvl3pPr>
              <a:lnSpc>
                <a:spcPct val="110000"/>
              </a:lnSpc>
              <a:spcBef>
                <a:spcPts val="1200"/>
              </a:spcBef>
              <a:defRPr sz="1200"/>
            </a:lvl3pPr>
            <a:lvl4pPr>
              <a:lnSpc>
                <a:spcPct val="110000"/>
              </a:lnSpc>
              <a:spcBef>
                <a:spcPts val="1200"/>
              </a:spcBef>
              <a:defRPr sz="1200"/>
            </a:lvl4pPr>
            <a:lvl5pPr>
              <a:lnSpc>
                <a:spcPct val="110000"/>
              </a:lnSpc>
              <a:spcBef>
                <a:spcPts val="1200"/>
              </a:spcBef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0296683F-1B6E-6D53-D896-684A3171765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468368" y="1335024"/>
            <a:ext cx="3255264" cy="25146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2B90CB-0423-5C9F-6F8B-19720127AC9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327136" y="4023360"/>
            <a:ext cx="3200400" cy="2286000"/>
          </a:xfrm>
        </p:spPr>
        <p:txBody>
          <a:bodyPr lIns="0" rIns="0"/>
          <a:lstStyle>
            <a:lvl1pPr>
              <a:lnSpc>
                <a:spcPct val="110000"/>
              </a:lnSpc>
              <a:spcBef>
                <a:spcPts val="1200"/>
              </a:spcBef>
              <a:defRPr sz="1600"/>
            </a:lvl1pPr>
            <a:lvl2pPr>
              <a:lnSpc>
                <a:spcPct val="110000"/>
              </a:lnSpc>
              <a:spcBef>
                <a:spcPts val="1200"/>
              </a:spcBef>
              <a:defRPr sz="1400"/>
            </a:lvl2pPr>
            <a:lvl3pPr>
              <a:lnSpc>
                <a:spcPct val="110000"/>
              </a:lnSpc>
              <a:spcBef>
                <a:spcPts val="1200"/>
              </a:spcBef>
              <a:defRPr sz="1200"/>
            </a:lvl3pPr>
            <a:lvl4pPr>
              <a:lnSpc>
                <a:spcPct val="110000"/>
              </a:lnSpc>
              <a:spcBef>
                <a:spcPts val="1200"/>
              </a:spcBef>
              <a:defRPr sz="1200"/>
            </a:lvl4pPr>
            <a:lvl5pPr>
              <a:lnSpc>
                <a:spcPct val="110000"/>
              </a:lnSpc>
              <a:spcBef>
                <a:spcPts val="1200"/>
              </a:spcBef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24A2986A-AAE4-427C-981B-4CA66BC1A2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327136" y="1335024"/>
            <a:ext cx="3255264" cy="251460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6E773C5-DC8F-B04C-E4BB-8999DF0AA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AB0C947-85B1-6F73-8F85-916BD5975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DEC9D0C1-7FBA-40E3-98AB-77B8E8CCE3D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18E7064-6C65-CE7F-C31F-A4F12EC5D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793A5-113A-48A7-BCE0-7936F08DA48F}" type="datetime1">
              <a:rPr lang="en-US" smtClean="0"/>
              <a:t>3/5/26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2159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s - 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61C88EF-1F16-59C4-60F1-8DC431E70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4085"/>
            <a:ext cx="10972800" cy="946389"/>
          </a:xfrm>
        </p:spPr>
        <p:txBody>
          <a:bodyPr lIns="0" rIns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CE0A96FB-B9EB-8DE6-BE7F-8E9AFB7E3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4023360"/>
            <a:ext cx="2194560" cy="2286000"/>
          </a:xfrm>
        </p:spPr>
        <p:txBody>
          <a:bodyPr lIns="0" rIns="0"/>
          <a:lstStyle>
            <a:lvl1pPr>
              <a:lnSpc>
                <a:spcPct val="110000"/>
              </a:lnSpc>
              <a:spcBef>
                <a:spcPts val="900"/>
              </a:spcBef>
              <a:defRPr sz="1400"/>
            </a:lvl1pPr>
            <a:lvl2pPr>
              <a:lnSpc>
                <a:spcPct val="110000"/>
              </a:lnSpc>
              <a:spcBef>
                <a:spcPts val="900"/>
              </a:spcBef>
              <a:defRPr sz="1200"/>
            </a:lvl2pPr>
            <a:lvl3pPr>
              <a:lnSpc>
                <a:spcPct val="110000"/>
              </a:lnSpc>
              <a:spcBef>
                <a:spcPts val="900"/>
              </a:spcBef>
              <a:defRPr sz="1100"/>
            </a:lvl3pPr>
            <a:lvl4pPr>
              <a:lnSpc>
                <a:spcPct val="110000"/>
              </a:lnSpc>
              <a:spcBef>
                <a:spcPts val="900"/>
              </a:spcBef>
              <a:defRPr sz="1100"/>
            </a:lvl4pPr>
            <a:lvl5pPr>
              <a:lnSpc>
                <a:spcPct val="110000"/>
              </a:lnSpc>
              <a:spcBef>
                <a:spcPts val="900"/>
              </a:spcBef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1">
            <a:extLst>
              <a:ext uri="{FF2B5EF4-FFF2-40B4-BE49-F238E27FC236}">
                <a16:creationId xmlns:a16="http://schemas.microsoft.com/office/drawing/2014/main" id="{03CDAFF7-00B3-41F0-A68E-7CC251F1A7B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" y="1335024"/>
            <a:ext cx="2240280" cy="2514600"/>
          </a:xfrm>
        </p:spPr>
        <p:txBody>
          <a:bodyPr/>
          <a:lstStyle/>
          <a:p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E2CAF97-6BD0-1BB9-D026-84213B160DB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522472" y="4023360"/>
            <a:ext cx="2194560" cy="2286000"/>
          </a:xfrm>
        </p:spPr>
        <p:txBody>
          <a:bodyPr lIns="0" rIns="0"/>
          <a:lstStyle>
            <a:lvl1pPr>
              <a:lnSpc>
                <a:spcPct val="110000"/>
              </a:lnSpc>
              <a:spcBef>
                <a:spcPts val="900"/>
              </a:spcBef>
              <a:defRPr sz="1400"/>
            </a:lvl1pPr>
            <a:lvl2pPr>
              <a:lnSpc>
                <a:spcPct val="110000"/>
              </a:lnSpc>
              <a:spcBef>
                <a:spcPts val="900"/>
              </a:spcBef>
              <a:defRPr sz="1200"/>
            </a:lvl2pPr>
            <a:lvl3pPr>
              <a:lnSpc>
                <a:spcPct val="110000"/>
              </a:lnSpc>
              <a:spcBef>
                <a:spcPts val="900"/>
              </a:spcBef>
              <a:defRPr sz="1100"/>
            </a:lvl3pPr>
            <a:lvl4pPr>
              <a:lnSpc>
                <a:spcPct val="110000"/>
              </a:lnSpc>
              <a:spcBef>
                <a:spcPts val="900"/>
              </a:spcBef>
              <a:defRPr sz="1100"/>
            </a:lvl4pPr>
            <a:lvl5pPr>
              <a:lnSpc>
                <a:spcPct val="110000"/>
              </a:lnSpc>
              <a:spcBef>
                <a:spcPts val="900"/>
              </a:spcBef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0296683F-1B6E-6D53-D896-684A3171765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520440" y="1335024"/>
            <a:ext cx="2240280" cy="25146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2B90CB-0423-5C9F-6F8B-19720127AC9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432296" y="4023360"/>
            <a:ext cx="2194560" cy="2286000"/>
          </a:xfrm>
        </p:spPr>
        <p:txBody>
          <a:bodyPr lIns="0" rIns="0"/>
          <a:lstStyle>
            <a:lvl1pPr>
              <a:lnSpc>
                <a:spcPct val="110000"/>
              </a:lnSpc>
              <a:spcBef>
                <a:spcPts val="900"/>
              </a:spcBef>
              <a:defRPr sz="1400"/>
            </a:lvl1pPr>
            <a:lvl2pPr>
              <a:lnSpc>
                <a:spcPct val="110000"/>
              </a:lnSpc>
              <a:spcBef>
                <a:spcPts val="900"/>
              </a:spcBef>
              <a:defRPr sz="1200"/>
            </a:lvl2pPr>
            <a:lvl3pPr>
              <a:lnSpc>
                <a:spcPct val="110000"/>
              </a:lnSpc>
              <a:spcBef>
                <a:spcPts val="900"/>
              </a:spcBef>
              <a:defRPr sz="1100"/>
            </a:lvl3pPr>
            <a:lvl4pPr>
              <a:lnSpc>
                <a:spcPct val="110000"/>
              </a:lnSpc>
              <a:spcBef>
                <a:spcPts val="900"/>
              </a:spcBef>
              <a:defRPr sz="1100"/>
            </a:lvl4pPr>
            <a:lvl5pPr>
              <a:lnSpc>
                <a:spcPct val="110000"/>
              </a:lnSpc>
              <a:spcBef>
                <a:spcPts val="900"/>
              </a:spcBef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24A2986A-AAE4-427C-981B-4CA66BC1A2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431280" y="1335024"/>
            <a:ext cx="2240280" cy="25146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572508B-336E-469E-5D2B-9651A49B3B93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9342120" y="4023360"/>
            <a:ext cx="2194560" cy="2286000"/>
          </a:xfrm>
        </p:spPr>
        <p:txBody>
          <a:bodyPr lIns="0" rIns="0"/>
          <a:lstStyle>
            <a:lvl1pPr>
              <a:lnSpc>
                <a:spcPct val="110000"/>
              </a:lnSpc>
              <a:spcBef>
                <a:spcPts val="900"/>
              </a:spcBef>
              <a:defRPr sz="1400"/>
            </a:lvl1pPr>
            <a:lvl2pPr>
              <a:lnSpc>
                <a:spcPct val="110000"/>
              </a:lnSpc>
              <a:spcBef>
                <a:spcPts val="900"/>
              </a:spcBef>
              <a:defRPr sz="1200"/>
            </a:lvl2pPr>
            <a:lvl3pPr>
              <a:lnSpc>
                <a:spcPct val="110000"/>
              </a:lnSpc>
              <a:spcBef>
                <a:spcPts val="900"/>
              </a:spcBef>
              <a:defRPr sz="1100"/>
            </a:lvl3pPr>
            <a:lvl4pPr>
              <a:lnSpc>
                <a:spcPct val="110000"/>
              </a:lnSpc>
              <a:spcBef>
                <a:spcPts val="900"/>
              </a:spcBef>
              <a:defRPr sz="1100"/>
            </a:lvl4pPr>
            <a:lvl5pPr>
              <a:lnSpc>
                <a:spcPct val="110000"/>
              </a:lnSpc>
              <a:spcBef>
                <a:spcPts val="900"/>
              </a:spcBef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BC7588DD-A007-A2A1-EDD6-9EEFFCD3F3A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342120" y="1335024"/>
            <a:ext cx="2240280" cy="251460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6E773C5-DC8F-B04C-E4BB-8999DF0AA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AB0C947-85B1-6F73-8F85-916BD5975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DEC9D0C1-7FBA-40E3-98AB-77B8E8CCE3D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18E7064-6C65-CE7F-C31F-A4F12EC5D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793A5-113A-48A7-BCE0-7936F08DA48F}" type="datetime1">
              <a:rPr lang="en-US" smtClean="0"/>
              <a:t>3/5/26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23288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ve Columns - 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61C88EF-1F16-59C4-60F1-8DC431E70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4085"/>
            <a:ext cx="10972800" cy="946389"/>
          </a:xfrm>
        </p:spPr>
        <p:txBody>
          <a:bodyPr lIns="0" rIns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CE0A96FB-B9EB-8DE6-BE7F-8E9AFB7E3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4023360"/>
            <a:ext cx="1645920" cy="2286000"/>
          </a:xfrm>
        </p:spPr>
        <p:txBody>
          <a:bodyPr lIns="0" rIns="0"/>
          <a:lstStyle>
            <a:lvl1pPr marL="119063" indent="-119063">
              <a:lnSpc>
                <a:spcPct val="110000"/>
              </a:lnSpc>
              <a:spcBef>
                <a:spcPts val="900"/>
              </a:spcBef>
              <a:tabLst/>
              <a:defRPr sz="1200"/>
            </a:lvl1pPr>
            <a:lvl2pPr>
              <a:lnSpc>
                <a:spcPct val="110000"/>
              </a:lnSpc>
              <a:spcBef>
                <a:spcPts val="900"/>
              </a:spcBef>
              <a:defRPr sz="1100"/>
            </a:lvl2pPr>
            <a:lvl3pPr>
              <a:lnSpc>
                <a:spcPct val="110000"/>
              </a:lnSpc>
              <a:spcBef>
                <a:spcPts val="900"/>
              </a:spcBef>
              <a:defRPr sz="1050"/>
            </a:lvl3pPr>
            <a:lvl4pPr>
              <a:lnSpc>
                <a:spcPct val="110000"/>
              </a:lnSpc>
              <a:spcBef>
                <a:spcPts val="900"/>
              </a:spcBef>
              <a:defRPr sz="1050"/>
            </a:lvl4pPr>
            <a:lvl5pPr>
              <a:lnSpc>
                <a:spcPct val="110000"/>
              </a:lnSpc>
              <a:spcBef>
                <a:spcPts val="900"/>
              </a:spcBef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1">
            <a:extLst>
              <a:ext uri="{FF2B5EF4-FFF2-40B4-BE49-F238E27FC236}">
                <a16:creationId xmlns:a16="http://schemas.microsoft.com/office/drawing/2014/main" id="{03CDAFF7-00B3-41F0-A68E-7CC251F1A7B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" y="1335024"/>
            <a:ext cx="1828800" cy="2514600"/>
          </a:xfrm>
        </p:spPr>
        <p:txBody>
          <a:bodyPr/>
          <a:lstStyle/>
          <a:p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E2CAF97-6BD0-1BB9-D026-84213B160DB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2897886" y="4023360"/>
            <a:ext cx="1645920" cy="2286000"/>
          </a:xfrm>
        </p:spPr>
        <p:txBody>
          <a:bodyPr lIns="0" rIns="0"/>
          <a:lstStyle>
            <a:lvl1pPr marL="119063" indent="-119063">
              <a:lnSpc>
                <a:spcPct val="110000"/>
              </a:lnSpc>
              <a:spcBef>
                <a:spcPts val="900"/>
              </a:spcBef>
              <a:tabLst/>
              <a:defRPr sz="1200"/>
            </a:lvl1pPr>
            <a:lvl2pPr>
              <a:lnSpc>
                <a:spcPct val="110000"/>
              </a:lnSpc>
              <a:spcBef>
                <a:spcPts val="900"/>
              </a:spcBef>
              <a:defRPr sz="1100"/>
            </a:lvl2pPr>
            <a:lvl3pPr>
              <a:lnSpc>
                <a:spcPct val="110000"/>
              </a:lnSpc>
              <a:spcBef>
                <a:spcPts val="900"/>
              </a:spcBef>
              <a:defRPr sz="1050"/>
            </a:lvl3pPr>
            <a:lvl4pPr>
              <a:lnSpc>
                <a:spcPct val="110000"/>
              </a:lnSpc>
              <a:spcBef>
                <a:spcPts val="900"/>
              </a:spcBef>
              <a:defRPr sz="1050"/>
            </a:lvl4pPr>
            <a:lvl5pPr>
              <a:lnSpc>
                <a:spcPct val="110000"/>
              </a:lnSpc>
              <a:spcBef>
                <a:spcPts val="900"/>
              </a:spcBef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0296683F-1B6E-6D53-D896-684A3171765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895600" y="1335024"/>
            <a:ext cx="1828800" cy="25146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2B90CB-0423-5C9F-6F8B-19720127AC9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5183124" y="4023360"/>
            <a:ext cx="1645920" cy="2286000"/>
          </a:xfrm>
        </p:spPr>
        <p:txBody>
          <a:bodyPr lIns="0" rIns="0"/>
          <a:lstStyle>
            <a:lvl1pPr marL="119063" indent="-119063">
              <a:lnSpc>
                <a:spcPct val="110000"/>
              </a:lnSpc>
              <a:spcBef>
                <a:spcPts val="900"/>
              </a:spcBef>
              <a:tabLst/>
              <a:defRPr sz="1200"/>
            </a:lvl1pPr>
            <a:lvl2pPr>
              <a:lnSpc>
                <a:spcPct val="110000"/>
              </a:lnSpc>
              <a:spcBef>
                <a:spcPts val="900"/>
              </a:spcBef>
              <a:defRPr sz="1100"/>
            </a:lvl2pPr>
            <a:lvl3pPr>
              <a:lnSpc>
                <a:spcPct val="110000"/>
              </a:lnSpc>
              <a:spcBef>
                <a:spcPts val="900"/>
              </a:spcBef>
              <a:defRPr sz="1050"/>
            </a:lvl3pPr>
            <a:lvl4pPr>
              <a:lnSpc>
                <a:spcPct val="110000"/>
              </a:lnSpc>
              <a:spcBef>
                <a:spcPts val="900"/>
              </a:spcBef>
              <a:defRPr sz="1050"/>
            </a:lvl4pPr>
            <a:lvl5pPr>
              <a:lnSpc>
                <a:spcPct val="110000"/>
              </a:lnSpc>
              <a:spcBef>
                <a:spcPts val="900"/>
              </a:spcBef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24A2986A-AAE4-427C-981B-4CA66BC1A2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181600" y="1335024"/>
            <a:ext cx="1828800" cy="25146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572508B-336E-469E-5D2B-9651A49B3B93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7468362" y="4023360"/>
            <a:ext cx="1645920" cy="2286000"/>
          </a:xfrm>
        </p:spPr>
        <p:txBody>
          <a:bodyPr lIns="0" rIns="0"/>
          <a:lstStyle>
            <a:lvl1pPr marL="119063" indent="-119063">
              <a:lnSpc>
                <a:spcPct val="110000"/>
              </a:lnSpc>
              <a:spcBef>
                <a:spcPts val="900"/>
              </a:spcBef>
              <a:tabLst/>
              <a:defRPr sz="1200"/>
            </a:lvl1pPr>
            <a:lvl2pPr>
              <a:lnSpc>
                <a:spcPct val="110000"/>
              </a:lnSpc>
              <a:spcBef>
                <a:spcPts val="900"/>
              </a:spcBef>
              <a:defRPr sz="1100"/>
            </a:lvl2pPr>
            <a:lvl3pPr>
              <a:lnSpc>
                <a:spcPct val="110000"/>
              </a:lnSpc>
              <a:spcBef>
                <a:spcPts val="900"/>
              </a:spcBef>
              <a:defRPr sz="1050"/>
            </a:lvl3pPr>
            <a:lvl4pPr>
              <a:lnSpc>
                <a:spcPct val="110000"/>
              </a:lnSpc>
              <a:spcBef>
                <a:spcPts val="900"/>
              </a:spcBef>
              <a:defRPr sz="1050"/>
            </a:lvl4pPr>
            <a:lvl5pPr>
              <a:lnSpc>
                <a:spcPct val="110000"/>
              </a:lnSpc>
              <a:spcBef>
                <a:spcPts val="900"/>
              </a:spcBef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BC7588DD-A007-A2A1-EDD6-9EEFFCD3F3A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467600" y="1335024"/>
            <a:ext cx="1828800" cy="251460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D12A0CEB-4B0D-60FD-031D-69EED3A4330E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9753600" y="4023360"/>
            <a:ext cx="1645920" cy="2286000"/>
          </a:xfrm>
        </p:spPr>
        <p:txBody>
          <a:bodyPr lIns="0" rIns="0"/>
          <a:lstStyle>
            <a:lvl1pPr marL="119063" indent="-119063">
              <a:lnSpc>
                <a:spcPct val="110000"/>
              </a:lnSpc>
              <a:spcBef>
                <a:spcPts val="900"/>
              </a:spcBef>
              <a:tabLst/>
              <a:defRPr sz="1200"/>
            </a:lvl1pPr>
            <a:lvl2pPr>
              <a:lnSpc>
                <a:spcPct val="110000"/>
              </a:lnSpc>
              <a:spcBef>
                <a:spcPts val="900"/>
              </a:spcBef>
              <a:defRPr sz="1100"/>
            </a:lvl2pPr>
            <a:lvl3pPr>
              <a:lnSpc>
                <a:spcPct val="110000"/>
              </a:lnSpc>
              <a:spcBef>
                <a:spcPts val="900"/>
              </a:spcBef>
              <a:defRPr sz="1050"/>
            </a:lvl3pPr>
            <a:lvl4pPr>
              <a:lnSpc>
                <a:spcPct val="110000"/>
              </a:lnSpc>
              <a:spcBef>
                <a:spcPts val="900"/>
              </a:spcBef>
              <a:defRPr sz="1050"/>
            </a:lvl4pPr>
            <a:lvl5pPr>
              <a:lnSpc>
                <a:spcPct val="110000"/>
              </a:lnSpc>
              <a:spcBef>
                <a:spcPts val="900"/>
              </a:spcBef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Picture Placeholder 5">
            <a:extLst>
              <a:ext uri="{FF2B5EF4-FFF2-40B4-BE49-F238E27FC236}">
                <a16:creationId xmlns:a16="http://schemas.microsoft.com/office/drawing/2014/main" id="{0B501880-A94F-9D7D-8CC4-B3716FA977DC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753600" y="1335024"/>
            <a:ext cx="1828800" cy="251460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6E773C5-DC8F-B04C-E4BB-8999DF0AA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AB0C947-85B1-6F73-8F85-916BD5975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DEC9D0C1-7FBA-40E3-98AB-77B8E8CCE3D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18E7064-6C65-CE7F-C31F-A4F12EC5D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793A5-113A-48A7-BCE0-7936F08DA48F}" type="datetime1">
              <a:rPr lang="en-US" smtClean="0"/>
              <a:t>3/5/26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0516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-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A5097-0CFA-61BE-726A-4804164DF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4085"/>
            <a:ext cx="10972800" cy="946389"/>
          </a:xfrm>
        </p:spPr>
        <p:txBody>
          <a:bodyPr lIns="0" rIns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13B074-3B07-0E57-B1EF-F6812220DF0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9600" y="1566127"/>
            <a:ext cx="4846320" cy="342466"/>
          </a:xfrm>
        </p:spPr>
        <p:txBody>
          <a:bodyPr anchor="ctr" anchorCtr="0">
            <a:spAutoFit/>
          </a:bodyPr>
          <a:lstStyle>
            <a:lvl1pPr marL="0" indent="0">
              <a:buNone/>
              <a:defRPr sz="1600" b="1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D3F7CAF-D852-86B0-DD65-059C877F34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" y="2103120"/>
            <a:ext cx="4937760" cy="402336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C6A13A99-FC00-81A6-297A-C14D357F8C9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44640" y="1566127"/>
            <a:ext cx="4846320" cy="342466"/>
          </a:xfrm>
        </p:spPr>
        <p:txBody>
          <a:bodyPr anchor="ctr" anchorCtr="0">
            <a:spAutoFit/>
          </a:bodyPr>
          <a:lstStyle>
            <a:lvl1pPr marL="0" indent="0">
              <a:buNone/>
              <a:defRPr sz="1600" b="1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160F384-0CC4-8E1E-C546-28F7B7D6B28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644640" y="2103120"/>
            <a:ext cx="4937760" cy="40233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67FFA04-4266-EB76-C232-9C0E983840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7A4A96-D9EB-6DDE-6A01-725F7AE4430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algn="r"/>
            <a:fld id="{DEC9D0C1-7FBA-40E3-98AB-77B8E8CCE3D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F191FE7-A8B5-682D-84C7-9F90280016F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358BB68-9328-42B3-A0F9-3A3B083EF2BE}" type="datetime1">
              <a:rPr lang="en-US" smtClean="0"/>
              <a:t>3/5/26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1524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 -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A5097-0CFA-61BE-726A-4804164DF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4085"/>
            <a:ext cx="10972800" cy="946389"/>
          </a:xfrm>
        </p:spPr>
        <p:txBody>
          <a:bodyPr lIns="0" rIns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A7CA4403-228E-D982-11B8-71EFFDAB1F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1566127"/>
            <a:ext cx="3200400" cy="342466"/>
          </a:xfrm>
        </p:spPr>
        <p:txBody>
          <a:bodyPr wrap="square" anchor="ctr" anchorCtr="0">
            <a:spAutoFit/>
          </a:bodyPr>
          <a:lstStyle>
            <a:lvl1pPr marL="0" indent="0">
              <a:buNone/>
              <a:defRPr sz="1600" b="1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D3F7CAF-D852-86B0-DD65-059C877F34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" y="2103120"/>
            <a:ext cx="3255264" cy="402336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46F0AF-945D-1612-FEA8-992054B7A75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68368" y="1566127"/>
            <a:ext cx="3200400" cy="342466"/>
          </a:xfrm>
        </p:spPr>
        <p:txBody>
          <a:bodyPr wrap="square" anchor="ctr" anchorCtr="0">
            <a:spAutoFit/>
          </a:bodyPr>
          <a:lstStyle>
            <a:lvl1pPr marL="0" indent="0">
              <a:buNone/>
              <a:defRPr sz="1600" b="1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160F384-0CC4-8E1E-C546-28F7B7D6B28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468368" y="2103120"/>
            <a:ext cx="3255264" cy="402336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7D2660DF-18E0-5445-7D6F-B1E2A46D4B9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27136" y="1566127"/>
            <a:ext cx="3200400" cy="342466"/>
          </a:xfrm>
        </p:spPr>
        <p:txBody>
          <a:bodyPr wrap="square" anchor="ctr" anchorCtr="0">
            <a:spAutoFit/>
          </a:bodyPr>
          <a:lstStyle>
            <a:lvl1pPr marL="0" indent="0">
              <a:buNone/>
              <a:defRPr sz="1600" b="1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92A0C94-CCCD-1ACE-EE3F-3AAA7DAFC52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327136" y="2103120"/>
            <a:ext cx="3255264" cy="40233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121C368-1E72-48CA-929B-4401C8805A5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AEAA01-FDF7-EF7A-F41F-F69EBE76E154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algn="r"/>
            <a:fld id="{DEC9D0C1-7FBA-40E3-98AB-77B8E8CCE3D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2DB4C55-EF9A-527B-C38E-033B25315799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064C30AB-BD82-4C8A-B585-5A50C442DF09}" type="datetime1">
              <a:rPr lang="en-US" smtClean="0"/>
              <a:t>3/5/26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00576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s -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A5097-0CFA-61BE-726A-4804164DF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4085"/>
            <a:ext cx="10972800" cy="946389"/>
          </a:xfrm>
        </p:spPr>
        <p:txBody>
          <a:bodyPr lIns="0" rIns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C2F326F4-6AE1-8C74-A50F-7DF9054A0B2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0" y="1463278"/>
            <a:ext cx="2240280" cy="548163"/>
          </a:xfrm>
        </p:spPr>
        <p:txBody>
          <a:bodyPr wrap="square" anchor="ctr" anchorCtr="0">
            <a:spAutoFit/>
          </a:bodyPr>
          <a:lstStyle>
            <a:lvl1pPr marL="0" indent="0">
              <a:buNone/>
              <a:defRPr sz="1400" b="1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D3F7CAF-D852-86B0-DD65-059C877F34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" y="2103120"/>
            <a:ext cx="2240280" cy="402336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37F3A760-EE34-C8A5-89C3-5467A9BC0C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520440" y="1463278"/>
            <a:ext cx="2240280" cy="548163"/>
          </a:xfrm>
        </p:spPr>
        <p:txBody>
          <a:bodyPr wrap="square" anchor="ctr" anchorCtr="0">
            <a:spAutoFit/>
          </a:bodyPr>
          <a:lstStyle>
            <a:lvl1pPr marL="0" indent="0">
              <a:buNone/>
              <a:defRPr sz="1400" b="1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160F384-0CC4-8E1E-C546-28F7B7D6B28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520440" y="2103120"/>
            <a:ext cx="2240280" cy="40233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EC84D014-5A6E-8592-C6D8-45C3986A87F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31280" y="1463278"/>
            <a:ext cx="2240280" cy="548163"/>
          </a:xfrm>
        </p:spPr>
        <p:txBody>
          <a:bodyPr wrap="square" anchor="ctr" anchorCtr="0">
            <a:spAutoFit/>
          </a:bodyPr>
          <a:lstStyle>
            <a:lvl1pPr marL="0" indent="0">
              <a:buNone/>
              <a:defRPr sz="1400" b="1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92A0C94-CCCD-1ACE-EE3F-3AAA7DAFC52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431280" y="2103120"/>
            <a:ext cx="2240280" cy="40233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BE0941F-EC84-108F-647A-726CB13FD0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342120" y="1463278"/>
            <a:ext cx="2240280" cy="548163"/>
          </a:xfrm>
        </p:spPr>
        <p:txBody>
          <a:bodyPr wrap="square" anchor="ctr" anchorCtr="0">
            <a:spAutoFit/>
          </a:bodyPr>
          <a:lstStyle>
            <a:lvl1pPr marL="0" indent="0">
              <a:buNone/>
              <a:defRPr sz="1400" b="1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273AE085-219F-7944-7266-65BE5ACA42F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342120" y="2103120"/>
            <a:ext cx="2240280" cy="40233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D1AAD5D-057A-DD5F-90D3-857CDC599D94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5024F614-A8FC-DFE2-56F8-8E640DCA191B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 algn="r"/>
            <a:fld id="{DEC9D0C1-7FBA-40E3-98AB-77B8E8CCE3D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C5A2DDEE-A8FC-94B8-B36F-644161312658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C643547A-9664-4844-975D-62CB592093FC}" type="datetime1">
              <a:rPr lang="en-US" smtClean="0"/>
              <a:t>3/5/26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50333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ve Columns -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A5097-0CFA-61BE-726A-4804164DF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4085"/>
            <a:ext cx="10972800" cy="946389"/>
          </a:xfrm>
        </p:spPr>
        <p:txBody>
          <a:bodyPr lIns="0" rIns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C2F326F4-6AE1-8C74-A50F-7DF9054A0B2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0" y="1463278"/>
            <a:ext cx="1828800" cy="548163"/>
          </a:xfrm>
        </p:spPr>
        <p:txBody>
          <a:bodyPr wrap="square" anchor="ctr" anchorCtr="0">
            <a:spAutoFit/>
          </a:bodyPr>
          <a:lstStyle>
            <a:lvl1pPr marL="0" indent="0">
              <a:buNone/>
              <a:defRPr sz="1400" b="1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1">
            <a:extLst>
              <a:ext uri="{FF2B5EF4-FFF2-40B4-BE49-F238E27FC236}">
                <a16:creationId xmlns:a16="http://schemas.microsoft.com/office/drawing/2014/main" id="{2D3F7CAF-D852-86B0-DD65-059C877F34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" y="2103120"/>
            <a:ext cx="1828800" cy="402336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37F3A760-EE34-C8A5-89C3-5467A9BC0C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95600" y="1463278"/>
            <a:ext cx="1828800" cy="548163"/>
          </a:xfrm>
        </p:spPr>
        <p:txBody>
          <a:bodyPr wrap="square" anchor="ctr" anchorCtr="0">
            <a:spAutoFit/>
          </a:bodyPr>
          <a:lstStyle>
            <a:lvl1pPr marL="0" indent="0">
              <a:buNone/>
              <a:defRPr sz="1400" b="1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A160F384-0CC4-8E1E-C546-28F7B7D6B28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895600" y="2103120"/>
            <a:ext cx="1828800" cy="40233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EC84D014-5A6E-8592-C6D8-45C3986A87F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181600" y="1463278"/>
            <a:ext cx="1828800" cy="548163"/>
          </a:xfrm>
        </p:spPr>
        <p:txBody>
          <a:bodyPr wrap="square" anchor="ctr" anchorCtr="0">
            <a:spAutoFit/>
          </a:bodyPr>
          <a:lstStyle>
            <a:lvl1pPr marL="0" indent="0">
              <a:buNone/>
              <a:defRPr sz="1400" b="1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292A0C94-CCCD-1ACE-EE3F-3AAA7DAFC52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81600" y="2103120"/>
            <a:ext cx="1828800" cy="40233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BE0941F-EC84-108F-647A-726CB13FD0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467600" y="1463278"/>
            <a:ext cx="1828800" cy="548163"/>
          </a:xfrm>
        </p:spPr>
        <p:txBody>
          <a:bodyPr wrap="square" anchor="ctr" anchorCtr="0">
            <a:spAutoFit/>
          </a:bodyPr>
          <a:lstStyle>
            <a:lvl1pPr marL="0" indent="0">
              <a:buNone/>
              <a:defRPr sz="1400" b="1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273AE085-219F-7944-7266-65BE5ACA42F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67600" y="2103120"/>
            <a:ext cx="1828800" cy="4023360"/>
          </a:xfrm>
        </p:spPr>
        <p:txBody>
          <a:bodyPr/>
          <a:lstStyle/>
          <a:p>
            <a:endParaRPr lang="en-US"/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A816AF76-E218-238B-8714-A13AEDC0F55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753600" y="1463278"/>
            <a:ext cx="1828800" cy="548163"/>
          </a:xfrm>
        </p:spPr>
        <p:txBody>
          <a:bodyPr wrap="square" anchor="ctr" anchorCtr="0">
            <a:spAutoFit/>
          </a:bodyPr>
          <a:lstStyle>
            <a:lvl1pPr marL="0" indent="0">
              <a:buNone/>
              <a:defRPr sz="1400" b="1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 5">
            <a:extLst>
              <a:ext uri="{FF2B5EF4-FFF2-40B4-BE49-F238E27FC236}">
                <a16:creationId xmlns:a16="http://schemas.microsoft.com/office/drawing/2014/main" id="{153949DF-ED8E-0DEE-DBED-CB495FE60E4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53600" y="2103120"/>
            <a:ext cx="1828800" cy="40233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D1AAD5D-057A-DD5F-90D3-857CDC599D94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5024F614-A8FC-DFE2-56F8-8E640DCA191B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 algn="r"/>
            <a:fld id="{DEC9D0C1-7FBA-40E3-98AB-77B8E8CCE3D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C5A2DDEE-A8FC-94B8-B36F-644161312658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C643547A-9664-4844-975D-62CB592093FC}" type="datetime1">
              <a:rPr lang="en-US" smtClean="0"/>
              <a:t>3/5/26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6352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 - 1x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A5097-0CFA-61BE-726A-4804164DF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4085"/>
            <a:ext cx="10972800" cy="946389"/>
          </a:xfrm>
        </p:spPr>
        <p:txBody>
          <a:bodyPr lIns="0" rIns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D3F7CAF-D852-86B0-DD65-059C877F34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" y="1554480"/>
            <a:ext cx="10972800" cy="45720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1A3878-7BE0-2310-A612-86078B46898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64CF29-7F88-6F4B-09E2-25D36FC00EB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/>
            <a:fld id="{DEC9D0C1-7FBA-40E3-98AB-77B8E8CCE3D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21AE2-4E9E-2DCA-4E42-C97521A8179D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DBEFE4BD-2DFA-4609-895D-EFEF7C6E5A3C}" type="datetime1">
              <a:rPr lang="en-US" smtClean="0"/>
              <a:t>3/5/26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79854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 - 2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A5097-0CFA-61BE-726A-4804164DF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4085"/>
            <a:ext cx="10972800" cy="946389"/>
          </a:xfrm>
        </p:spPr>
        <p:txBody>
          <a:bodyPr lIns="0" rIns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D3F7CAF-D852-86B0-DD65-059C877F34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" y="1554480"/>
            <a:ext cx="5486400" cy="2286000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160F384-0CC4-8E1E-C546-28F7B7D6B28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1554480"/>
            <a:ext cx="5486400" cy="2286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Picture Placeholder 7">
            <a:extLst>
              <a:ext uri="{FF2B5EF4-FFF2-40B4-BE49-F238E27FC236}">
                <a16:creationId xmlns:a16="http://schemas.microsoft.com/office/drawing/2014/main" id="{92547B6F-C04C-1B8A-023F-2328C702D34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" y="3840480"/>
            <a:ext cx="5486400" cy="22860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23A551AC-B66E-B597-2080-FD4462C44E7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3840480"/>
            <a:ext cx="5486400" cy="22860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754D71-8CDC-675B-86A7-C3491639861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9CD24B-DB8B-D332-CD41-DCE59AE976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algn="r"/>
            <a:fld id="{DEC9D0C1-7FBA-40E3-98AB-77B8E8CCE3D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3B885C-55AF-9895-D16F-0BE3094261A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E62A065-523E-4F5D-A1E3-FF3942EE8A67}" type="datetime1">
              <a:rPr lang="en-US" smtClean="0"/>
              <a:t>3/5/26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67330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 - 3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A5097-0CFA-61BE-726A-4804164DF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4085"/>
            <a:ext cx="10972800" cy="946389"/>
          </a:xfrm>
        </p:spPr>
        <p:txBody>
          <a:bodyPr lIns="0" rIns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D3F7CAF-D852-86B0-DD65-059C877F34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" y="1554480"/>
            <a:ext cx="3657600" cy="2286000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160F384-0CC4-8E1E-C546-28F7B7D6B28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267200" y="1554480"/>
            <a:ext cx="3657600" cy="2286000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92A0C94-CCCD-1ACE-EE3F-3AAA7DAFC52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924800" y="1554480"/>
            <a:ext cx="3657600" cy="2286000"/>
          </a:xfrm>
        </p:spPr>
        <p:txBody>
          <a:bodyPr/>
          <a:lstStyle/>
          <a:p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1B2B2E44-F595-7BB6-29AF-8641CEDC7AD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" y="3840480"/>
            <a:ext cx="3657600" cy="2286000"/>
          </a:xfrm>
        </p:spPr>
        <p:txBody>
          <a:bodyPr/>
          <a:lstStyle/>
          <a:p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9F1FEECA-D863-9A52-B628-DC29A5E3A3F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267200" y="3840480"/>
            <a:ext cx="3657600" cy="2286000"/>
          </a:xfrm>
        </p:spPr>
        <p:txBody>
          <a:bodyPr/>
          <a:lstStyle/>
          <a:p>
            <a:endParaRPr lang="en-US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5C1A3846-D263-B994-2288-4A3F6F2CC78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924800" y="3840480"/>
            <a:ext cx="3657600" cy="2286000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42B1270B-1E15-714E-4AFB-2507475C5E96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204BD34C-DD78-3227-60AB-175D7A656D04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algn="r"/>
            <a:fld id="{DEC9D0C1-7FBA-40E3-98AB-77B8E8CCE3D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19" name="Date Placeholder 18">
            <a:extLst>
              <a:ext uri="{FF2B5EF4-FFF2-40B4-BE49-F238E27FC236}">
                <a16:creationId xmlns:a16="http://schemas.microsoft.com/office/drawing/2014/main" id="{2E65964F-CA9C-418E-97E4-57D80C7DB89C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73D3BA94-A69C-4DF2-B5C9-A1C8B9BFC5A0}" type="datetime1">
              <a:rPr lang="en-US" smtClean="0"/>
              <a:t>3/5/26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6452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 - 8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A5097-0CFA-61BE-726A-4804164DF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4085"/>
            <a:ext cx="10972800" cy="946389"/>
          </a:xfrm>
        </p:spPr>
        <p:txBody>
          <a:bodyPr lIns="0" rIns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8543630-6F53-6353-3B93-FFFD99FF0C79}"/>
              </a:ext>
            </a:extLst>
          </p:cNvPr>
          <p:cNvSpPr/>
          <p:nvPr userDrawn="1"/>
        </p:nvSpPr>
        <p:spPr>
          <a:xfrm>
            <a:off x="609600" y="1334324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C22D3AC-53D5-3076-3C9D-96307BC52BBD}"/>
              </a:ext>
            </a:extLst>
          </p:cNvPr>
          <p:cNvSpPr/>
          <p:nvPr userDrawn="1"/>
        </p:nvSpPr>
        <p:spPr>
          <a:xfrm>
            <a:off x="1995880" y="1334324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9F16C89-D2E6-5E44-2CA1-16056799EAD7}"/>
              </a:ext>
            </a:extLst>
          </p:cNvPr>
          <p:cNvSpPr/>
          <p:nvPr userDrawn="1"/>
        </p:nvSpPr>
        <p:spPr>
          <a:xfrm>
            <a:off x="3382160" y="1334324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731FAF4-776F-A0E5-46E2-8CA95A136B6F}"/>
              </a:ext>
            </a:extLst>
          </p:cNvPr>
          <p:cNvSpPr/>
          <p:nvPr userDrawn="1"/>
        </p:nvSpPr>
        <p:spPr>
          <a:xfrm>
            <a:off x="4768440" y="1334324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A68878A-7B70-9407-FE72-405B0D281BF8}"/>
              </a:ext>
            </a:extLst>
          </p:cNvPr>
          <p:cNvSpPr/>
          <p:nvPr userDrawn="1"/>
        </p:nvSpPr>
        <p:spPr>
          <a:xfrm>
            <a:off x="6154720" y="1334324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E15169-7B14-3DC3-BD30-4687C6CEB050}"/>
              </a:ext>
            </a:extLst>
          </p:cNvPr>
          <p:cNvSpPr/>
          <p:nvPr userDrawn="1"/>
        </p:nvSpPr>
        <p:spPr>
          <a:xfrm>
            <a:off x="7541000" y="1334324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85D3CEB-CBC3-33AA-56E4-7243FBB670B8}"/>
              </a:ext>
            </a:extLst>
          </p:cNvPr>
          <p:cNvSpPr/>
          <p:nvPr userDrawn="1"/>
        </p:nvSpPr>
        <p:spPr>
          <a:xfrm>
            <a:off x="8927280" y="1334324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36287BA-DFA2-9B21-DE8B-3FC50B70F90B}"/>
              </a:ext>
            </a:extLst>
          </p:cNvPr>
          <p:cNvSpPr/>
          <p:nvPr userDrawn="1"/>
        </p:nvSpPr>
        <p:spPr>
          <a:xfrm>
            <a:off x="10313559" y="1334324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562644A-5A85-01BD-2B03-DA2396CAD064}"/>
              </a:ext>
            </a:extLst>
          </p:cNvPr>
          <p:cNvSpPr/>
          <p:nvPr userDrawn="1"/>
        </p:nvSpPr>
        <p:spPr>
          <a:xfrm>
            <a:off x="609600" y="2608441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F6B678-B22E-6D11-FAB3-BADDBC694158}"/>
              </a:ext>
            </a:extLst>
          </p:cNvPr>
          <p:cNvSpPr/>
          <p:nvPr userDrawn="1"/>
        </p:nvSpPr>
        <p:spPr>
          <a:xfrm>
            <a:off x="1995880" y="2608441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392A191-3E55-9BC4-EA76-F40BD4176E67}"/>
              </a:ext>
            </a:extLst>
          </p:cNvPr>
          <p:cNvSpPr/>
          <p:nvPr userDrawn="1"/>
        </p:nvSpPr>
        <p:spPr>
          <a:xfrm>
            <a:off x="3382160" y="2608441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C0F35C9-4070-9A2F-9698-B91A7341451D}"/>
              </a:ext>
            </a:extLst>
          </p:cNvPr>
          <p:cNvSpPr/>
          <p:nvPr userDrawn="1"/>
        </p:nvSpPr>
        <p:spPr>
          <a:xfrm>
            <a:off x="4768440" y="2608441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45D6898-91DB-B3AC-F1DA-65D48A4A8502}"/>
              </a:ext>
            </a:extLst>
          </p:cNvPr>
          <p:cNvSpPr/>
          <p:nvPr userDrawn="1"/>
        </p:nvSpPr>
        <p:spPr>
          <a:xfrm>
            <a:off x="6154720" y="2608441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8BAAB28-5748-F9AC-89F5-EB1C9348877F}"/>
              </a:ext>
            </a:extLst>
          </p:cNvPr>
          <p:cNvSpPr/>
          <p:nvPr userDrawn="1"/>
        </p:nvSpPr>
        <p:spPr>
          <a:xfrm>
            <a:off x="7541000" y="2608441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EA1D538-3EC1-8418-DDF3-D4704AE0706B}"/>
              </a:ext>
            </a:extLst>
          </p:cNvPr>
          <p:cNvSpPr/>
          <p:nvPr userDrawn="1"/>
        </p:nvSpPr>
        <p:spPr>
          <a:xfrm>
            <a:off x="8927280" y="2608441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5028C3C-E97E-B0C9-C4F0-1C06EF313AC9}"/>
              </a:ext>
            </a:extLst>
          </p:cNvPr>
          <p:cNvSpPr/>
          <p:nvPr userDrawn="1"/>
        </p:nvSpPr>
        <p:spPr>
          <a:xfrm>
            <a:off x="10313559" y="2608441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1A14B7B-0BBE-1B5D-432D-40A389F3FCCF}"/>
              </a:ext>
            </a:extLst>
          </p:cNvPr>
          <p:cNvSpPr/>
          <p:nvPr userDrawn="1"/>
        </p:nvSpPr>
        <p:spPr>
          <a:xfrm>
            <a:off x="609600" y="3882557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C71FF21-A0D3-1C1A-B6F0-B38542FC16F3}"/>
              </a:ext>
            </a:extLst>
          </p:cNvPr>
          <p:cNvSpPr/>
          <p:nvPr userDrawn="1"/>
        </p:nvSpPr>
        <p:spPr>
          <a:xfrm>
            <a:off x="1995880" y="3882557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8E463DD-7CD5-9FB1-37AF-6EA3B554A5F6}"/>
              </a:ext>
            </a:extLst>
          </p:cNvPr>
          <p:cNvSpPr/>
          <p:nvPr userDrawn="1"/>
        </p:nvSpPr>
        <p:spPr>
          <a:xfrm>
            <a:off x="3382160" y="3882557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EC06218-BEF3-CB50-8EF6-EB54C5FCD4A5}"/>
              </a:ext>
            </a:extLst>
          </p:cNvPr>
          <p:cNvSpPr/>
          <p:nvPr userDrawn="1"/>
        </p:nvSpPr>
        <p:spPr>
          <a:xfrm>
            <a:off x="4768440" y="3882557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6D8E872-5127-7868-3A05-721AF6BA473C}"/>
              </a:ext>
            </a:extLst>
          </p:cNvPr>
          <p:cNvSpPr/>
          <p:nvPr userDrawn="1"/>
        </p:nvSpPr>
        <p:spPr>
          <a:xfrm>
            <a:off x="6154720" y="3882557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4707814-364C-ED34-E661-0B900D61D461}"/>
              </a:ext>
            </a:extLst>
          </p:cNvPr>
          <p:cNvSpPr/>
          <p:nvPr userDrawn="1"/>
        </p:nvSpPr>
        <p:spPr>
          <a:xfrm>
            <a:off x="7541000" y="3882557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E9A0626-4DF1-C03E-4100-AA6C8661D9FE}"/>
              </a:ext>
            </a:extLst>
          </p:cNvPr>
          <p:cNvSpPr/>
          <p:nvPr userDrawn="1"/>
        </p:nvSpPr>
        <p:spPr>
          <a:xfrm>
            <a:off x="8927280" y="3882557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64521DB-B096-8091-3A9C-9A982F43D88A}"/>
              </a:ext>
            </a:extLst>
          </p:cNvPr>
          <p:cNvSpPr/>
          <p:nvPr userDrawn="1"/>
        </p:nvSpPr>
        <p:spPr>
          <a:xfrm>
            <a:off x="10313559" y="3882557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C76CD2B-19F5-416D-DEDB-846A990C8639}"/>
              </a:ext>
            </a:extLst>
          </p:cNvPr>
          <p:cNvSpPr/>
          <p:nvPr userDrawn="1"/>
        </p:nvSpPr>
        <p:spPr>
          <a:xfrm>
            <a:off x="609600" y="5156674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77B7B08-16E6-D7D7-4798-5C0F7C0419FA}"/>
              </a:ext>
            </a:extLst>
          </p:cNvPr>
          <p:cNvSpPr/>
          <p:nvPr userDrawn="1"/>
        </p:nvSpPr>
        <p:spPr>
          <a:xfrm>
            <a:off x="1995880" y="5156674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E240E6E-B8E3-4433-FA1E-59F51736F9D6}"/>
              </a:ext>
            </a:extLst>
          </p:cNvPr>
          <p:cNvSpPr/>
          <p:nvPr userDrawn="1"/>
        </p:nvSpPr>
        <p:spPr>
          <a:xfrm>
            <a:off x="3382160" y="5156674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B4AA11C-3F23-0B4E-141A-199111885EA7}"/>
              </a:ext>
            </a:extLst>
          </p:cNvPr>
          <p:cNvSpPr/>
          <p:nvPr userDrawn="1"/>
        </p:nvSpPr>
        <p:spPr>
          <a:xfrm>
            <a:off x="4768440" y="5156674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B3AD8E4-435B-97B8-914E-D25CC5456285}"/>
              </a:ext>
            </a:extLst>
          </p:cNvPr>
          <p:cNvSpPr/>
          <p:nvPr userDrawn="1"/>
        </p:nvSpPr>
        <p:spPr>
          <a:xfrm>
            <a:off x="6154720" y="5156674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F0FE684-33AB-F095-B7EA-72178F993F53}"/>
              </a:ext>
            </a:extLst>
          </p:cNvPr>
          <p:cNvSpPr/>
          <p:nvPr userDrawn="1"/>
        </p:nvSpPr>
        <p:spPr>
          <a:xfrm>
            <a:off x="7541000" y="5156674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0489701-AA7F-0E3A-8312-681D092709AF}"/>
              </a:ext>
            </a:extLst>
          </p:cNvPr>
          <p:cNvSpPr/>
          <p:nvPr userDrawn="1"/>
        </p:nvSpPr>
        <p:spPr>
          <a:xfrm>
            <a:off x="8927280" y="5156674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2CFC289-BF79-2F3D-5FDF-6B40CC38857C}"/>
              </a:ext>
            </a:extLst>
          </p:cNvPr>
          <p:cNvSpPr/>
          <p:nvPr userDrawn="1"/>
        </p:nvSpPr>
        <p:spPr>
          <a:xfrm>
            <a:off x="10313559" y="5156674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39" name="row 1 Picture Placeholder 1">
            <a:extLst>
              <a:ext uri="{FF2B5EF4-FFF2-40B4-BE49-F238E27FC236}">
                <a16:creationId xmlns:a16="http://schemas.microsoft.com/office/drawing/2014/main" id="{85227A43-5C4D-89D4-E160-A1290BB35C9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52604" y="1374235"/>
            <a:ext cx="1182832" cy="1088105"/>
          </a:xfrm>
        </p:spPr>
        <p:txBody>
          <a:bodyPr/>
          <a:lstStyle/>
          <a:p>
            <a:endParaRPr lang="en-US"/>
          </a:p>
        </p:txBody>
      </p:sp>
      <p:sp>
        <p:nvSpPr>
          <p:cNvPr id="40" name="row 1 Picture Placeholder 2">
            <a:extLst>
              <a:ext uri="{FF2B5EF4-FFF2-40B4-BE49-F238E27FC236}">
                <a16:creationId xmlns:a16="http://schemas.microsoft.com/office/drawing/2014/main" id="{9566F144-B3C8-7936-839D-AC16AF52DC4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034595" y="1374235"/>
            <a:ext cx="1182832" cy="1088105"/>
          </a:xfrm>
        </p:spPr>
        <p:txBody>
          <a:bodyPr/>
          <a:lstStyle/>
          <a:p>
            <a:endParaRPr lang="en-US"/>
          </a:p>
        </p:txBody>
      </p:sp>
      <p:sp>
        <p:nvSpPr>
          <p:cNvPr id="41" name="row 1 Picture Placeholder 3">
            <a:extLst>
              <a:ext uri="{FF2B5EF4-FFF2-40B4-BE49-F238E27FC236}">
                <a16:creationId xmlns:a16="http://schemas.microsoft.com/office/drawing/2014/main" id="{38732D4D-83B3-1F93-6FCC-5298384D9F2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421781" y="1374235"/>
            <a:ext cx="1182832" cy="1088105"/>
          </a:xfrm>
        </p:spPr>
        <p:txBody>
          <a:bodyPr/>
          <a:lstStyle/>
          <a:p>
            <a:endParaRPr lang="en-US"/>
          </a:p>
        </p:txBody>
      </p:sp>
      <p:sp>
        <p:nvSpPr>
          <p:cNvPr id="42" name="row 1 Picture Placeholder 4">
            <a:extLst>
              <a:ext uri="{FF2B5EF4-FFF2-40B4-BE49-F238E27FC236}">
                <a16:creationId xmlns:a16="http://schemas.microsoft.com/office/drawing/2014/main" id="{9730AE84-83EF-0982-5104-F629973C19B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814163" y="1374235"/>
            <a:ext cx="1182832" cy="1088105"/>
          </a:xfrm>
        </p:spPr>
        <p:txBody>
          <a:bodyPr/>
          <a:lstStyle/>
          <a:p>
            <a:endParaRPr lang="en-US"/>
          </a:p>
        </p:txBody>
      </p:sp>
      <p:sp>
        <p:nvSpPr>
          <p:cNvPr id="43" name="row 1 Picture Placeholder 5">
            <a:extLst>
              <a:ext uri="{FF2B5EF4-FFF2-40B4-BE49-F238E27FC236}">
                <a16:creationId xmlns:a16="http://schemas.microsoft.com/office/drawing/2014/main" id="{EEFEB949-3A10-F7A6-9FBE-5FCB94B66A1A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196154" y="1374235"/>
            <a:ext cx="1182832" cy="1088105"/>
          </a:xfrm>
        </p:spPr>
        <p:txBody>
          <a:bodyPr/>
          <a:lstStyle/>
          <a:p>
            <a:endParaRPr lang="en-US"/>
          </a:p>
        </p:txBody>
      </p:sp>
      <p:sp>
        <p:nvSpPr>
          <p:cNvPr id="44" name="row 1 Picture Placeholder 6">
            <a:extLst>
              <a:ext uri="{FF2B5EF4-FFF2-40B4-BE49-F238E27FC236}">
                <a16:creationId xmlns:a16="http://schemas.microsoft.com/office/drawing/2014/main" id="{2CE4B71B-7112-B353-61F2-EBAE24BE1F3C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7583340" y="1374235"/>
            <a:ext cx="1182832" cy="1088105"/>
          </a:xfrm>
        </p:spPr>
        <p:txBody>
          <a:bodyPr/>
          <a:lstStyle/>
          <a:p>
            <a:endParaRPr lang="en-US"/>
          </a:p>
        </p:txBody>
      </p:sp>
      <p:sp>
        <p:nvSpPr>
          <p:cNvPr id="45" name="row 1 Picture Placeholder 7">
            <a:extLst>
              <a:ext uri="{FF2B5EF4-FFF2-40B4-BE49-F238E27FC236}">
                <a16:creationId xmlns:a16="http://schemas.microsoft.com/office/drawing/2014/main" id="{4C5A0B2F-5A91-9643-DAA7-BE0BB2A8A1E6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8970527" y="1374235"/>
            <a:ext cx="1182832" cy="1088105"/>
          </a:xfrm>
        </p:spPr>
        <p:txBody>
          <a:bodyPr/>
          <a:lstStyle/>
          <a:p>
            <a:endParaRPr lang="en-US"/>
          </a:p>
        </p:txBody>
      </p:sp>
      <p:sp>
        <p:nvSpPr>
          <p:cNvPr id="46" name="row 1 Picture Placeholder 8">
            <a:extLst>
              <a:ext uri="{FF2B5EF4-FFF2-40B4-BE49-F238E27FC236}">
                <a16:creationId xmlns:a16="http://schemas.microsoft.com/office/drawing/2014/main" id="{67D3AFDE-20B1-971A-47DD-2857ACC39B57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0357713" y="1374235"/>
            <a:ext cx="1182832" cy="1088105"/>
          </a:xfrm>
        </p:spPr>
        <p:txBody>
          <a:bodyPr/>
          <a:lstStyle/>
          <a:p>
            <a:endParaRPr lang="en-US"/>
          </a:p>
        </p:txBody>
      </p:sp>
      <p:sp>
        <p:nvSpPr>
          <p:cNvPr id="47" name="row 2 Picture Placeholder 1">
            <a:extLst>
              <a:ext uri="{FF2B5EF4-FFF2-40B4-BE49-F238E27FC236}">
                <a16:creationId xmlns:a16="http://schemas.microsoft.com/office/drawing/2014/main" id="{31380899-193D-8D5B-FA8D-2BE00660771E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52604" y="2645822"/>
            <a:ext cx="1182832" cy="1088105"/>
          </a:xfrm>
        </p:spPr>
        <p:txBody>
          <a:bodyPr/>
          <a:lstStyle/>
          <a:p>
            <a:endParaRPr lang="en-US"/>
          </a:p>
        </p:txBody>
      </p:sp>
      <p:sp>
        <p:nvSpPr>
          <p:cNvPr id="48" name="row 2 Picture Placeholder 2">
            <a:extLst>
              <a:ext uri="{FF2B5EF4-FFF2-40B4-BE49-F238E27FC236}">
                <a16:creationId xmlns:a16="http://schemas.microsoft.com/office/drawing/2014/main" id="{7B8CC7C2-EB24-E4BC-3521-F28289F34790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2034595" y="2645822"/>
            <a:ext cx="1182832" cy="1088105"/>
          </a:xfrm>
        </p:spPr>
        <p:txBody>
          <a:bodyPr/>
          <a:lstStyle/>
          <a:p>
            <a:endParaRPr lang="en-US"/>
          </a:p>
        </p:txBody>
      </p:sp>
      <p:sp>
        <p:nvSpPr>
          <p:cNvPr id="49" name="row 2 Picture Placeholder 3">
            <a:extLst>
              <a:ext uri="{FF2B5EF4-FFF2-40B4-BE49-F238E27FC236}">
                <a16:creationId xmlns:a16="http://schemas.microsoft.com/office/drawing/2014/main" id="{EFD6C08E-A520-2F29-E386-E6C25BFE1DC9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3421781" y="2645822"/>
            <a:ext cx="1182832" cy="1088105"/>
          </a:xfrm>
        </p:spPr>
        <p:txBody>
          <a:bodyPr/>
          <a:lstStyle/>
          <a:p>
            <a:endParaRPr lang="en-US"/>
          </a:p>
        </p:txBody>
      </p:sp>
      <p:sp>
        <p:nvSpPr>
          <p:cNvPr id="50" name="row 2 Picture Placeholder 4">
            <a:extLst>
              <a:ext uri="{FF2B5EF4-FFF2-40B4-BE49-F238E27FC236}">
                <a16:creationId xmlns:a16="http://schemas.microsoft.com/office/drawing/2014/main" id="{9E409B64-BE44-35A7-5522-CD1CA05D7F22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814163" y="2645822"/>
            <a:ext cx="1182832" cy="1088105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row 2 Picture Placeholder 5">
            <a:extLst>
              <a:ext uri="{FF2B5EF4-FFF2-40B4-BE49-F238E27FC236}">
                <a16:creationId xmlns:a16="http://schemas.microsoft.com/office/drawing/2014/main" id="{AD31BCC3-7CA0-F8E3-12BB-D29C067DB87A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196154" y="2645822"/>
            <a:ext cx="1182832" cy="1088105"/>
          </a:xfrm>
        </p:spPr>
        <p:txBody>
          <a:bodyPr/>
          <a:lstStyle/>
          <a:p>
            <a:endParaRPr lang="en-US"/>
          </a:p>
        </p:txBody>
      </p:sp>
      <p:sp>
        <p:nvSpPr>
          <p:cNvPr id="52" name="row 2 Picture Placeholder 6">
            <a:extLst>
              <a:ext uri="{FF2B5EF4-FFF2-40B4-BE49-F238E27FC236}">
                <a16:creationId xmlns:a16="http://schemas.microsoft.com/office/drawing/2014/main" id="{04774E24-BE0E-4649-FF50-F6B3FEF0D6E6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83340" y="2645822"/>
            <a:ext cx="1182832" cy="1088105"/>
          </a:xfrm>
        </p:spPr>
        <p:txBody>
          <a:bodyPr/>
          <a:lstStyle/>
          <a:p>
            <a:endParaRPr lang="en-US"/>
          </a:p>
        </p:txBody>
      </p:sp>
      <p:sp>
        <p:nvSpPr>
          <p:cNvPr id="53" name="row 2 Picture Placeholder 7">
            <a:extLst>
              <a:ext uri="{FF2B5EF4-FFF2-40B4-BE49-F238E27FC236}">
                <a16:creationId xmlns:a16="http://schemas.microsoft.com/office/drawing/2014/main" id="{45A8A087-E4BE-14C2-8362-83F49B8CAC12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8970527" y="2645822"/>
            <a:ext cx="1182832" cy="1088105"/>
          </a:xfrm>
        </p:spPr>
        <p:txBody>
          <a:bodyPr/>
          <a:lstStyle/>
          <a:p>
            <a:endParaRPr lang="en-US"/>
          </a:p>
        </p:txBody>
      </p:sp>
      <p:sp>
        <p:nvSpPr>
          <p:cNvPr id="54" name="row 2 Picture Placeholder 8">
            <a:extLst>
              <a:ext uri="{FF2B5EF4-FFF2-40B4-BE49-F238E27FC236}">
                <a16:creationId xmlns:a16="http://schemas.microsoft.com/office/drawing/2014/main" id="{A6980176-7120-F9D6-7B2A-01D8BD184D94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10357713" y="2645822"/>
            <a:ext cx="1182832" cy="1088105"/>
          </a:xfrm>
        </p:spPr>
        <p:txBody>
          <a:bodyPr/>
          <a:lstStyle/>
          <a:p>
            <a:endParaRPr lang="en-US"/>
          </a:p>
        </p:txBody>
      </p:sp>
      <p:sp>
        <p:nvSpPr>
          <p:cNvPr id="55" name="row 3 Picture Placeholder 1">
            <a:extLst>
              <a:ext uri="{FF2B5EF4-FFF2-40B4-BE49-F238E27FC236}">
                <a16:creationId xmlns:a16="http://schemas.microsoft.com/office/drawing/2014/main" id="{01052543-B91F-CF1D-C997-F32276004729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652604" y="3924554"/>
            <a:ext cx="1182832" cy="1088105"/>
          </a:xfrm>
        </p:spPr>
        <p:txBody>
          <a:bodyPr/>
          <a:lstStyle/>
          <a:p>
            <a:endParaRPr lang="en-US"/>
          </a:p>
        </p:txBody>
      </p:sp>
      <p:sp>
        <p:nvSpPr>
          <p:cNvPr id="56" name="row 3 Picture Placeholder 2">
            <a:extLst>
              <a:ext uri="{FF2B5EF4-FFF2-40B4-BE49-F238E27FC236}">
                <a16:creationId xmlns:a16="http://schemas.microsoft.com/office/drawing/2014/main" id="{70569A68-72F9-E2FE-E32D-819866ED0C35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2034595" y="3924554"/>
            <a:ext cx="1182832" cy="1088105"/>
          </a:xfrm>
        </p:spPr>
        <p:txBody>
          <a:bodyPr/>
          <a:lstStyle/>
          <a:p>
            <a:endParaRPr lang="en-US"/>
          </a:p>
        </p:txBody>
      </p:sp>
      <p:sp>
        <p:nvSpPr>
          <p:cNvPr id="57" name="row 3 Picture Placeholder 3">
            <a:extLst>
              <a:ext uri="{FF2B5EF4-FFF2-40B4-BE49-F238E27FC236}">
                <a16:creationId xmlns:a16="http://schemas.microsoft.com/office/drawing/2014/main" id="{D2BD4873-307A-6A42-64CF-510EDD057A88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3421781" y="3924554"/>
            <a:ext cx="1182832" cy="1088105"/>
          </a:xfrm>
        </p:spPr>
        <p:txBody>
          <a:bodyPr/>
          <a:lstStyle/>
          <a:p>
            <a:endParaRPr lang="en-US"/>
          </a:p>
        </p:txBody>
      </p:sp>
      <p:sp>
        <p:nvSpPr>
          <p:cNvPr id="58" name="row 3 Picture Placeholder 4">
            <a:extLst>
              <a:ext uri="{FF2B5EF4-FFF2-40B4-BE49-F238E27FC236}">
                <a16:creationId xmlns:a16="http://schemas.microsoft.com/office/drawing/2014/main" id="{654B3D41-F5AE-BC4D-CA7C-AE67AEE80F38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4814163" y="3924554"/>
            <a:ext cx="1182832" cy="1088105"/>
          </a:xfrm>
        </p:spPr>
        <p:txBody>
          <a:bodyPr/>
          <a:lstStyle/>
          <a:p>
            <a:endParaRPr lang="en-US"/>
          </a:p>
        </p:txBody>
      </p:sp>
      <p:sp>
        <p:nvSpPr>
          <p:cNvPr id="59" name="row 3 Picture Placeholder 5">
            <a:extLst>
              <a:ext uri="{FF2B5EF4-FFF2-40B4-BE49-F238E27FC236}">
                <a16:creationId xmlns:a16="http://schemas.microsoft.com/office/drawing/2014/main" id="{2049E2F9-304E-BEA6-C347-8BE731201E10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6196154" y="3924554"/>
            <a:ext cx="1182832" cy="1088105"/>
          </a:xfrm>
        </p:spPr>
        <p:txBody>
          <a:bodyPr/>
          <a:lstStyle/>
          <a:p>
            <a:endParaRPr lang="en-US"/>
          </a:p>
        </p:txBody>
      </p:sp>
      <p:sp>
        <p:nvSpPr>
          <p:cNvPr id="60" name="row 3 Picture Placeholder 6">
            <a:extLst>
              <a:ext uri="{FF2B5EF4-FFF2-40B4-BE49-F238E27FC236}">
                <a16:creationId xmlns:a16="http://schemas.microsoft.com/office/drawing/2014/main" id="{DA987F5A-D0BE-C880-0AB8-1EED29A441A8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7583340" y="3924554"/>
            <a:ext cx="1182832" cy="1088105"/>
          </a:xfrm>
        </p:spPr>
        <p:txBody>
          <a:bodyPr/>
          <a:lstStyle/>
          <a:p>
            <a:endParaRPr lang="en-US"/>
          </a:p>
        </p:txBody>
      </p:sp>
      <p:sp>
        <p:nvSpPr>
          <p:cNvPr id="61" name="row 3 Picture Placeholder 7">
            <a:extLst>
              <a:ext uri="{FF2B5EF4-FFF2-40B4-BE49-F238E27FC236}">
                <a16:creationId xmlns:a16="http://schemas.microsoft.com/office/drawing/2014/main" id="{9B4A1B9D-0A3A-2F81-8CED-F338B7A6E38C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8970527" y="3924554"/>
            <a:ext cx="1182832" cy="1088105"/>
          </a:xfrm>
        </p:spPr>
        <p:txBody>
          <a:bodyPr/>
          <a:lstStyle/>
          <a:p>
            <a:endParaRPr lang="en-US"/>
          </a:p>
        </p:txBody>
      </p:sp>
      <p:sp>
        <p:nvSpPr>
          <p:cNvPr id="62" name="row 3 Picture Placeholder 8">
            <a:extLst>
              <a:ext uri="{FF2B5EF4-FFF2-40B4-BE49-F238E27FC236}">
                <a16:creationId xmlns:a16="http://schemas.microsoft.com/office/drawing/2014/main" id="{6DF27D75-B058-220A-4405-64C938FF8FEA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10357713" y="3924554"/>
            <a:ext cx="1182832" cy="1088105"/>
          </a:xfrm>
        </p:spPr>
        <p:txBody>
          <a:bodyPr/>
          <a:lstStyle/>
          <a:p>
            <a:endParaRPr lang="en-US"/>
          </a:p>
        </p:txBody>
      </p:sp>
      <p:sp>
        <p:nvSpPr>
          <p:cNvPr id="63" name="row 4 Picture Placeholder 1">
            <a:extLst>
              <a:ext uri="{FF2B5EF4-FFF2-40B4-BE49-F238E27FC236}">
                <a16:creationId xmlns:a16="http://schemas.microsoft.com/office/drawing/2014/main" id="{BB6EB70A-D535-38CE-382E-56A416834C42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652604" y="5196141"/>
            <a:ext cx="1182832" cy="1088105"/>
          </a:xfrm>
        </p:spPr>
        <p:txBody>
          <a:bodyPr/>
          <a:lstStyle/>
          <a:p>
            <a:endParaRPr lang="en-US"/>
          </a:p>
        </p:txBody>
      </p:sp>
      <p:sp>
        <p:nvSpPr>
          <p:cNvPr id="64" name="row 4 Picture Placeholder 2">
            <a:extLst>
              <a:ext uri="{FF2B5EF4-FFF2-40B4-BE49-F238E27FC236}">
                <a16:creationId xmlns:a16="http://schemas.microsoft.com/office/drawing/2014/main" id="{F972114E-1368-BF87-A84F-E158424B35FA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2034595" y="5196141"/>
            <a:ext cx="1182832" cy="1088105"/>
          </a:xfrm>
        </p:spPr>
        <p:txBody>
          <a:bodyPr/>
          <a:lstStyle/>
          <a:p>
            <a:endParaRPr lang="en-US"/>
          </a:p>
        </p:txBody>
      </p:sp>
      <p:sp>
        <p:nvSpPr>
          <p:cNvPr id="65" name="row 4 Picture Placeholder 3">
            <a:extLst>
              <a:ext uri="{FF2B5EF4-FFF2-40B4-BE49-F238E27FC236}">
                <a16:creationId xmlns:a16="http://schemas.microsoft.com/office/drawing/2014/main" id="{278EFBC8-2747-F4D4-BC80-EDB3F561FDB4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3421781" y="5196141"/>
            <a:ext cx="1182832" cy="1088105"/>
          </a:xfrm>
        </p:spPr>
        <p:txBody>
          <a:bodyPr/>
          <a:lstStyle/>
          <a:p>
            <a:endParaRPr lang="en-US"/>
          </a:p>
        </p:txBody>
      </p:sp>
      <p:sp>
        <p:nvSpPr>
          <p:cNvPr id="66" name="row 4 Picture Placeholder 4">
            <a:extLst>
              <a:ext uri="{FF2B5EF4-FFF2-40B4-BE49-F238E27FC236}">
                <a16:creationId xmlns:a16="http://schemas.microsoft.com/office/drawing/2014/main" id="{937E185F-2AC1-06ED-C749-94E4BD3D1650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4814163" y="5196141"/>
            <a:ext cx="1182832" cy="1088105"/>
          </a:xfrm>
        </p:spPr>
        <p:txBody>
          <a:bodyPr/>
          <a:lstStyle/>
          <a:p>
            <a:endParaRPr lang="en-US"/>
          </a:p>
        </p:txBody>
      </p:sp>
      <p:sp>
        <p:nvSpPr>
          <p:cNvPr id="67" name="row 4 Picture Placeholder 5">
            <a:extLst>
              <a:ext uri="{FF2B5EF4-FFF2-40B4-BE49-F238E27FC236}">
                <a16:creationId xmlns:a16="http://schemas.microsoft.com/office/drawing/2014/main" id="{C1D6FD23-AD0E-00F8-F84E-0A75AD27C4FE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6196154" y="5196141"/>
            <a:ext cx="1182832" cy="1088105"/>
          </a:xfrm>
        </p:spPr>
        <p:txBody>
          <a:bodyPr/>
          <a:lstStyle/>
          <a:p>
            <a:endParaRPr lang="en-US"/>
          </a:p>
        </p:txBody>
      </p:sp>
      <p:sp>
        <p:nvSpPr>
          <p:cNvPr id="68" name="row 4 Picture Placeholder 6">
            <a:extLst>
              <a:ext uri="{FF2B5EF4-FFF2-40B4-BE49-F238E27FC236}">
                <a16:creationId xmlns:a16="http://schemas.microsoft.com/office/drawing/2014/main" id="{98E69D93-6780-2C21-235D-AD050AA6C84E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7583340" y="5196141"/>
            <a:ext cx="1182832" cy="1088105"/>
          </a:xfrm>
        </p:spPr>
        <p:txBody>
          <a:bodyPr/>
          <a:lstStyle/>
          <a:p>
            <a:endParaRPr lang="en-US"/>
          </a:p>
        </p:txBody>
      </p:sp>
      <p:sp>
        <p:nvSpPr>
          <p:cNvPr id="69" name="row 4 Picture Placeholder 7">
            <a:extLst>
              <a:ext uri="{FF2B5EF4-FFF2-40B4-BE49-F238E27FC236}">
                <a16:creationId xmlns:a16="http://schemas.microsoft.com/office/drawing/2014/main" id="{951CAB42-3A74-8C1A-33D9-B956194E62C9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8970527" y="5196141"/>
            <a:ext cx="1182832" cy="1088105"/>
          </a:xfrm>
        </p:spPr>
        <p:txBody>
          <a:bodyPr/>
          <a:lstStyle/>
          <a:p>
            <a:endParaRPr lang="en-US"/>
          </a:p>
        </p:txBody>
      </p:sp>
      <p:sp>
        <p:nvSpPr>
          <p:cNvPr id="70" name="row 4 Picture Placeholder 8">
            <a:extLst>
              <a:ext uri="{FF2B5EF4-FFF2-40B4-BE49-F238E27FC236}">
                <a16:creationId xmlns:a16="http://schemas.microsoft.com/office/drawing/2014/main" id="{840EF6F4-48B1-B7EA-5C60-0375F6CADFB9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10357713" y="5196141"/>
            <a:ext cx="1182832" cy="108810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1A3878-7BE0-2310-A612-86078B46898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64CF29-7F88-6F4B-09E2-25D36FC00EB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/>
            <a:fld id="{DEC9D0C1-7FBA-40E3-98AB-77B8E8CCE3D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21AE2-4E9E-2DCA-4E42-C97521A8179D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DBEFE4BD-2DFA-4609-895D-EFEF7C6E5A3C}" type="datetime1">
              <a:rPr lang="en-US" smtClean="0"/>
              <a:t>3/5/26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92245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 - Dark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78697-148C-E5F7-1EF7-EE332DEF0C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599" y="426061"/>
            <a:ext cx="5334001" cy="2387600"/>
          </a:xfrm>
        </p:spPr>
        <p:txBody>
          <a:bodyPr lIns="0" rIns="0" anchor="b">
            <a:noAutofit/>
          </a:bodyPr>
          <a:lstStyle>
            <a:lvl1pPr algn="l">
              <a:lnSpc>
                <a:spcPct val="80000"/>
              </a:lnSpc>
              <a:defRPr sz="4800" spc="-12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550909-4DC4-B1F0-6047-92EEC94F91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3012926"/>
            <a:ext cx="5334001" cy="1655762"/>
          </a:xfrm>
        </p:spPr>
        <p:txBody>
          <a:bodyPr lIns="0" rIns="0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Thread">
            <a:extLst>
              <a:ext uri="{FF2B5EF4-FFF2-40B4-BE49-F238E27FC236}">
                <a16:creationId xmlns:a16="http://schemas.microsoft.com/office/drawing/2014/main" id="{B6083D35-FA56-96A9-7AD6-A71D01DC0C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894"/>
            <a:ext cx="128016" cy="6856213"/>
          </a:xfrm>
          <a:prstGeom prst="rect">
            <a:avLst/>
          </a:prstGeom>
          <a:solidFill>
            <a:srgbClr val="EB1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031B34F-5072-BCFE-838A-B26F9DFCB01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0"/>
            <a:ext cx="6096000" cy="6858000"/>
          </a:xfrm>
        </p:spPr>
        <p:txBody>
          <a:bodyPr wrap="none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pic>
        <p:nvPicPr>
          <p:cNvPr id="5" name="Picture 4" descr="A red and black number&#10;&#10;Description automatically generated">
            <a:extLst>
              <a:ext uri="{FF2B5EF4-FFF2-40B4-BE49-F238E27FC236}">
                <a16:creationId xmlns:a16="http://schemas.microsoft.com/office/drawing/2014/main" id="{3A473975-5274-ED6D-F50C-3F967FC2BF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028" y="6003486"/>
            <a:ext cx="1316736" cy="318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3831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Dark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156EF-00C4-7068-5E38-7C447D1A9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496437"/>
            <a:ext cx="10972800" cy="1865126"/>
          </a:xfrm>
        </p:spPr>
        <p:txBody>
          <a:bodyPr wrap="square" lIns="0" rIns="0" anchor="ctr" anchorCtr="0">
            <a:spAutoFit/>
          </a:bodyPr>
          <a:lstStyle>
            <a:lvl1pPr>
              <a:lnSpc>
                <a:spcPct val="80000"/>
              </a:lnSpc>
              <a:defRPr sz="7200" spc="-12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hread">
            <a:extLst>
              <a:ext uri="{FF2B5EF4-FFF2-40B4-BE49-F238E27FC236}">
                <a16:creationId xmlns:a16="http://schemas.microsoft.com/office/drawing/2014/main" id="{91AE573E-CC51-2A49-7497-59B7E45553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894"/>
            <a:ext cx="128016" cy="6856213"/>
          </a:xfrm>
          <a:prstGeom prst="rect">
            <a:avLst/>
          </a:prstGeom>
          <a:solidFill>
            <a:srgbClr val="EB1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55069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- Bottom Graphic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61C88EF-1F16-59C4-60F1-8DC431E70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4085"/>
            <a:ext cx="10972800" cy="946389"/>
          </a:xfrm>
        </p:spPr>
        <p:txBody>
          <a:bodyPr lIns="0"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0A96FB-B9EB-8DE6-BE7F-8E9AFB7E33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lIns="0" rIns="0"/>
          <a:lstStyle>
            <a:lvl1pPr>
              <a:lnSpc>
                <a:spcPct val="110000"/>
              </a:lnSpc>
              <a:defRPr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defRPr>
                <a:solidFill>
                  <a:schemeClr val="bg1"/>
                </a:solidFill>
              </a:defRPr>
            </a:lvl2pPr>
            <a:lvl3pPr>
              <a:lnSpc>
                <a:spcPct val="110000"/>
              </a:lnSpc>
              <a:defRPr>
                <a:solidFill>
                  <a:schemeClr val="bg1"/>
                </a:solidFill>
              </a:defRPr>
            </a:lvl3pPr>
            <a:lvl4pPr>
              <a:lnSpc>
                <a:spcPct val="110000"/>
              </a:lnSpc>
              <a:defRPr>
                <a:solidFill>
                  <a:schemeClr val="bg1"/>
                </a:solidFill>
              </a:defRPr>
            </a:lvl4pPr>
            <a:lvl5pPr>
              <a:lnSpc>
                <a:spcPct val="110000"/>
              </a:lnSpc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6E773C5-DC8F-B04C-E4BB-8999DF0AA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BEBEBE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Copyright">
            <a:extLst>
              <a:ext uri="{FF2B5EF4-FFF2-40B4-BE49-F238E27FC236}">
                <a16:creationId xmlns:a16="http://schemas.microsoft.com/office/drawing/2014/main" id="{076A1818-04ED-68DC-92C5-98A4DB6D6F8F}"/>
              </a:ext>
            </a:extLst>
          </p:cNvPr>
          <p:cNvSpPr txBox="1"/>
          <p:nvPr userDrawn="1"/>
        </p:nvSpPr>
        <p:spPr>
          <a:xfrm>
            <a:off x="9871995" y="6583680"/>
            <a:ext cx="1710405" cy="92333"/>
          </a:xfrm>
          <a:prstGeom prst="rect">
            <a:avLst/>
          </a:prstGeom>
          <a:solidFill>
            <a:schemeClr val="tx1"/>
          </a:solidFill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aseline="0">
                <a:solidFill>
                  <a:srgbClr val="BEBEBE"/>
                </a:solidFill>
                <a:latin typeface="Adobe Clean" panose="020B0503020404020204" pitchFamily="34" charset="0"/>
              </a:rPr>
              <a:t>© 2025 Adobe. All Rights Reserved. Adobe Confidential.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AB0C947-85B1-6F73-8F85-916BD5975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BEBEBE"/>
                </a:solidFill>
              </a:defRPr>
            </a:lvl1pPr>
          </a:lstStyle>
          <a:p>
            <a:pPr algn="r"/>
            <a:fld id="{DEC9D0C1-7FBA-40E3-98AB-77B8E8CCE3D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18E7064-6C65-CE7F-C31F-A4F12EC5D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FD1D8-9BA5-4CA3-A987-D4ACB6D38028}" type="datetime1">
              <a:rPr lang="en-US" smtClean="0"/>
              <a:t>3/5/26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7035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arge Quote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61C88EF-1F16-59C4-60F1-8DC431E70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1600200"/>
            <a:ext cx="10972800" cy="946389"/>
          </a:xfrm>
        </p:spPr>
        <p:txBody>
          <a:bodyPr lIns="0" rIns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1E6B17-ECCD-E40D-70FD-EB994B56943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09600" y="1333500"/>
            <a:ext cx="10972800" cy="4191000"/>
          </a:xfrm>
        </p:spPr>
        <p:txBody>
          <a:bodyPr anchor="ctr" anchorCtr="0"/>
          <a:lstStyle>
            <a:lvl1pPr marL="457200" indent="-457200">
              <a:lnSpc>
                <a:spcPct val="95000"/>
              </a:lnSpc>
              <a:spcBef>
                <a:spcPts val="2400"/>
              </a:spcBef>
              <a:buSzPct val="100000"/>
              <a:buFont typeface="Helvetica Neue" panose="02000503000000020004" pitchFamily="2" charset="0"/>
              <a:buChar char="–"/>
              <a:tabLst/>
              <a:defRPr sz="5400" spc="-150">
                <a:solidFill>
                  <a:schemeClr val="bg1"/>
                </a:solidFill>
                <a:latin typeface="+mj-lt"/>
              </a:defRPr>
            </a:lvl1pPr>
            <a:lvl2pPr marL="914400" indent="-457200">
              <a:lnSpc>
                <a:spcPct val="95000"/>
              </a:lnSpc>
              <a:spcBef>
                <a:spcPts val="2400"/>
              </a:spcBef>
              <a:buSzPct val="100000"/>
              <a:buFont typeface="Helvetica Neue" panose="02000503000000020004" pitchFamily="2" charset="0"/>
              <a:buChar char="–"/>
              <a:tabLst/>
              <a:defRPr sz="3200">
                <a:solidFill>
                  <a:schemeClr val="bg1"/>
                </a:solidFill>
              </a:defRPr>
            </a:lvl2pPr>
            <a:lvl3pPr marL="914400" indent="-457200">
              <a:lnSpc>
                <a:spcPct val="95000"/>
              </a:lnSpc>
              <a:spcBef>
                <a:spcPts val="2400"/>
              </a:spcBef>
              <a:buSzPct val="100000"/>
              <a:buFont typeface="Helvetica Neue" panose="02000503000000020004" pitchFamily="2" charset="0"/>
              <a:buChar char="–"/>
              <a:tabLst/>
              <a:defRPr sz="1600">
                <a:solidFill>
                  <a:schemeClr val="bg1"/>
                </a:solidFill>
              </a:defRPr>
            </a:lvl3pPr>
            <a:lvl4pPr marL="914400" indent="-457200">
              <a:lnSpc>
                <a:spcPct val="95000"/>
              </a:lnSpc>
              <a:spcBef>
                <a:spcPts val="2400"/>
              </a:spcBef>
              <a:buSzPct val="100000"/>
              <a:buFont typeface="Helvetica Neue" panose="02000503000000020004" pitchFamily="2" charset="0"/>
              <a:buChar char="–"/>
              <a:tabLst/>
              <a:defRPr sz="1600">
                <a:solidFill>
                  <a:schemeClr val="bg1"/>
                </a:solidFill>
              </a:defRPr>
            </a:lvl4pPr>
            <a:lvl5pPr marL="914400" indent="-457200">
              <a:lnSpc>
                <a:spcPct val="95000"/>
              </a:lnSpc>
              <a:spcBef>
                <a:spcPts val="2400"/>
              </a:spcBef>
              <a:buSzPct val="100000"/>
              <a:buFont typeface="Helvetica Neue" panose="02000503000000020004" pitchFamily="2" charset="0"/>
              <a:buChar char="–"/>
              <a:tabLst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6E773C5-DC8F-B04C-E4BB-8999DF0AA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AB0C947-85B1-6F73-8F85-916BD5975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fld id="{DEC9D0C1-7FBA-40E3-98AB-77B8E8CCE3D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18E7064-6C65-CE7F-C31F-A4F12EC5D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CCD13-D1E9-473F-B841-18617FCF55E9}" type="datetime1">
              <a:rPr lang="en-US" smtClean="0"/>
              <a:t>3/5/26</a:t>
            </a:fld>
            <a:endParaRPr lang="en-US"/>
          </a:p>
        </p:txBody>
      </p:sp>
      <p:sp>
        <p:nvSpPr>
          <p:cNvPr id="2" name="Copyright">
            <a:extLst>
              <a:ext uri="{FF2B5EF4-FFF2-40B4-BE49-F238E27FC236}">
                <a16:creationId xmlns:a16="http://schemas.microsoft.com/office/drawing/2014/main" id="{BFF0610E-338E-FF22-72CA-169EB8E0A5F9}"/>
              </a:ext>
            </a:extLst>
          </p:cNvPr>
          <p:cNvSpPr txBox="1"/>
          <p:nvPr userDrawn="1"/>
        </p:nvSpPr>
        <p:spPr>
          <a:xfrm>
            <a:off x="9873598" y="6583680"/>
            <a:ext cx="1708802" cy="92333"/>
          </a:xfrm>
          <a:prstGeom prst="rect">
            <a:avLst/>
          </a:prstGeom>
          <a:solidFill>
            <a:schemeClr val="tx1"/>
          </a:solidFill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aseline="0">
                <a:solidFill>
                  <a:srgbClr val="BEBEBE"/>
                </a:solidFill>
                <a:latin typeface="Adobe Clean" panose="020B0503020404020204" pitchFamily="34" charset="0"/>
              </a:rPr>
              <a:t>© 2025 Adobe. All Rights Reserved. Adobe Confidential.</a:t>
            </a:r>
          </a:p>
        </p:txBody>
      </p:sp>
    </p:spTree>
    <p:extLst>
      <p:ext uri="{BB962C8B-B14F-4D97-AF65-F5344CB8AC3E}">
        <p14:creationId xmlns:p14="http://schemas.microsoft.com/office/powerpoint/2010/main" val="184966153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/2 Image - dark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61C88EF-1F16-59C4-60F1-8DC431E70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4085"/>
            <a:ext cx="4937760" cy="946389"/>
          </a:xfrm>
        </p:spPr>
        <p:txBody>
          <a:bodyPr lIns="0"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0A96FB-B9EB-8DE6-BE7F-8E9AFB7E3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34324"/>
            <a:ext cx="4572000" cy="4992624"/>
          </a:xfrm>
        </p:spPr>
        <p:txBody>
          <a:bodyPr lIns="0" rIns="0"/>
          <a:lstStyle>
            <a:lvl1pPr>
              <a:lnSpc>
                <a:spcPct val="110000"/>
              </a:lnSpc>
              <a:spcBef>
                <a:spcPts val="1200"/>
              </a:spcBef>
              <a:defRPr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1200"/>
              </a:spcBef>
              <a:defRPr>
                <a:solidFill>
                  <a:schemeClr val="bg1"/>
                </a:solidFill>
              </a:defRPr>
            </a:lvl2pPr>
            <a:lvl3pPr>
              <a:lnSpc>
                <a:spcPct val="110000"/>
              </a:lnSpc>
              <a:spcBef>
                <a:spcPts val="1200"/>
              </a:spcBef>
              <a:defRPr>
                <a:solidFill>
                  <a:schemeClr val="bg1"/>
                </a:solidFill>
              </a:defRPr>
            </a:lvl3pPr>
            <a:lvl4pPr>
              <a:lnSpc>
                <a:spcPct val="110000"/>
              </a:lnSpc>
              <a:spcBef>
                <a:spcPts val="1200"/>
              </a:spcBef>
              <a:defRPr>
                <a:solidFill>
                  <a:schemeClr val="bg1"/>
                </a:solidFill>
              </a:defRPr>
            </a:lvl4pPr>
            <a:lvl5pPr>
              <a:lnSpc>
                <a:spcPct val="110000"/>
              </a:lnSpc>
              <a:spcBef>
                <a:spcPts val="1200"/>
              </a:spcBef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A5ABD9F-44A7-2BD7-B0C1-E7135F8C874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0"/>
            <a:ext cx="6096000" cy="6858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4BA35D43-378C-F45A-1B41-7AABED498A5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622876" y="6583680"/>
            <a:ext cx="1920240" cy="91887"/>
          </a:xfrm>
        </p:spPr>
        <p:txBody>
          <a:bodyPr/>
          <a:lstStyle>
            <a:lvl1pPr>
              <a:defRPr>
                <a:solidFill>
                  <a:srgbClr val="BEBEBE"/>
                </a:solidFill>
              </a:defRPr>
            </a:lvl1pPr>
          </a:lstStyle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18D9348-6015-53D5-75F2-0A1A831FE33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3657600" y="6583680"/>
            <a:ext cx="89768" cy="92333"/>
          </a:xfrm>
        </p:spPr>
        <p:txBody>
          <a:bodyPr/>
          <a:lstStyle>
            <a:lvl1pPr>
              <a:defRPr>
                <a:solidFill>
                  <a:srgbClr val="BEBEBE"/>
                </a:solidFill>
              </a:defRPr>
            </a:lvl1pPr>
          </a:lstStyle>
          <a:p>
            <a:pPr algn="r"/>
            <a:fld id="{DEC9D0C1-7FBA-40E3-98AB-77B8E8CCE3D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2" name="Copyright">
            <a:extLst>
              <a:ext uri="{FF2B5EF4-FFF2-40B4-BE49-F238E27FC236}">
                <a16:creationId xmlns:a16="http://schemas.microsoft.com/office/drawing/2014/main" id="{DE2533BC-42DA-FCEE-D96C-AC878AA0AD62}"/>
              </a:ext>
            </a:extLst>
          </p:cNvPr>
          <p:cNvSpPr txBox="1"/>
          <p:nvPr userDrawn="1"/>
        </p:nvSpPr>
        <p:spPr>
          <a:xfrm>
            <a:off x="3836955" y="6583680"/>
            <a:ext cx="1710405" cy="9233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aseline="0">
                <a:solidFill>
                  <a:srgbClr val="BEBEBE"/>
                </a:solidFill>
                <a:latin typeface="Adobe Clean" panose="020B0503020404020204" pitchFamily="34" charset="0"/>
              </a:rPr>
              <a:t>© 2025 Adobe. All Rights Reserved. Adobe Confidential.</a:t>
            </a:r>
          </a:p>
        </p:txBody>
      </p:sp>
      <p:sp>
        <p:nvSpPr>
          <p:cNvPr id="4" name="Blocker">
            <a:extLst>
              <a:ext uri="{FF2B5EF4-FFF2-40B4-BE49-F238E27FC236}">
                <a16:creationId xmlns:a16="http://schemas.microsoft.com/office/drawing/2014/main" id="{3CF23C9A-F835-E086-950B-9A28BF24B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834007" y="6483509"/>
            <a:ext cx="1748393" cy="20195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C5ABE59E-8FC0-A76D-B870-3E3FD82E39C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5A861FAB-3FDE-4C87-9308-E91AC57E0401}" type="datetime1">
              <a:rPr lang="en-US" smtClean="0"/>
              <a:t>3/5/26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8206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/3 Image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61C88EF-1F16-59C4-60F1-8DC431E70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4085"/>
            <a:ext cx="6766560" cy="946389"/>
          </a:xfrm>
        </p:spPr>
        <p:txBody>
          <a:bodyPr lIns="0"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0A96FB-B9EB-8DE6-BE7F-8E9AFB7E3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34324"/>
            <a:ext cx="5943600" cy="4992624"/>
          </a:xfrm>
        </p:spPr>
        <p:txBody>
          <a:bodyPr lIns="0" rIns="0"/>
          <a:lstStyle>
            <a:lvl1pPr>
              <a:lnSpc>
                <a:spcPct val="110000"/>
              </a:lnSpc>
              <a:spcBef>
                <a:spcPts val="1200"/>
              </a:spcBef>
              <a:defRPr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1200"/>
              </a:spcBef>
              <a:defRPr>
                <a:solidFill>
                  <a:schemeClr val="bg1"/>
                </a:solidFill>
              </a:defRPr>
            </a:lvl2pPr>
            <a:lvl3pPr>
              <a:lnSpc>
                <a:spcPct val="110000"/>
              </a:lnSpc>
              <a:spcBef>
                <a:spcPts val="1200"/>
              </a:spcBef>
              <a:defRPr>
                <a:solidFill>
                  <a:schemeClr val="bg1"/>
                </a:solidFill>
              </a:defRPr>
            </a:lvl3pPr>
            <a:lvl4pPr>
              <a:lnSpc>
                <a:spcPct val="110000"/>
              </a:lnSpc>
              <a:spcBef>
                <a:spcPts val="1200"/>
              </a:spcBef>
              <a:defRPr>
                <a:solidFill>
                  <a:schemeClr val="bg1"/>
                </a:solidFill>
              </a:defRPr>
            </a:lvl4pPr>
            <a:lvl5pPr>
              <a:lnSpc>
                <a:spcPct val="110000"/>
              </a:lnSpc>
              <a:spcBef>
                <a:spcPts val="1200"/>
              </a:spcBef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A5ABD9F-44A7-2BD7-B0C1-E7135F8C874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894320" y="0"/>
            <a:ext cx="4297680" cy="6858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4BA35D43-378C-F45A-1B41-7AABED498A5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622876" y="6583680"/>
            <a:ext cx="3657600" cy="91887"/>
          </a:xfrm>
        </p:spPr>
        <p:txBody>
          <a:bodyPr/>
          <a:lstStyle>
            <a:lvl1pPr>
              <a:defRPr>
                <a:solidFill>
                  <a:srgbClr val="BEBEBE"/>
                </a:solidFill>
              </a:defRPr>
            </a:lvl1pPr>
          </a:lstStyle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18D9348-6015-53D5-75F2-0A1A831FE33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5486400" y="6583680"/>
            <a:ext cx="89768" cy="92333"/>
          </a:xfrm>
        </p:spPr>
        <p:txBody>
          <a:bodyPr/>
          <a:lstStyle>
            <a:lvl1pPr>
              <a:defRPr>
                <a:solidFill>
                  <a:srgbClr val="BEBEBE"/>
                </a:solidFill>
              </a:defRPr>
            </a:lvl1pPr>
          </a:lstStyle>
          <a:p>
            <a:pPr algn="r"/>
            <a:fld id="{DEC9D0C1-7FBA-40E3-98AB-77B8E8CCE3D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2" name="Copyright">
            <a:extLst>
              <a:ext uri="{FF2B5EF4-FFF2-40B4-BE49-F238E27FC236}">
                <a16:creationId xmlns:a16="http://schemas.microsoft.com/office/drawing/2014/main" id="{DE2533BC-42DA-FCEE-D96C-AC878AA0AD62}"/>
              </a:ext>
            </a:extLst>
          </p:cNvPr>
          <p:cNvSpPr txBox="1"/>
          <p:nvPr userDrawn="1"/>
        </p:nvSpPr>
        <p:spPr>
          <a:xfrm>
            <a:off x="5665755" y="6583680"/>
            <a:ext cx="1710405" cy="9233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aseline="0">
                <a:solidFill>
                  <a:srgbClr val="BEBEBE"/>
                </a:solidFill>
                <a:latin typeface="Adobe Clean" panose="020B0503020404020204" pitchFamily="34" charset="0"/>
              </a:rPr>
              <a:t>© 2025 Adobe. All Rights Reserved. Adobe Confidential.</a:t>
            </a:r>
          </a:p>
        </p:txBody>
      </p:sp>
      <p:sp>
        <p:nvSpPr>
          <p:cNvPr id="4" name="Blocker">
            <a:extLst>
              <a:ext uri="{FF2B5EF4-FFF2-40B4-BE49-F238E27FC236}">
                <a16:creationId xmlns:a16="http://schemas.microsoft.com/office/drawing/2014/main" id="{3CF23C9A-F835-E086-950B-9A28BF24B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834007" y="6483510"/>
            <a:ext cx="1748393" cy="20195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C5ABE59E-8FC0-A76D-B870-3E3FD82E39C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A6C1D8EA-4650-4E5E-943B-91110B552664}" type="datetime1">
              <a:rPr lang="en-US" smtClean="0"/>
              <a:t>3/5/26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2885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- Content Dark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61C88EF-1F16-59C4-60F1-8DC431E70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4085"/>
            <a:ext cx="10972800" cy="946389"/>
          </a:xfrm>
        </p:spPr>
        <p:txBody>
          <a:bodyPr lIns="0"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CE0A96FB-B9EB-8DE6-BE7F-8E9AFB7E3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34324"/>
            <a:ext cx="4937760" cy="4992624"/>
          </a:xfrm>
        </p:spPr>
        <p:txBody>
          <a:bodyPr lIns="0" rIns="0"/>
          <a:lstStyle>
            <a:lvl1pPr>
              <a:lnSpc>
                <a:spcPct val="110000"/>
              </a:lnSpc>
              <a:spcBef>
                <a:spcPts val="1200"/>
              </a:spcBef>
              <a:defRPr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1200"/>
              </a:spcBef>
              <a:defRPr>
                <a:solidFill>
                  <a:schemeClr val="bg1"/>
                </a:solidFill>
              </a:defRPr>
            </a:lvl2pPr>
            <a:lvl3pPr>
              <a:lnSpc>
                <a:spcPct val="110000"/>
              </a:lnSpc>
              <a:spcBef>
                <a:spcPts val="1200"/>
              </a:spcBef>
              <a:defRPr>
                <a:solidFill>
                  <a:schemeClr val="bg1"/>
                </a:solidFill>
              </a:defRPr>
            </a:lvl3pPr>
            <a:lvl4pPr>
              <a:lnSpc>
                <a:spcPct val="110000"/>
              </a:lnSpc>
              <a:spcBef>
                <a:spcPts val="1200"/>
              </a:spcBef>
              <a:defRPr>
                <a:solidFill>
                  <a:schemeClr val="bg1"/>
                </a:solidFill>
              </a:defRPr>
            </a:lvl4pPr>
            <a:lvl5pPr>
              <a:lnSpc>
                <a:spcPct val="110000"/>
              </a:lnSpc>
              <a:spcBef>
                <a:spcPts val="1200"/>
              </a:spcBef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E2CAF97-6BD0-1BB9-D026-84213B160DB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644640" y="1334324"/>
            <a:ext cx="4937760" cy="4992624"/>
          </a:xfrm>
        </p:spPr>
        <p:txBody>
          <a:bodyPr lIns="0" rIns="0"/>
          <a:lstStyle>
            <a:lvl1pPr>
              <a:lnSpc>
                <a:spcPct val="110000"/>
              </a:lnSpc>
              <a:spcBef>
                <a:spcPts val="1200"/>
              </a:spcBef>
              <a:defRPr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1200"/>
              </a:spcBef>
              <a:defRPr>
                <a:solidFill>
                  <a:schemeClr val="bg1"/>
                </a:solidFill>
              </a:defRPr>
            </a:lvl2pPr>
            <a:lvl3pPr>
              <a:lnSpc>
                <a:spcPct val="110000"/>
              </a:lnSpc>
              <a:spcBef>
                <a:spcPts val="1200"/>
              </a:spcBef>
              <a:defRPr>
                <a:solidFill>
                  <a:schemeClr val="bg1"/>
                </a:solidFill>
              </a:defRPr>
            </a:lvl3pPr>
            <a:lvl4pPr>
              <a:lnSpc>
                <a:spcPct val="110000"/>
              </a:lnSpc>
              <a:spcBef>
                <a:spcPts val="1200"/>
              </a:spcBef>
              <a:defRPr>
                <a:solidFill>
                  <a:schemeClr val="bg1"/>
                </a:solidFill>
              </a:defRPr>
            </a:lvl4pPr>
            <a:lvl5pPr>
              <a:lnSpc>
                <a:spcPct val="110000"/>
              </a:lnSpc>
              <a:spcBef>
                <a:spcPts val="1200"/>
              </a:spcBef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6E773C5-DC8F-B04C-E4BB-8999DF0AA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BEBEBE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Copyright">
            <a:extLst>
              <a:ext uri="{FF2B5EF4-FFF2-40B4-BE49-F238E27FC236}">
                <a16:creationId xmlns:a16="http://schemas.microsoft.com/office/drawing/2014/main" id="{43891E34-A609-5686-FA54-E3A637570182}"/>
              </a:ext>
            </a:extLst>
          </p:cNvPr>
          <p:cNvSpPr txBox="1"/>
          <p:nvPr userDrawn="1"/>
        </p:nvSpPr>
        <p:spPr>
          <a:xfrm>
            <a:off x="9871995" y="6583680"/>
            <a:ext cx="1710405" cy="92333"/>
          </a:xfrm>
          <a:prstGeom prst="rect">
            <a:avLst/>
          </a:prstGeom>
          <a:solidFill>
            <a:schemeClr val="tx1"/>
          </a:solidFill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aseline="0">
                <a:solidFill>
                  <a:srgbClr val="BEBEBE"/>
                </a:solidFill>
                <a:latin typeface="Adobe Clean" panose="020B0503020404020204" pitchFamily="34" charset="0"/>
              </a:rPr>
              <a:t>© 2025 Adobe. All Rights Reserved. Adobe Confidential.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AB0C947-85B1-6F73-8F85-916BD5975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BEBEBE"/>
                </a:solidFill>
              </a:defRPr>
            </a:lvl1pPr>
          </a:lstStyle>
          <a:p>
            <a:pPr algn="r"/>
            <a:fld id="{DEC9D0C1-7FBA-40E3-98AB-77B8E8CCE3D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18E7064-6C65-CE7F-C31F-A4F12EC5D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42838-4B53-45A2-8F31-57E1B224FDC6}" type="datetime1">
              <a:rPr lang="en-US" smtClean="0"/>
              <a:t>3/5/26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7914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 - Content Dark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61C88EF-1F16-59C4-60F1-8DC431E70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4085"/>
            <a:ext cx="10972800" cy="946389"/>
          </a:xfrm>
        </p:spPr>
        <p:txBody>
          <a:bodyPr lIns="0"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CE0A96FB-B9EB-8DE6-BE7F-8E9AFB7E3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34324"/>
            <a:ext cx="3200400" cy="4992624"/>
          </a:xfrm>
        </p:spPr>
        <p:txBody>
          <a:bodyPr lIns="0" rIns="0"/>
          <a:lstStyle>
            <a:lvl1pPr>
              <a:lnSpc>
                <a:spcPct val="110000"/>
              </a:lnSpc>
              <a:spcBef>
                <a:spcPts val="1200"/>
              </a:spcBef>
              <a:defRPr sz="160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1200"/>
              </a:spcBef>
              <a:defRPr sz="1400">
                <a:solidFill>
                  <a:schemeClr val="bg1"/>
                </a:solidFill>
              </a:defRPr>
            </a:lvl2pPr>
            <a:lvl3pPr>
              <a:lnSpc>
                <a:spcPct val="110000"/>
              </a:lnSpc>
              <a:spcBef>
                <a:spcPts val="1200"/>
              </a:spcBef>
              <a:defRPr sz="1200">
                <a:solidFill>
                  <a:schemeClr val="bg1"/>
                </a:solidFill>
              </a:defRPr>
            </a:lvl3pPr>
            <a:lvl4pPr>
              <a:lnSpc>
                <a:spcPct val="110000"/>
              </a:lnSpc>
              <a:spcBef>
                <a:spcPts val="1200"/>
              </a:spcBef>
              <a:defRPr sz="1200">
                <a:solidFill>
                  <a:schemeClr val="bg1"/>
                </a:solidFill>
              </a:defRPr>
            </a:lvl4pPr>
            <a:lvl5pPr>
              <a:lnSpc>
                <a:spcPct val="110000"/>
              </a:lnSpc>
              <a:spcBef>
                <a:spcPts val="1200"/>
              </a:spcBef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E2CAF97-6BD0-1BB9-D026-84213B160DB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495800" y="1334324"/>
            <a:ext cx="3200400" cy="4992624"/>
          </a:xfrm>
        </p:spPr>
        <p:txBody>
          <a:bodyPr lIns="0" rIns="0"/>
          <a:lstStyle>
            <a:lvl1pPr>
              <a:lnSpc>
                <a:spcPct val="110000"/>
              </a:lnSpc>
              <a:spcBef>
                <a:spcPts val="1200"/>
              </a:spcBef>
              <a:defRPr sz="160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1200"/>
              </a:spcBef>
              <a:defRPr sz="1400">
                <a:solidFill>
                  <a:schemeClr val="bg1"/>
                </a:solidFill>
              </a:defRPr>
            </a:lvl2pPr>
            <a:lvl3pPr>
              <a:lnSpc>
                <a:spcPct val="110000"/>
              </a:lnSpc>
              <a:spcBef>
                <a:spcPts val="1200"/>
              </a:spcBef>
              <a:defRPr sz="1200">
                <a:solidFill>
                  <a:schemeClr val="bg1"/>
                </a:solidFill>
              </a:defRPr>
            </a:lvl3pPr>
            <a:lvl4pPr>
              <a:lnSpc>
                <a:spcPct val="110000"/>
              </a:lnSpc>
              <a:spcBef>
                <a:spcPts val="1200"/>
              </a:spcBef>
              <a:defRPr sz="1200">
                <a:solidFill>
                  <a:schemeClr val="bg1"/>
                </a:solidFill>
              </a:defRPr>
            </a:lvl4pPr>
            <a:lvl5pPr>
              <a:lnSpc>
                <a:spcPct val="110000"/>
              </a:lnSpc>
              <a:spcBef>
                <a:spcPts val="1200"/>
              </a:spcBef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F675479F-3CBB-5D2A-4512-AE1310D8851A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382000" y="1334324"/>
            <a:ext cx="3200400" cy="4992624"/>
          </a:xfrm>
        </p:spPr>
        <p:txBody>
          <a:bodyPr lIns="0" rIns="0"/>
          <a:lstStyle>
            <a:lvl1pPr>
              <a:lnSpc>
                <a:spcPct val="110000"/>
              </a:lnSpc>
              <a:spcBef>
                <a:spcPts val="1200"/>
              </a:spcBef>
              <a:defRPr sz="160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1200"/>
              </a:spcBef>
              <a:defRPr sz="1400">
                <a:solidFill>
                  <a:schemeClr val="bg1"/>
                </a:solidFill>
              </a:defRPr>
            </a:lvl2pPr>
            <a:lvl3pPr>
              <a:lnSpc>
                <a:spcPct val="110000"/>
              </a:lnSpc>
              <a:spcBef>
                <a:spcPts val="1200"/>
              </a:spcBef>
              <a:defRPr sz="1200">
                <a:solidFill>
                  <a:schemeClr val="bg1"/>
                </a:solidFill>
              </a:defRPr>
            </a:lvl3pPr>
            <a:lvl4pPr>
              <a:lnSpc>
                <a:spcPct val="110000"/>
              </a:lnSpc>
              <a:spcBef>
                <a:spcPts val="1200"/>
              </a:spcBef>
              <a:defRPr sz="1200">
                <a:solidFill>
                  <a:schemeClr val="bg1"/>
                </a:solidFill>
              </a:defRPr>
            </a:lvl4pPr>
            <a:lvl5pPr>
              <a:lnSpc>
                <a:spcPct val="110000"/>
              </a:lnSpc>
              <a:spcBef>
                <a:spcPts val="1200"/>
              </a:spcBef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6E773C5-DC8F-B04C-E4BB-8999DF0AA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BEBEBE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Copyright">
            <a:extLst>
              <a:ext uri="{FF2B5EF4-FFF2-40B4-BE49-F238E27FC236}">
                <a16:creationId xmlns:a16="http://schemas.microsoft.com/office/drawing/2014/main" id="{43891E34-A609-5686-FA54-E3A637570182}"/>
              </a:ext>
            </a:extLst>
          </p:cNvPr>
          <p:cNvSpPr txBox="1"/>
          <p:nvPr userDrawn="1"/>
        </p:nvSpPr>
        <p:spPr>
          <a:xfrm>
            <a:off x="9871995" y="6583680"/>
            <a:ext cx="1710405" cy="92333"/>
          </a:xfrm>
          <a:prstGeom prst="rect">
            <a:avLst/>
          </a:prstGeom>
          <a:solidFill>
            <a:schemeClr val="tx1"/>
          </a:solidFill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aseline="0">
                <a:solidFill>
                  <a:srgbClr val="BEBEBE"/>
                </a:solidFill>
                <a:latin typeface="Adobe Clean" panose="020B0503020404020204" pitchFamily="34" charset="0"/>
              </a:rPr>
              <a:t>© 2025 Adobe. All Rights Reserved. Adobe Confidential.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AB0C947-85B1-6F73-8F85-916BD5975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BEBEBE"/>
                </a:solidFill>
              </a:defRPr>
            </a:lvl1pPr>
          </a:lstStyle>
          <a:p>
            <a:pPr algn="r"/>
            <a:fld id="{DEC9D0C1-7FBA-40E3-98AB-77B8E8CCE3D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18E7064-6C65-CE7F-C31F-A4F12EC5D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42838-4B53-45A2-8F31-57E1B224FDC6}" type="datetime1">
              <a:rPr lang="en-US" smtClean="0"/>
              <a:t>3/5/26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4917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s - Content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61C88EF-1F16-59C4-60F1-8DC431E70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4085"/>
            <a:ext cx="10972800" cy="946389"/>
          </a:xfrm>
        </p:spPr>
        <p:txBody>
          <a:bodyPr lIns="0"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CE0A96FB-B9EB-8DE6-BE7F-8E9AFB7E3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334324"/>
            <a:ext cx="2240280" cy="4992624"/>
          </a:xfrm>
        </p:spPr>
        <p:txBody>
          <a:bodyPr lIns="0" rIns="0"/>
          <a:lstStyle>
            <a:lvl1pPr>
              <a:lnSpc>
                <a:spcPct val="110000"/>
              </a:lnSpc>
              <a:spcBef>
                <a:spcPts val="900"/>
              </a:spcBef>
              <a:defRPr sz="140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900"/>
              </a:spcBef>
              <a:defRPr sz="1200">
                <a:solidFill>
                  <a:schemeClr val="bg1"/>
                </a:solidFill>
              </a:defRPr>
            </a:lvl2pPr>
            <a:lvl3pPr>
              <a:lnSpc>
                <a:spcPct val="110000"/>
              </a:lnSpc>
              <a:spcBef>
                <a:spcPts val="900"/>
              </a:spcBef>
              <a:defRPr sz="1100">
                <a:solidFill>
                  <a:schemeClr val="bg1"/>
                </a:solidFill>
              </a:defRPr>
            </a:lvl3pPr>
            <a:lvl4pPr>
              <a:lnSpc>
                <a:spcPct val="110000"/>
              </a:lnSpc>
              <a:spcBef>
                <a:spcPts val="900"/>
              </a:spcBef>
              <a:defRPr sz="1100">
                <a:solidFill>
                  <a:schemeClr val="bg1"/>
                </a:solidFill>
              </a:defRPr>
            </a:lvl4pPr>
            <a:lvl5pPr>
              <a:lnSpc>
                <a:spcPct val="110000"/>
              </a:lnSpc>
              <a:spcBef>
                <a:spcPts val="900"/>
              </a:spcBef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E2CAF97-6BD0-1BB9-D026-84213B160DB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521456" y="1334324"/>
            <a:ext cx="2240280" cy="4992624"/>
          </a:xfrm>
        </p:spPr>
        <p:txBody>
          <a:bodyPr lIns="0" rIns="0"/>
          <a:lstStyle>
            <a:lvl1pPr>
              <a:lnSpc>
                <a:spcPct val="110000"/>
              </a:lnSpc>
              <a:spcBef>
                <a:spcPts val="900"/>
              </a:spcBef>
              <a:defRPr sz="140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900"/>
              </a:spcBef>
              <a:defRPr sz="1200">
                <a:solidFill>
                  <a:schemeClr val="bg1"/>
                </a:solidFill>
              </a:defRPr>
            </a:lvl2pPr>
            <a:lvl3pPr>
              <a:lnSpc>
                <a:spcPct val="110000"/>
              </a:lnSpc>
              <a:spcBef>
                <a:spcPts val="900"/>
              </a:spcBef>
              <a:defRPr sz="1100">
                <a:solidFill>
                  <a:schemeClr val="bg1"/>
                </a:solidFill>
              </a:defRPr>
            </a:lvl3pPr>
            <a:lvl4pPr>
              <a:lnSpc>
                <a:spcPct val="110000"/>
              </a:lnSpc>
              <a:spcBef>
                <a:spcPts val="900"/>
              </a:spcBef>
              <a:defRPr sz="1100">
                <a:solidFill>
                  <a:schemeClr val="bg1"/>
                </a:solidFill>
              </a:defRPr>
            </a:lvl4pPr>
            <a:lvl5pPr>
              <a:lnSpc>
                <a:spcPct val="110000"/>
              </a:lnSpc>
              <a:spcBef>
                <a:spcPts val="900"/>
              </a:spcBef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2B90CB-0423-5C9F-6F8B-19720127AC9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430264" y="1334324"/>
            <a:ext cx="2240280" cy="4992624"/>
          </a:xfrm>
        </p:spPr>
        <p:txBody>
          <a:bodyPr lIns="0" rIns="0"/>
          <a:lstStyle>
            <a:lvl1pPr>
              <a:lnSpc>
                <a:spcPct val="110000"/>
              </a:lnSpc>
              <a:spcBef>
                <a:spcPts val="900"/>
              </a:spcBef>
              <a:defRPr sz="140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900"/>
              </a:spcBef>
              <a:defRPr sz="1200">
                <a:solidFill>
                  <a:schemeClr val="bg1"/>
                </a:solidFill>
              </a:defRPr>
            </a:lvl2pPr>
            <a:lvl3pPr>
              <a:lnSpc>
                <a:spcPct val="110000"/>
              </a:lnSpc>
              <a:spcBef>
                <a:spcPts val="900"/>
              </a:spcBef>
              <a:defRPr sz="1100">
                <a:solidFill>
                  <a:schemeClr val="bg1"/>
                </a:solidFill>
              </a:defRPr>
            </a:lvl3pPr>
            <a:lvl4pPr>
              <a:lnSpc>
                <a:spcPct val="110000"/>
              </a:lnSpc>
              <a:spcBef>
                <a:spcPts val="900"/>
              </a:spcBef>
              <a:defRPr sz="1100">
                <a:solidFill>
                  <a:schemeClr val="bg1"/>
                </a:solidFill>
              </a:defRPr>
            </a:lvl4pPr>
            <a:lvl5pPr>
              <a:lnSpc>
                <a:spcPct val="110000"/>
              </a:lnSpc>
              <a:spcBef>
                <a:spcPts val="900"/>
              </a:spcBef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4">
            <a:extLst>
              <a:ext uri="{FF2B5EF4-FFF2-40B4-BE49-F238E27FC236}">
                <a16:creationId xmlns:a16="http://schemas.microsoft.com/office/drawing/2014/main" id="{A649392D-4A15-EC72-F8E1-20B370553FF4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9339072" y="1334324"/>
            <a:ext cx="2240280" cy="4992624"/>
          </a:xfrm>
        </p:spPr>
        <p:txBody>
          <a:bodyPr lIns="0" rIns="0"/>
          <a:lstStyle>
            <a:lvl1pPr>
              <a:lnSpc>
                <a:spcPct val="110000"/>
              </a:lnSpc>
              <a:spcBef>
                <a:spcPts val="900"/>
              </a:spcBef>
              <a:defRPr sz="140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900"/>
              </a:spcBef>
              <a:defRPr sz="1200">
                <a:solidFill>
                  <a:schemeClr val="bg1"/>
                </a:solidFill>
              </a:defRPr>
            </a:lvl2pPr>
            <a:lvl3pPr>
              <a:lnSpc>
                <a:spcPct val="110000"/>
              </a:lnSpc>
              <a:spcBef>
                <a:spcPts val="900"/>
              </a:spcBef>
              <a:defRPr sz="1100">
                <a:solidFill>
                  <a:schemeClr val="bg1"/>
                </a:solidFill>
              </a:defRPr>
            </a:lvl3pPr>
            <a:lvl4pPr>
              <a:lnSpc>
                <a:spcPct val="110000"/>
              </a:lnSpc>
              <a:spcBef>
                <a:spcPts val="900"/>
              </a:spcBef>
              <a:defRPr sz="1100">
                <a:solidFill>
                  <a:schemeClr val="bg1"/>
                </a:solidFill>
              </a:defRPr>
            </a:lvl4pPr>
            <a:lvl5pPr>
              <a:lnSpc>
                <a:spcPct val="110000"/>
              </a:lnSpc>
              <a:spcBef>
                <a:spcPts val="900"/>
              </a:spcBef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1C7DF4-91CF-55B7-3AA7-65526726F524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0169271-AB45-4F94-B977-1C39D03C236C}" type="datetime1">
              <a:rPr lang="en-US" smtClean="0"/>
              <a:t>3/5/26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565DB8-BEAA-621B-BC19-2D34AB75BC9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2598055-59DC-88A9-9B38-40423C55EF4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fld id="{DEC9D0C1-7FBA-40E3-98AB-77B8E8CCE3D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12" name="Copyright">
            <a:extLst>
              <a:ext uri="{FF2B5EF4-FFF2-40B4-BE49-F238E27FC236}">
                <a16:creationId xmlns:a16="http://schemas.microsoft.com/office/drawing/2014/main" id="{CF063994-F7E1-75A7-CEC3-515566728D32}"/>
              </a:ext>
            </a:extLst>
          </p:cNvPr>
          <p:cNvSpPr txBox="1"/>
          <p:nvPr userDrawn="1"/>
        </p:nvSpPr>
        <p:spPr>
          <a:xfrm>
            <a:off x="9871995" y="6583680"/>
            <a:ext cx="1710405" cy="92333"/>
          </a:xfrm>
          <a:prstGeom prst="rect">
            <a:avLst/>
          </a:prstGeom>
          <a:solidFill>
            <a:schemeClr val="tx1"/>
          </a:solidFill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aseline="0">
                <a:solidFill>
                  <a:srgbClr val="BEBEBE"/>
                </a:solidFill>
                <a:latin typeface="Adobe Clean" panose="020B0503020404020204" pitchFamily="34" charset="0"/>
              </a:rPr>
              <a:t>© 2025 Adobe. All Rights Reserved. Adobe Confidential.</a:t>
            </a:r>
          </a:p>
        </p:txBody>
      </p:sp>
    </p:spTree>
    <p:extLst>
      <p:ext uri="{BB962C8B-B14F-4D97-AF65-F5344CB8AC3E}">
        <p14:creationId xmlns:p14="http://schemas.microsoft.com/office/powerpoint/2010/main" val="363619960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ve Columns - Content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61C88EF-1F16-59C4-60F1-8DC431E70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4085"/>
            <a:ext cx="10972800" cy="946389"/>
          </a:xfrm>
        </p:spPr>
        <p:txBody>
          <a:bodyPr lIns="0"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CE0A96FB-B9EB-8DE6-BE7F-8E9AFB7E3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334324"/>
            <a:ext cx="1920240" cy="4992624"/>
          </a:xfrm>
        </p:spPr>
        <p:txBody>
          <a:bodyPr lIns="0" rIns="0"/>
          <a:lstStyle>
            <a:lvl1pPr marL="119063" indent="-119063">
              <a:lnSpc>
                <a:spcPct val="110000"/>
              </a:lnSpc>
              <a:spcBef>
                <a:spcPts val="900"/>
              </a:spcBef>
              <a:tabLst/>
              <a:defRPr sz="120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900"/>
              </a:spcBef>
              <a:defRPr sz="1100">
                <a:solidFill>
                  <a:schemeClr val="bg1"/>
                </a:solidFill>
              </a:defRPr>
            </a:lvl2pPr>
            <a:lvl3pPr>
              <a:lnSpc>
                <a:spcPct val="110000"/>
              </a:lnSpc>
              <a:spcBef>
                <a:spcPts val="900"/>
              </a:spcBef>
              <a:defRPr sz="1050">
                <a:solidFill>
                  <a:schemeClr val="bg1"/>
                </a:solidFill>
              </a:defRPr>
            </a:lvl3pPr>
            <a:lvl4pPr>
              <a:lnSpc>
                <a:spcPct val="110000"/>
              </a:lnSpc>
              <a:spcBef>
                <a:spcPts val="900"/>
              </a:spcBef>
              <a:defRPr sz="1050">
                <a:solidFill>
                  <a:schemeClr val="bg1"/>
                </a:solidFill>
              </a:defRPr>
            </a:lvl4pPr>
            <a:lvl5pPr>
              <a:lnSpc>
                <a:spcPct val="110000"/>
              </a:lnSpc>
              <a:spcBef>
                <a:spcPts val="900"/>
              </a:spcBef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E2CAF97-6BD0-1BB9-D026-84213B160DB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2875026" y="1334324"/>
            <a:ext cx="1920240" cy="4992624"/>
          </a:xfrm>
        </p:spPr>
        <p:txBody>
          <a:bodyPr lIns="0" rIns="0"/>
          <a:lstStyle>
            <a:lvl1pPr marL="119063" indent="-119063">
              <a:lnSpc>
                <a:spcPct val="110000"/>
              </a:lnSpc>
              <a:spcBef>
                <a:spcPts val="900"/>
              </a:spcBef>
              <a:tabLst/>
              <a:defRPr sz="120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900"/>
              </a:spcBef>
              <a:defRPr sz="1100">
                <a:solidFill>
                  <a:schemeClr val="bg1"/>
                </a:solidFill>
              </a:defRPr>
            </a:lvl2pPr>
            <a:lvl3pPr>
              <a:lnSpc>
                <a:spcPct val="110000"/>
              </a:lnSpc>
              <a:spcBef>
                <a:spcPts val="900"/>
              </a:spcBef>
              <a:defRPr sz="1050">
                <a:solidFill>
                  <a:schemeClr val="bg1"/>
                </a:solidFill>
              </a:defRPr>
            </a:lvl3pPr>
            <a:lvl4pPr>
              <a:lnSpc>
                <a:spcPct val="110000"/>
              </a:lnSpc>
              <a:spcBef>
                <a:spcPts val="900"/>
              </a:spcBef>
              <a:defRPr sz="1050">
                <a:solidFill>
                  <a:schemeClr val="bg1"/>
                </a:solidFill>
              </a:defRPr>
            </a:lvl4pPr>
            <a:lvl5pPr>
              <a:lnSpc>
                <a:spcPct val="110000"/>
              </a:lnSpc>
              <a:spcBef>
                <a:spcPts val="900"/>
              </a:spcBef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2B90CB-0423-5C9F-6F8B-19720127AC9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5137404" y="1334324"/>
            <a:ext cx="1920240" cy="4992624"/>
          </a:xfrm>
        </p:spPr>
        <p:txBody>
          <a:bodyPr lIns="0" rIns="0"/>
          <a:lstStyle>
            <a:lvl1pPr marL="119063" indent="-119063">
              <a:lnSpc>
                <a:spcPct val="110000"/>
              </a:lnSpc>
              <a:spcBef>
                <a:spcPts val="900"/>
              </a:spcBef>
              <a:tabLst/>
              <a:defRPr sz="120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900"/>
              </a:spcBef>
              <a:defRPr sz="1100">
                <a:solidFill>
                  <a:schemeClr val="bg1"/>
                </a:solidFill>
              </a:defRPr>
            </a:lvl2pPr>
            <a:lvl3pPr>
              <a:lnSpc>
                <a:spcPct val="110000"/>
              </a:lnSpc>
              <a:spcBef>
                <a:spcPts val="900"/>
              </a:spcBef>
              <a:defRPr sz="1050">
                <a:solidFill>
                  <a:schemeClr val="bg1"/>
                </a:solidFill>
              </a:defRPr>
            </a:lvl3pPr>
            <a:lvl4pPr>
              <a:lnSpc>
                <a:spcPct val="110000"/>
              </a:lnSpc>
              <a:spcBef>
                <a:spcPts val="900"/>
              </a:spcBef>
              <a:defRPr sz="1050">
                <a:solidFill>
                  <a:schemeClr val="bg1"/>
                </a:solidFill>
              </a:defRPr>
            </a:lvl4pPr>
            <a:lvl5pPr>
              <a:lnSpc>
                <a:spcPct val="110000"/>
              </a:lnSpc>
              <a:spcBef>
                <a:spcPts val="900"/>
              </a:spcBef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4">
            <a:extLst>
              <a:ext uri="{FF2B5EF4-FFF2-40B4-BE49-F238E27FC236}">
                <a16:creationId xmlns:a16="http://schemas.microsoft.com/office/drawing/2014/main" id="{A649392D-4A15-EC72-F8E1-20B370553FF4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7399782" y="1334324"/>
            <a:ext cx="1920240" cy="4992624"/>
          </a:xfrm>
        </p:spPr>
        <p:txBody>
          <a:bodyPr lIns="0" rIns="0"/>
          <a:lstStyle>
            <a:lvl1pPr marL="119063" indent="-119063">
              <a:lnSpc>
                <a:spcPct val="110000"/>
              </a:lnSpc>
              <a:spcBef>
                <a:spcPts val="900"/>
              </a:spcBef>
              <a:tabLst/>
              <a:defRPr sz="120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900"/>
              </a:spcBef>
              <a:defRPr sz="1100">
                <a:solidFill>
                  <a:schemeClr val="bg1"/>
                </a:solidFill>
              </a:defRPr>
            </a:lvl2pPr>
            <a:lvl3pPr>
              <a:lnSpc>
                <a:spcPct val="110000"/>
              </a:lnSpc>
              <a:spcBef>
                <a:spcPts val="900"/>
              </a:spcBef>
              <a:defRPr sz="1050">
                <a:solidFill>
                  <a:schemeClr val="bg1"/>
                </a:solidFill>
              </a:defRPr>
            </a:lvl3pPr>
            <a:lvl4pPr>
              <a:lnSpc>
                <a:spcPct val="110000"/>
              </a:lnSpc>
              <a:spcBef>
                <a:spcPts val="900"/>
              </a:spcBef>
              <a:defRPr sz="1050">
                <a:solidFill>
                  <a:schemeClr val="bg1"/>
                </a:solidFill>
              </a:defRPr>
            </a:lvl4pPr>
            <a:lvl5pPr>
              <a:lnSpc>
                <a:spcPct val="110000"/>
              </a:lnSpc>
              <a:spcBef>
                <a:spcPts val="900"/>
              </a:spcBef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CB82708F-B3F7-E5C0-481F-8B2177EAF190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9662160" y="1334324"/>
            <a:ext cx="1920240" cy="4992624"/>
          </a:xfrm>
        </p:spPr>
        <p:txBody>
          <a:bodyPr lIns="0" rIns="0"/>
          <a:lstStyle>
            <a:lvl1pPr marL="119063" indent="-119063">
              <a:lnSpc>
                <a:spcPct val="110000"/>
              </a:lnSpc>
              <a:spcBef>
                <a:spcPts val="900"/>
              </a:spcBef>
              <a:tabLst/>
              <a:defRPr sz="120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900"/>
              </a:spcBef>
              <a:defRPr sz="1100">
                <a:solidFill>
                  <a:schemeClr val="bg1"/>
                </a:solidFill>
              </a:defRPr>
            </a:lvl2pPr>
            <a:lvl3pPr>
              <a:lnSpc>
                <a:spcPct val="110000"/>
              </a:lnSpc>
              <a:spcBef>
                <a:spcPts val="900"/>
              </a:spcBef>
              <a:defRPr sz="1050">
                <a:solidFill>
                  <a:schemeClr val="bg1"/>
                </a:solidFill>
              </a:defRPr>
            </a:lvl3pPr>
            <a:lvl4pPr>
              <a:lnSpc>
                <a:spcPct val="110000"/>
              </a:lnSpc>
              <a:spcBef>
                <a:spcPts val="900"/>
              </a:spcBef>
              <a:defRPr sz="1050">
                <a:solidFill>
                  <a:schemeClr val="bg1"/>
                </a:solidFill>
              </a:defRPr>
            </a:lvl4pPr>
            <a:lvl5pPr>
              <a:lnSpc>
                <a:spcPct val="110000"/>
              </a:lnSpc>
              <a:spcBef>
                <a:spcPts val="900"/>
              </a:spcBef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1C7DF4-91CF-55B7-3AA7-65526726F524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0169271-AB45-4F94-B977-1C39D03C236C}" type="datetime1">
              <a:rPr lang="en-US" smtClean="0"/>
              <a:t>3/5/26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565DB8-BEAA-621B-BC19-2D34AB75BC9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2598055-59DC-88A9-9B38-40423C55EF4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fld id="{DEC9D0C1-7FBA-40E3-98AB-77B8E8CCE3D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12" name="Copyright">
            <a:extLst>
              <a:ext uri="{FF2B5EF4-FFF2-40B4-BE49-F238E27FC236}">
                <a16:creationId xmlns:a16="http://schemas.microsoft.com/office/drawing/2014/main" id="{CF063994-F7E1-75A7-CEC3-515566728D32}"/>
              </a:ext>
            </a:extLst>
          </p:cNvPr>
          <p:cNvSpPr txBox="1"/>
          <p:nvPr userDrawn="1"/>
        </p:nvSpPr>
        <p:spPr>
          <a:xfrm>
            <a:off x="9871995" y="6583680"/>
            <a:ext cx="1710405" cy="92333"/>
          </a:xfrm>
          <a:prstGeom prst="rect">
            <a:avLst/>
          </a:prstGeom>
          <a:solidFill>
            <a:schemeClr val="tx1"/>
          </a:solidFill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aseline="0">
                <a:solidFill>
                  <a:srgbClr val="BEBEBE"/>
                </a:solidFill>
                <a:latin typeface="Adobe Clean" panose="020B0503020404020204" pitchFamily="34" charset="0"/>
              </a:rPr>
              <a:t>© 2025 Adobe. All Rights Reserved. Adobe Confidential.</a:t>
            </a:r>
          </a:p>
        </p:txBody>
      </p:sp>
    </p:spTree>
    <p:extLst>
      <p:ext uri="{BB962C8B-B14F-4D97-AF65-F5344CB8AC3E}">
        <p14:creationId xmlns:p14="http://schemas.microsoft.com/office/powerpoint/2010/main" val="11282608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- Image and Content Dark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61C88EF-1F16-59C4-60F1-8DC431E70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4085"/>
            <a:ext cx="10972800" cy="946389"/>
          </a:xfrm>
        </p:spPr>
        <p:txBody>
          <a:bodyPr lIns="0"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Picture Placeholder 1">
            <a:extLst>
              <a:ext uri="{FF2B5EF4-FFF2-40B4-BE49-F238E27FC236}">
                <a16:creationId xmlns:a16="http://schemas.microsoft.com/office/drawing/2014/main" id="{44B0349E-3471-3051-A5B9-9681553EB99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" y="1335024"/>
            <a:ext cx="4937760" cy="2514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CE0A96FB-B9EB-8DE6-BE7F-8E9AFB7E3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4023360"/>
            <a:ext cx="4846320" cy="2286000"/>
          </a:xfrm>
        </p:spPr>
        <p:txBody>
          <a:bodyPr lIns="0" rIns="0"/>
          <a:lstStyle>
            <a:lvl1pPr>
              <a:lnSpc>
                <a:spcPct val="110000"/>
              </a:lnSpc>
              <a:spcBef>
                <a:spcPts val="1200"/>
              </a:spcBef>
              <a:defRPr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1200"/>
              </a:spcBef>
              <a:defRPr>
                <a:solidFill>
                  <a:schemeClr val="bg1"/>
                </a:solidFill>
              </a:defRPr>
            </a:lvl2pPr>
            <a:lvl3pPr>
              <a:lnSpc>
                <a:spcPct val="110000"/>
              </a:lnSpc>
              <a:spcBef>
                <a:spcPts val="1200"/>
              </a:spcBef>
              <a:defRPr>
                <a:solidFill>
                  <a:schemeClr val="bg1"/>
                </a:solidFill>
              </a:defRPr>
            </a:lvl3pPr>
            <a:lvl4pPr>
              <a:lnSpc>
                <a:spcPct val="110000"/>
              </a:lnSpc>
              <a:spcBef>
                <a:spcPts val="1200"/>
              </a:spcBef>
              <a:defRPr>
                <a:solidFill>
                  <a:schemeClr val="bg1"/>
                </a:solidFill>
              </a:defRPr>
            </a:lvl4pPr>
            <a:lvl5pPr>
              <a:lnSpc>
                <a:spcPct val="110000"/>
              </a:lnSpc>
              <a:spcBef>
                <a:spcPts val="1200"/>
              </a:spcBef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3142B398-0C77-E84A-DD6A-3B9AC2D5E34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44640" y="1335024"/>
            <a:ext cx="4937760" cy="2514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E2CAF97-6BD0-1BB9-D026-84213B160DB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644640" y="4023360"/>
            <a:ext cx="4846320" cy="2286000"/>
          </a:xfrm>
        </p:spPr>
        <p:txBody>
          <a:bodyPr lIns="0" rIns="0"/>
          <a:lstStyle>
            <a:lvl1pPr>
              <a:lnSpc>
                <a:spcPct val="110000"/>
              </a:lnSpc>
              <a:spcBef>
                <a:spcPts val="1200"/>
              </a:spcBef>
              <a:defRPr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1200"/>
              </a:spcBef>
              <a:defRPr>
                <a:solidFill>
                  <a:schemeClr val="bg1"/>
                </a:solidFill>
              </a:defRPr>
            </a:lvl2pPr>
            <a:lvl3pPr>
              <a:lnSpc>
                <a:spcPct val="110000"/>
              </a:lnSpc>
              <a:spcBef>
                <a:spcPts val="1200"/>
              </a:spcBef>
              <a:defRPr>
                <a:solidFill>
                  <a:schemeClr val="bg1"/>
                </a:solidFill>
              </a:defRPr>
            </a:lvl3pPr>
            <a:lvl4pPr>
              <a:lnSpc>
                <a:spcPct val="110000"/>
              </a:lnSpc>
              <a:spcBef>
                <a:spcPts val="1200"/>
              </a:spcBef>
              <a:defRPr>
                <a:solidFill>
                  <a:schemeClr val="bg1"/>
                </a:solidFill>
              </a:defRPr>
            </a:lvl4pPr>
            <a:lvl5pPr>
              <a:lnSpc>
                <a:spcPct val="110000"/>
              </a:lnSpc>
              <a:spcBef>
                <a:spcPts val="1200"/>
              </a:spcBef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6E773C5-DC8F-B04C-E4BB-8999DF0AA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BEBEBE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Copyright">
            <a:extLst>
              <a:ext uri="{FF2B5EF4-FFF2-40B4-BE49-F238E27FC236}">
                <a16:creationId xmlns:a16="http://schemas.microsoft.com/office/drawing/2014/main" id="{43891E34-A609-5686-FA54-E3A637570182}"/>
              </a:ext>
            </a:extLst>
          </p:cNvPr>
          <p:cNvSpPr txBox="1"/>
          <p:nvPr userDrawn="1"/>
        </p:nvSpPr>
        <p:spPr>
          <a:xfrm>
            <a:off x="9871995" y="6583680"/>
            <a:ext cx="1710405" cy="92333"/>
          </a:xfrm>
          <a:prstGeom prst="rect">
            <a:avLst/>
          </a:prstGeom>
          <a:solidFill>
            <a:schemeClr val="tx1"/>
          </a:solidFill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aseline="0">
                <a:solidFill>
                  <a:srgbClr val="BEBEBE"/>
                </a:solidFill>
                <a:latin typeface="Adobe Clean" panose="020B0503020404020204" pitchFamily="34" charset="0"/>
              </a:rPr>
              <a:t>© 2025 Adobe. All Rights Reserved. Adobe Confidential.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AB0C947-85B1-6F73-8F85-916BD5975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BEBEBE"/>
                </a:solidFill>
              </a:defRPr>
            </a:lvl1pPr>
          </a:lstStyle>
          <a:p>
            <a:pPr algn="r"/>
            <a:fld id="{DEC9D0C1-7FBA-40E3-98AB-77B8E8CCE3D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18E7064-6C65-CE7F-C31F-A4F12EC5D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42838-4B53-45A2-8F31-57E1B224FDC6}" type="datetime1">
              <a:rPr lang="en-US" smtClean="0"/>
              <a:t>3/5/26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75184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 - Image and Content Dark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61C88EF-1F16-59C4-60F1-8DC431E70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4085"/>
            <a:ext cx="10972800" cy="946389"/>
          </a:xfrm>
        </p:spPr>
        <p:txBody>
          <a:bodyPr lIns="0"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CE0A96FB-B9EB-8DE6-BE7F-8E9AFB7E3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4040372"/>
            <a:ext cx="3200400" cy="2286575"/>
          </a:xfrm>
        </p:spPr>
        <p:txBody>
          <a:bodyPr lIns="0" rIns="0"/>
          <a:lstStyle>
            <a:lvl1pPr>
              <a:lnSpc>
                <a:spcPct val="110000"/>
              </a:lnSpc>
              <a:spcBef>
                <a:spcPts val="1200"/>
              </a:spcBef>
              <a:defRPr sz="160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1200"/>
              </a:spcBef>
              <a:defRPr sz="1400">
                <a:solidFill>
                  <a:schemeClr val="bg1"/>
                </a:solidFill>
              </a:defRPr>
            </a:lvl2pPr>
            <a:lvl3pPr>
              <a:lnSpc>
                <a:spcPct val="110000"/>
              </a:lnSpc>
              <a:spcBef>
                <a:spcPts val="1200"/>
              </a:spcBef>
              <a:defRPr sz="1200">
                <a:solidFill>
                  <a:schemeClr val="bg1"/>
                </a:solidFill>
              </a:defRPr>
            </a:lvl3pPr>
            <a:lvl4pPr>
              <a:lnSpc>
                <a:spcPct val="110000"/>
              </a:lnSpc>
              <a:spcBef>
                <a:spcPts val="1200"/>
              </a:spcBef>
              <a:defRPr sz="1200">
                <a:solidFill>
                  <a:schemeClr val="bg1"/>
                </a:solidFill>
              </a:defRPr>
            </a:lvl4pPr>
            <a:lvl5pPr>
              <a:lnSpc>
                <a:spcPct val="110000"/>
              </a:lnSpc>
              <a:spcBef>
                <a:spcPts val="1200"/>
              </a:spcBef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">
            <a:extLst>
              <a:ext uri="{FF2B5EF4-FFF2-40B4-BE49-F238E27FC236}">
                <a16:creationId xmlns:a16="http://schemas.microsoft.com/office/drawing/2014/main" id="{F7FA6101-2BCD-3F7A-5BFE-9C338D8F8C0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" y="1335024"/>
            <a:ext cx="3255264" cy="2514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E2CAF97-6BD0-1BB9-D026-84213B160DB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468368" y="4040372"/>
            <a:ext cx="3200400" cy="2286575"/>
          </a:xfrm>
        </p:spPr>
        <p:txBody>
          <a:bodyPr lIns="0" rIns="0"/>
          <a:lstStyle>
            <a:lvl1pPr>
              <a:lnSpc>
                <a:spcPct val="110000"/>
              </a:lnSpc>
              <a:spcBef>
                <a:spcPts val="1200"/>
              </a:spcBef>
              <a:defRPr sz="160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1200"/>
              </a:spcBef>
              <a:defRPr sz="1400">
                <a:solidFill>
                  <a:schemeClr val="bg1"/>
                </a:solidFill>
              </a:defRPr>
            </a:lvl2pPr>
            <a:lvl3pPr>
              <a:lnSpc>
                <a:spcPct val="110000"/>
              </a:lnSpc>
              <a:spcBef>
                <a:spcPts val="1200"/>
              </a:spcBef>
              <a:defRPr sz="1200">
                <a:solidFill>
                  <a:schemeClr val="bg1"/>
                </a:solidFill>
              </a:defRPr>
            </a:lvl3pPr>
            <a:lvl4pPr>
              <a:lnSpc>
                <a:spcPct val="110000"/>
              </a:lnSpc>
              <a:spcBef>
                <a:spcPts val="1200"/>
              </a:spcBef>
              <a:defRPr sz="1200">
                <a:solidFill>
                  <a:schemeClr val="bg1"/>
                </a:solidFill>
              </a:defRPr>
            </a:lvl4pPr>
            <a:lvl5pPr>
              <a:lnSpc>
                <a:spcPct val="110000"/>
              </a:lnSpc>
              <a:spcBef>
                <a:spcPts val="1200"/>
              </a:spcBef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1F35FB27-0B90-CA7E-FF2E-695B6A9CA1A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468368" y="1335024"/>
            <a:ext cx="3255264" cy="2514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F675479F-3CBB-5D2A-4512-AE1310D8851A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327136" y="4040372"/>
            <a:ext cx="3200400" cy="2286575"/>
          </a:xfrm>
        </p:spPr>
        <p:txBody>
          <a:bodyPr lIns="0" rIns="0"/>
          <a:lstStyle>
            <a:lvl1pPr>
              <a:lnSpc>
                <a:spcPct val="110000"/>
              </a:lnSpc>
              <a:spcBef>
                <a:spcPts val="1200"/>
              </a:spcBef>
              <a:defRPr sz="160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1200"/>
              </a:spcBef>
              <a:defRPr sz="1400">
                <a:solidFill>
                  <a:schemeClr val="bg1"/>
                </a:solidFill>
              </a:defRPr>
            </a:lvl2pPr>
            <a:lvl3pPr>
              <a:lnSpc>
                <a:spcPct val="110000"/>
              </a:lnSpc>
              <a:spcBef>
                <a:spcPts val="1200"/>
              </a:spcBef>
              <a:defRPr sz="1200">
                <a:solidFill>
                  <a:schemeClr val="bg1"/>
                </a:solidFill>
              </a:defRPr>
            </a:lvl3pPr>
            <a:lvl4pPr>
              <a:lnSpc>
                <a:spcPct val="110000"/>
              </a:lnSpc>
              <a:spcBef>
                <a:spcPts val="1200"/>
              </a:spcBef>
              <a:defRPr sz="1200">
                <a:solidFill>
                  <a:schemeClr val="bg1"/>
                </a:solidFill>
              </a:defRPr>
            </a:lvl4pPr>
            <a:lvl5pPr>
              <a:lnSpc>
                <a:spcPct val="110000"/>
              </a:lnSpc>
              <a:spcBef>
                <a:spcPts val="1200"/>
              </a:spcBef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D7A90959-8D39-E413-9AB9-75B5F74E177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327136" y="1335024"/>
            <a:ext cx="3255264" cy="2514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6E773C5-DC8F-B04C-E4BB-8999DF0AA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BEBEBE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Copyright">
            <a:extLst>
              <a:ext uri="{FF2B5EF4-FFF2-40B4-BE49-F238E27FC236}">
                <a16:creationId xmlns:a16="http://schemas.microsoft.com/office/drawing/2014/main" id="{43891E34-A609-5686-FA54-E3A637570182}"/>
              </a:ext>
            </a:extLst>
          </p:cNvPr>
          <p:cNvSpPr txBox="1"/>
          <p:nvPr userDrawn="1"/>
        </p:nvSpPr>
        <p:spPr>
          <a:xfrm>
            <a:off x="9871995" y="6583680"/>
            <a:ext cx="1710405" cy="92333"/>
          </a:xfrm>
          <a:prstGeom prst="rect">
            <a:avLst/>
          </a:prstGeom>
          <a:solidFill>
            <a:schemeClr val="tx1"/>
          </a:solidFill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aseline="0">
                <a:solidFill>
                  <a:srgbClr val="BEBEBE"/>
                </a:solidFill>
                <a:latin typeface="Adobe Clean" panose="020B0503020404020204" pitchFamily="34" charset="0"/>
              </a:rPr>
              <a:t>© 2025 Adobe. All Rights Reserved. Adobe Confidential.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AB0C947-85B1-6F73-8F85-916BD5975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BEBEBE"/>
                </a:solidFill>
              </a:defRPr>
            </a:lvl1pPr>
          </a:lstStyle>
          <a:p>
            <a:pPr algn="r"/>
            <a:fld id="{DEC9D0C1-7FBA-40E3-98AB-77B8E8CCE3D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18E7064-6C65-CE7F-C31F-A4F12EC5D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42838-4B53-45A2-8F31-57E1B224FDC6}" type="datetime1">
              <a:rPr lang="en-US" smtClean="0"/>
              <a:t>3/5/26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55699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s - Image and Content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61C88EF-1F16-59C4-60F1-8DC431E70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4085"/>
            <a:ext cx="10972800" cy="946389"/>
          </a:xfrm>
        </p:spPr>
        <p:txBody>
          <a:bodyPr lIns="0"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CE0A96FB-B9EB-8DE6-BE7F-8E9AFB7E3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4023360"/>
            <a:ext cx="2194560" cy="2286000"/>
          </a:xfrm>
        </p:spPr>
        <p:txBody>
          <a:bodyPr lIns="0" rIns="0"/>
          <a:lstStyle>
            <a:lvl1pPr>
              <a:lnSpc>
                <a:spcPct val="110000"/>
              </a:lnSpc>
              <a:spcBef>
                <a:spcPts val="900"/>
              </a:spcBef>
              <a:defRPr sz="140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900"/>
              </a:spcBef>
              <a:defRPr sz="1200">
                <a:solidFill>
                  <a:schemeClr val="bg1"/>
                </a:solidFill>
              </a:defRPr>
            </a:lvl2pPr>
            <a:lvl3pPr>
              <a:lnSpc>
                <a:spcPct val="110000"/>
              </a:lnSpc>
              <a:spcBef>
                <a:spcPts val="900"/>
              </a:spcBef>
              <a:defRPr sz="1100">
                <a:solidFill>
                  <a:schemeClr val="bg1"/>
                </a:solidFill>
              </a:defRPr>
            </a:lvl3pPr>
            <a:lvl4pPr>
              <a:lnSpc>
                <a:spcPct val="110000"/>
              </a:lnSpc>
              <a:spcBef>
                <a:spcPts val="900"/>
              </a:spcBef>
              <a:defRPr sz="1100">
                <a:solidFill>
                  <a:schemeClr val="bg1"/>
                </a:solidFill>
              </a:defRPr>
            </a:lvl4pPr>
            <a:lvl5pPr>
              <a:lnSpc>
                <a:spcPct val="110000"/>
              </a:lnSpc>
              <a:spcBef>
                <a:spcPts val="900"/>
              </a:spcBef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1">
            <a:extLst>
              <a:ext uri="{FF2B5EF4-FFF2-40B4-BE49-F238E27FC236}">
                <a16:creationId xmlns:a16="http://schemas.microsoft.com/office/drawing/2014/main" id="{03CDAFF7-00B3-41F0-A68E-7CC251F1A7B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" y="1335024"/>
            <a:ext cx="2240280" cy="250545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E2CAF97-6BD0-1BB9-D026-84213B160DB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522472" y="4023360"/>
            <a:ext cx="2194560" cy="2286000"/>
          </a:xfrm>
        </p:spPr>
        <p:txBody>
          <a:bodyPr lIns="0" rIns="0"/>
          <a:lstStyle>
            <a:lvl1pPr>
              <a:lnSpc>
                <a:spcPct val="110000"/>
              </a:lnSpc>
              <a:spcBef>
                <a:spcPts val="900"/>
              </a:spcBef>
              <a:defRPr sz="140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900"/>
              </a:spcBef>
              <a:defRPr sz="1200">
                <a:solidFill>
                  <a:schemeClr val="bg1"/>
                </a:solidFill>
              </a:defRPr>
            </a:lvl2pPr>
            <a:lvl3pPr>
              <a:lnSpc>
                <a:spcPct val="110000"/>
              </a:lnSpc>
              <a:spcBef>
                <a:spcPts val="900"/>
              </a:spcBef>
              <a:defRPr sz="1100">
                <a:solidFill>
                  <a:schemeClr val="bg1"/>
                </a:solidFill>
              </a:defRPr>
            </a:lvl3pPr>
            <a:lvl4pPr>
              <a:lnSpc>
                <a:spcPct val="110000"/>
              </a:lnSpc>
              <a:spcBef>
                <a:spcPts val="900"/>
              </a:spcBef>
              <a:defRPr sz="1100">
                <a:solidFill>
                  <a:schemeClr val="bg1"/>
                </a:solidFill>
              </a:defRPr>
            </a:lvl4pPr>
            <a:lvl5pPr>
              <a:lnSpc>
                <a:spcPct val="110000"/>
              </a:lnSpc>
              <a:spcBef>
                <a:spcPts val="900"/>
              </a:spcBef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0296683F-1B6E-6D53-D896-684A3171765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520440" y="1335024"/>
            <a:ext cx="2240280" cy="250545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2B90CB-0423-5C9F-6F8B-19720127AC9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432296" y="4023360"/>
            <a:ext cx="2194560" cy="2286000"/>
          </a:xfrm>
        </p:spPr>
        <p:txBody>
          <a:bodyPr lIns="0" rIns="0"/>
          <a:lstStyle>
            <a:lvl1pPr>
              <a:lnSpc>
                <a:spcPct val="110000"/>
              </a:lnSpc>
              <a:spcBef>
                <a:spcPts val="900"/>
              </a:spcBef>
              <a:defRPr sz="140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900"/>
              </a:spcBef>
              <a:defRPr sz="1200">
                <a:solidFill>
                  <a:schemeClr val="bg1"/>
                </a:solidFill>
              </a:defRPr>
            </a:lvl2pPr>
            <a:lvl3pPr>
              <a:lnSpc>
                <a:spcPct val="110000"/>
              </a:lnSpc>
              <a:spcBef>
                <a:spcPts val="900"/>
              </a:spcBef>
              <a:defRPr sz="1100">
                <a:solidFill>
                  <a:schemeClr val="bg1"/>
                </a:solidFill>
              </a:defRPr>
            </a:lvl3pPr>
            <a:lvl4pPr>
              <a:lnSpc>
                <a:spcPct val="110000"/>
              </a:lnSpc>
              <a:spcBef>
                <a:spcPts val="900"/>
              </a:spcBef>
              <a:defRPr sz="1100">
                <a:solidFill>
                  <a:schemeClr val="bg1"/>
                </a:solidFill>
              </a:defRPr>
            </a:lvl4pPr>
            <a:lvl5pPr>
              <a:lnSpc>
                <a:spcPct val="110000"/>
              </a:lnSpc>
              <a:spcBef>
                <a:spcPts val="900"/>
              </a:spcBef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24A2986A-AAE4-427C-981B-4CA66BC1A2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431280" y="1335024"/>
            <a:ext cx="2240280" cy="250545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572508B-336E-469E-5D2B-9651A49B3B93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9342120" y="4023360"/>
            <a:ext cx="2194560" cy="2286000"/>
          </a:xfrm>
        </p:spPr>
        <p:txBody>
          <a:bodyPr lIns="0" rIns="0"/>
          <a:lstStyle>
            <a:lvl1pPr>
              <a:lnSpc>
                <a:spcPct val="110000"/>
              </a:lnSpc>
              <a:spcBef>
                <a:spcPts val="900"/>
              </a:spcBef>
              <a:defRPr sz="140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900"/>
              </a:spcBef>
              <a:defRPr sz="1200">
                <a:solidFill>
                  <a:schemeClr val="bg1"/>
                </a:solidFill>
              </a:defRPr>
            </a:lvl2pPr>
            <a:lvl3pPr>
              <a:lnSpc>
                <a:spcPct val="110000"/>
              </a:lnSpc>
              <a:spcBef>
                <a:spcPts val="900"/>
              </a:spcBef>
              <a:defRPr sz="1100">
                <a:solidFill>
                  <a:schemeClr val="bg1"/>
                </a:solidFill>
              </a:defRPr>
            </a:lvl3pPr>
            <a:lvl4pPr>
              <a:lnSpc>
                <a:spcPct val="110000"/>
              </a:lnSpc>
              <a:spcBef>
                <a:spcPts val="900"/>
              </a:spcBef>
              <a:defRPr sz="1100">
                <a:solidFill>
                  <a:schemeClr val="bg1"/>
                </a:solidFill>
              </a:defRPr>
            </a:lvl4pPr>
            <a:lvl5pPr>
              <a:lnSpc>
                <a:spcPct val="110000"/>
              </a:lnSpc>
              <a:spcBef>
                <a:spcPts val="900"/>
              </a:spcBef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BC7588DD-A007-A2A1-EDD6-9EEFFCD3F3A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342120" y="1335024"/>
            <a:ext cx="2240280" cy="250545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6E773C5-DC8F-B04C-E4BB-8999DF0AA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AB0C947-85B1-6F73-8F85-916BD5975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fld id="{DEC9D0C1-7FBA-40E3-98AB-77B8E8CCE3D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18E7064-6C65-CE7F-C31F-A4F12EC5D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793A5-113A-48A7-BCE0-7936F08DA48F}" type="datetime1">
              <a:rPr lang="en-US" smtClean="0"/>
              <a:t>3/5/26</a:t>
            </a:fld>
            <a:endParaRPr lang="en-US"/>
          </a:p>
        </p:txBody>
      </p:sp>
      <p:sp>
        <p:nvSpPr>
          <p:cNvPr id="14" name="Copyright">
            <a:extLst>
              <a:ext uri="{FF2B5EF4-FFF2-40B4-BE49-F238E27FC236}">
                <a16:creationId xmlns:a16="http://schemas.microsoft.com/office/drawing/2014/main" id="{6D79BAA0-8632-AD2C-292C-8F2B191F7D19}"/>
              </a:ext>
            </a:extLst>
          </p:cNvPr>
          <p:cNvSpPr txBox="1"/>
          <p:nvPr userDrawn="1"/>
        </p:nvSpPr>
        <p:spPr>
          <a:xfrm>
            <a:off x="9871995" y="6583680"/>
            <a:ext cx="1710405" cy="92333"/>
          </a:xfrm>
          <a:prstGeom prst="rect">
            <a:avLst/>
          </a:prstGeom>
          <a:solidFill>
            <a:schemeClr val="tx1"/>
          </a:solidFill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aseline="0">
                <a:solidFill>
                  <a:srgbClr val="BEBEBE"/>
                </a:solidFill>
                <a:latin typeface="Adobe Clean" panose="020B0503020404020204" pitchFamily="34" charset="0"/>
              </a:rPr>
              <a:t>© 2025 Adobe. All Rights Reserved. Adobe Confidential.</a:t>
            </a:r>
          </a:p>
        </p:txBody>
      </p:sp>
    </p:spTree>
    <p:extLst>
      <p:ext uri="{BB962C8B-B14F-4D97-AF65-F5344CB8AC3E}">
        <p14:creationId xmlns:p14="http://schemas.microsoft.com/office/powerpoint/2010/main" val="35446829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ve Columns - Image and Content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61C88EF-1F16-59C4-60F1-8DC431E70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4085"/>
            <a:ext cx="10972800" cy="946389"/>
          </a:xfrm>
        </p:spPr>
        <p:txBody>
          <a:bodyPr lIns="0"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CE0A96FB-B9EB-8DE6-BE7F-8E9AFB7E3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4023360"/>
            <a:ext cx="1645920" cy="2286000"/>
          </a:xfrm>
        </p:spPr>
        <p:txBody>
          <a:bodyPr lIns="0" rIns="0"/>
          <a:lstStyle>
            <a:lvl1pPr marL="119063" indent="-119063">
              <a:lnSpc>
                <a:spcPct val="110000"/>
              </a:lnSpc>
              <a:spcBef>
                <a:spcPts val="900"/>
              </a:spcBef>
              <a:tabLst/>
              <a:defRPr sz="120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900"/>
              </a:spcBef>
              <a:defRPr sz="1100">
                <a:solidFill>
                  <a:schemeClr val="bg1"/>
                </a:solidFill>
              </a:defRPr>
            </a:lvl2pPr>
            <a:lvl3pPr>
              <a:lnSpc>
                <a:spcPct val="110000"/>
              </a:lnSpc>
              <a:spcBef>
                <a:spcPts val="900"/>
              </a:spcBef>
              <a:defRPr sz="1050">
                <a:solidFill>
                  <a:schemeClr val="bg1"/>
                </a:solidFill>
              </a:defRPr>
            </a:lvl3pPr>
            <a:lvl4pPr>
              <a:lnSpc>
                <a:spcPct val="110000"/>
              </a:lnSpc>
              <a:spcBef>
                <a:spcPts val="900"/>
              </a:spcBef>
              <a:defRPr sz="1050">
                <a:solidFill>
                  <a:schemeClr val="bg1"/>
                </a:solidFill>
              </a:defRPr>
            </a:lvl4pPr>
            <a:lvl5pPr>
              <a:lnSpc>
                <a:spcPct val="110000"/>
              </a:lnSpc>
              <a:spcBef>
                <a:spcPts val="900"/>
              </a:spcBef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1">
            <a:extLst>
              <a:ext uri="{FF2B5EF4-FFF2-40B4-BE49-F238E27FC236}">
                <a16:creationId xmlns:a16="http://schemas.microsoft.com/office/drawing/2014/main" id="{03CDAFF7-00B3-41F0-A68E-7CC251F1A7B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" y="1335024"/>
            <a:ext cx="1828800" cy="250545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E2CAF97-6BD0-1BB9-D026-84213B160DB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2897886" y="4023360"/>
            <a:ext cx="1645920" cy="2286000"/>
          </a:xfrm>
        </p:spPr>
        <p:txBody>
          <a:bodyPr lIns="0" rIns="0"/>
          <a:lstStyle>
            <a:lvl1pPr marL="119063" indent="-119063">
              <a:lnSpc>
                <a:spcPct val="110000"/>
              </a:lnSpc>
              <a:spcBef>
                <a:spcPts val="900"/>
              </a:spcBef>
              <a:tabLst/>
              <a:defRPr sz="120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900"/>
              </a:spcBef>
              <a:defRPr sz="1100">
                <a:solidFill>
                  <a:schemeClr val="bg1"/>
                </a:solidFill>
              </a:defRPr>
            </a:lvl2pPr>
            <a:lvl3pPr>
              <a:lnSpc>
                <a:spcPct val="110000"/>
              </a:lnSpc>
              <a:spcBef>
                <a:spcPts val="900"/>
              </a:spcBef>
              <a:defRPr sz="1050">
                <a:solidFill>
                  <a:schemeClr val="bg1"/>
                </a:solidFill>
              </a:defRPr>
            </a:lvl3pPr>
            <a:lvl4pPr>
              <a:lnSpc>
                <a:spcPct val="110000"/>
              </a:lnSpc>
              <a:spcBef>
                <a:spcPts val="900"/>
              </a:spcBef>
              <a:defRPr sz="1050">
                <a:solidFill>
                  <a:schemeClr val="bg1"/>
                </a:solidFill>
              </a:defRPr>
            </a:lvl4pPr>
            <a:lvl5pPr>
              <a:lnSpc>
                <a:spcPct val="110000"/>
              </a:lnSpc>
              <a:spcBef>
                <a:spcPts val="900"/>
              </a:spcBef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0296683F-1B6E-6D53-D896-684A3171765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895600" y="1335024"/>
            <a:ext cx="1828800" cy="250545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2B90CB-0423-5C9F-6F8B-19720127AC9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5183124" y="4023360"/>
            <a:ext cx="1645920" cy="2286000"/>
          </a:xfrm>
        </p:spPr>
        <p:txBody>
          <a:bodyPr lIns="0" rIns="0"/>
          <a:lstStyle>
            <a:lvl1pPr marL="119063" indent="-119063">
              <a:lnSpc>
                <a:spcPct val="110000"/>
              </a:lnSpc>
              <a:spcBef>
                <a:spcPts val="900"/>
              </a:spcBef>
              <a:tabLst/>
              <a:defRPr sz="120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900"/>
              </a:spcBef>
              <a:defRPr sz="1100">
                <a:solidFill>
                  <a:schemeClr val="bg1"/>
                </a:solidFill>
              </a:defRPr>
            </a:lvl2pPr>
            <a:lvl3pPr>
              <a:lnSpc>
                <a:spcPct val="110000"/>
              </a:lnSpc>
              <a:spcBef>
                <a:spcPts val="900"/>
              </a:spcBef>
              <a:defRPr sz="1050">
                <a:solidFill>
                  <a:schemeClr val="bg1"/>
                </a:solidFill>
              </a:defRPr>
            </a:lvl3pPr>
            <a:lvl4pPr>
              <a:lnSpc>
                <a:spcPct val="110000"/>
              </a:lnSpc>
              <a:spcBef>
                <a:spcPts val="900"/>
              </a:spcBef>
              <a:defRPr sz="1050">
                <a:solidFill>
                  <a:schemeClr val="bg1"/>
                </a:solidFill>
              </a:defRPr>
            </a:lvl4pPr>
            <a:lvl5pPr>
              <a:lnSpc>
                <a:spcPct val="110000"/>
              </a:lnSpc>
              <a:spcBef>
                <a:spcPts val="900"/>
              </a:spcBef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24A2986A-AAE4-427C-981B-4CA66BC1A2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181600" y="1335024"/>
            <a:ext cx="1828800" cy="250545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572508B-336E-469E-5D2B-9651A49B3B93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7468362" y="4023360"/>
            <a:ext cx="1645920" cy="2286000"/>
          </a:xfrm>
        </p:spPr>
        <p:txBody>
          <a:bodyPr lIns="0" rIns="0"/>
          <a:lstStyle>
            <a:lvl1pPr marL="119063" indent="-119063">
              <a:lnSpc>
                <a:spcPct val="110000"/>
              </a:lnSpc>
              <a:spcBef>
                <a:spcPts val="900"/>
              </a:spcBef>
              <a:tabLst/>
              <a:defRPr sz="120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900"/>
              </a:spcBef>
              <a:defRPr sz="1100">
                <a:solidFill>
                  <a:schemeClr val="bg1"/>
                </a:solidFill>
              </a:defRPr>
            </a:lvl2pPr>
            <a:lvl3pPr>
              <a:lnSpc>
                <a:spcPct val="110000"/>
              </a:lnSpc>
              <a:spcBef>
                <a:spcPts val="900"/>
              </a:spcBef>
              <a:defRPr sz="1050">
                <a:solidFill>
                  <a:schemeClr val="bg1"/>
                </a:solidFill>
              </a:defRPr>
            </a:lvl3pPr>
            <a:lvl4pPr>
              <a:lnSpc>
                <a:spcPct val="110000"/>
              </a:lnSpc>
              <a:spcBef>
                <a:spcPts val="900"/>
              </a:spcBef>
              <a:defRPr sz="1050">
                <a:solidFill>
                  <a:schemeClr val="bg1"/>
                </a:solidFill>
              </a:defRPr>
            </a:lvl4pPr>
            <a:lvl5pPr>
              <a:lnSpc>
                <a:spcPct val="110000"/>
              </a:lnSpc>
              <a:spcBef>
                <a:spcPts val="900"/>
              </a:spcBef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BC7588DD-A007-A2A1-EDD6-9EEFFCD3F3A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467600" y="1335024"/>
            <a:ext cx="1828800" cy="250545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4BE2B1C7-C0C6-88D0-FF18-EFB8EA2C6280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9753600" y="4023360"/>
            <a:ext cx="1645920" cy="2286000"/>
          </a:xfrm>
        </p:spPr>
        <p:txBody>
          <a:bodyPr lIns="0" rIns="0"/>
          <a:lstStyle>
            <a:lvl1pPr marL="119063" indent="-119063">
              <a:lnSpc>
                <a:spcPct val="110000"/>
              </a:lnSpc>
              <a:spcBef>
                <a:spcPts val="900"/>
              </a:spcBef>
              <a:tabLst/>
              <a:defRPr sz="120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900"/>
              </a:spcBef>
              <a:defRPr sz="1100">
                <a:solidFill>
                  <a:schemeClr val="bg1"/>
                </a:solidFill>
              </a:defRPr>
            </a:lvl2pPr>
            <a:lvl3pPr>
              <a:lnSpc>
                <a:spcPct val="110000"/>
              </a:lnSpc>
              <a:spcBef>
                <a:spcPts val="900"/>
              </a:spcBef>
              <a:defRPr sz="1050">
                <a:solidFill>
                  <a:schemeClr val="bg1"/>
                </a:solidFill>
              </a:defRPr>
            </a:lvl3pPr>
            <a:lvl4pPr>
              <a:lnSpc>
                <a:spcPct val="110000"/>
              </a:lnSpc>
              <a:spcBef>
                <a:spcPts val="900"/>
              </a:spcBef>
              <a:defRPr sz="1050">
                <a:solidFill>
                  <a:schemeClr val="bg1"/>
                </a:solidFill>
              </a:defRPr>
            </a:lvl4pPr>
            <a:lvl5pPr>
              <a:lnSpc>
                <a:spcPct val="110000"/>
              </a:lnSpc>
              <a:spcBef>
                <a:spcPts val="900"/>
              </a:spcBef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Picture Placeholder 5">
            <a:extLst>
              <a:ext uri="{FF2B5EF4-FFF2-40B4-BE49-F238E27FC236}">
                <a16:creationId xmlns:a16="http://schemas.microsoft.com/office/drawing/2014/main" id="{A81BA51A-079B-3E84-046F-16707EFD3EA1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753600" y="1335024"/>
            <a:ext cx="1828800" cy="250545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6E773C5-DC8F-B04C-E4BB-8999DF0AA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AB0C947-85B1-6F73-8F85-916BD5975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fld id="{DEC9D0C1-7FBA-40E3-98AB-77B8E8CCE3D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18E7064-6C65-CE7F-C31F-A4F12EC5D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793A5-113A-48A7-BCE0-7936F08DA48F}" type="datetime1">
              <a:rPr lang="en-US" smtClean="0"/>
              <a:t>3/5/26</a:t>
            </a:fld>
            <a:endParaRPr lang="en-US"/>
          </a:p>
        </p:txBody>
      </p:sp>
      <p:sp>
        <p:nvSpPr>
          <p:cNvPr id="14" name="Copyright">
            <a:extLst>
              <a:ext uri="{FF2B5EF4-FFF2-40B4-BE49-F238E27FC236}">
                <a16:creationId xmlns:a16="http://schemas.microsoft.com/office/drawing/2014/main" id="{6D79BAA0-8632-AD2C-292C-8F2B191F7D19}"/>
              </a:ext>
            </a:extLst>
          </p:cNvPr>
          <p:cNvSpPr txBox="1"/>
          <p:nvPr userDrawn="1"/>
        </p:nvSpPr>
        <p:spPr>
          <a:xfrm>
            <a:off x="9871995" y="6583680"/>
            <a:ext cx="1710405" cy="92333"/>
          </a:xfrm>
          <a:prstGeom prst="rect">
            <a:avLst/>
          </a:prstGeom>
          <a:solidFill>
            <a:schemeClr val="tx1"/>
          </a:solidFill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aseline="0">
                <a:solidFill>
                  <a:srgbClr val="BEBEBE"/>
                </a:solidFill>
                <a:latin typeface="Adobe Clean" panose="020B0503020404020204" pitchFamily="34" charset="0"/>
              </a:rPr>
              <a:t>© 2025 Adobe. All Rights Reserved. Adobe Confidential.</a:t>
            </a:r>
          </a:p>
        </p:txBody>
      </p:sp>
    </p:spTree>
    <p:extLst>
      <p:ext uri="{BB962C8B-B14F-4D97-AF65-F5344CB8AC3E}">
        <p14:creationId xmlns:p14="http://schemas.microsoft.com/office/powerpoint/2010/main" val="36794877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- Photo and Title Dark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A5097-0CFA-61BE-726A-4804164DF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4085"/>
            <a:ext cx="10972800" cy="946389"/>
          </a:xfrm>
        </p:spPr>
        <p:txBody>
          <a:bodyPr lIns="0"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13B074-3B07-0E57-B1EF-F6812220DF0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9600" y="1566127"/>
            <a:ext cx="4846320" cy="342466"/>
          </a:xfrm>
        </p:spPr>
        <p:txBody>
          <a:bodyPr anchor="ctr" anchorCtr="0">
            <a:sp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D3F7CAF-D852-86B0-DD65-059C877F34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" y="2103120"/>
            <a:ext cx="4937760" cy="40233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C6A13A99-FC00-81A6-297A-C14D357F8C9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44640" y="1566127"/>
            <a:ext cx="4846320" cy="342466"/>
          </a:xfrm>
        </p:spPr>
        <p:txBody>
          <a:bodyPr anchor="ctr" anchorCtr="0">
            <a:sp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160F384-0CC4-8E1E-C546-28F7B7D6B28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644640" y="2103120"/>
            <a:ext cx="4937760" cy="40233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847277-7A32-0B74-3121-513308B5D19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rgbClr val="BEBEBE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B1577F18-2EE9-48A5-C9F6-26D13C7A4152}"/>
              </a:ext>
            </a:extLst>
          </p:cNvPr>
          <p:cNvSpPr txBox="1"/>
          <p:nvPr userDrawn="1"/>
        </p:nvSpPr>
        <p:spPr>
          <a:xfrm>
            <a:off x="9871995" y="6583680"/>
            <a:ext cx="1710405" cy="92333"/>
          </a:xfrm>
          <a:prstGeom prst="rect">
            <a:avLst/>
          </a:prstGeom>
          <a:solidFill>
            <a:schemeClr val="tx1"/>
          </a:solidFill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aseline="0">
                <a:solidFill>
                  <a:srgbClr val="BEBEBE"/>
                </a:solidFill>
                <a:latin typeface="Adobe Clean" panose="020B0503020404020204" pitchFamily="34" charset="0"/>
              </a:rPr>
              <a:t>© 2025 Adobe. All Rights Reserved. Adobe Confidential.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50626B-1616-3551-DB78-E30E2BEA44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rgbClr val="BEBEBE"/>
                </a:solidFill>
              </a:defRPr>
            </a:lvl1pPr>
          </a:lstStyle>
          <a:p>
            <a:pPr algn="r"/>
            <a:fld id="{DEC9D0C1-7FBA-40E3-98AB-77B8E8CCE3D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0DFF53-DA3C-5459-13CB-66ACAB1EF04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7EF6CD1-9159-44AF-9B3E-C7AC0C13304D}" type="datetime1">
              <a:rPr lang="en-US" smtClean="0"/>
              <a:t>3/5/26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61076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 - Photo and Title Dark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A5097-0CFA-61BE-726A-4804164DF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4085"/>
            <a:ext cx="10972800" cy="946389"/>
          </a:xfrm>
        </p:spPr>
        <p:txBody>
          <a:bodyPr lIns="0"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A7CA4403-228E-D982-11B8-71EFFDAB1F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1566127"/>
            <a:ext cx="3200400" cy="342466"/>
          </a:xfrm>
        </p:spPr>
        <p:txBody>
          <a:bodyPr wrap="square" anchor="ctr" anchorCtr="0">
            <a:sp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D3F7CAF-D852-86B0-DD65-059C877F34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" y="2103120"/>
            <a:ext cx="3255264" cy="40233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46F0AF-945D-1612-FEA8-992054B7A75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68368" y="1566127"/>
            <a:ext cx="3200400" cy="342466"/>
          </a:xfrm>
        </p:spPr>
        <p:txBody>
          <a:bodyPr wrap="square" anchor="ctr" anchorCtr="0">
            <a:sp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160F384-0CC4-8E1E-C546-28F7B7D6B28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468368" y="2103120"/>
            <a:ext cx="3255264" cy="40233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7D2660DF-18E0-5445-7D6F-B1E2A46D4B9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27136" y="1566127"/>
            <a:ext cx="3200400" cy="342466"/>
          </a:xfrm>
        </p:spPr>
        <p:txBody>
          <a:bodyPr wrap="square" anchor="ctr" anchorCtr="0">
            <a:sp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92A0C94-CCCD-1ACE-EE3F-3AAA7DAFC52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327136" y="2103120"/>
            <a:ext cx="3255264" cy="40233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4C05D25-57B4-0131-8D02-41BDA22255C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rgbClr val="BEBEBE"/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Copyright">
            <a:extLst>
              <a:ext uri="{FF2B5EF4-FFF2-40B4-BE49-F238E27FC236}">
                <a16:creationId xmlns:a16="http://schemas.microsoft.com/office/drawing/2014/main" id="{861CF59B-700A-60A4-D14B-FB9B87B60D93}"/>
              </a:ext>
            </a:extLst>
          </p:cNvPr>
          <p:cNvSpPr txBox="1"/>
          <p:nvPr userDrawn="1"/>
        </p:nvSpPr>
        <p:spPr>
          <a:xfrm>
            <a:off x="9871995" y="6583680"/>
            <a:ext cx="1710405" cy="92333"/>
          </a:xfrm>
          <a:prstGeom prst="rect">
            <a:avLst/>
          </a:prstGeom>
          <a:solidFill>
            <a:schemeClr val="tx1"/>
          </a:solidFill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aseline="0">
                <a:solidFill>
                  <a:srgbClr val="BEBEBE"/>
                </a:solidFill>
                <a:latin typeface="Adobe Clean" panose="020B0503020404020204" pitchFamily="34" charset="0"/>
              </a:rPr>
              <a:t>© 2025 Adobe. All Rights Reserved. Adobe Confidential.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6038FF-7BCA-3951-3D43-F22FDDDCEC6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rgbClr val="BEBEBE"/>
                </a:solidFill>
              </a:defRPr>
            </a:lvl1pPr>
          </a:lstStyle>
          <a:p>
            <a:pPr algn="r"/>
            <a:fld id="{DEC9D0C1-7FBA-40E3-98AB-77B8E8CCE3D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3D0F27E-11AC-F723-B425-6B4C9993142C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1363D66E-2377-4F68-BD8E-DC3D382E60FF}" type="datetime1">
              <a:rPr lang="en-US" smtClean="0"/>
              <a:t>3/5/26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76177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s - Photo and Title Dark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A5097-0CFA-61BE-726A-4804164DF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4085"/>
            <a:ext cx="10972800" cy="946389"/>
          </a:xfrm>
        </p:spPr>
        <p:txBody>
          <a:bodyPr lIns="0"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C2F326F4-6AE1-8C74-A50F-7DF9054A0B2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0" y="1581773"/>
            <a:ext cx="2240280" cy="311175"/>
          </a:xfrm>
        </p:spPr>
        <p:txBody>
          <a:bodyPr wrap="square" anchor="ctr" anchorCtr="0">
            <a:spAutoFit/>
          </a:bodyPr>
          <a:lstStyle>
            <a:lvl1pPr marL="0" indent="0">
              <a:buNone/>
              <a:defRPr sz="140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D3F7CAF-D852-86B0-DD65-059C877F34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" y="2103120"/>
            <a:ext cx="2240280" cy="40233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37F3A760-EE34-C8A5-89C3-5467A9BC0C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520440" y="1581773"/>
            <a:ext cx="2240280" cy="311175"/>
          </a:xfrm>
        </p:spPr>
        <p:txBody>
          <a:bodyPr wrap="square" anchor="ctr" anchorCtr="0">
            <a:spAutoFit/>
          </a:bodyPr>
          <a:lstStyle>
            <a:lvl1pPr marL="0" indent="0">
              <a:buNone/>
              <a:defRPr sz="140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160F384-0CC4-8E1E-C546-28F7B7D6B28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520440" y="2103120"/>
            <a:ext cx="2240280" cy="40233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EC84D014-5A6E-8592-C6D8-45C3986A87F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31280" y="1581773"/>
            <a:ext cx="2240280" cy="311175"/>
          </a:xfrm>
        </p:spPr>
        <p:txBody>
          <a:bodyPr wrap="square" anchor="ctr" anchorCtr="0">
            <a:spAutoFit/>
          </a:bodyPr>
          <a:lstStyle>
            <a:lvl1pPr marL="0" indent="0">
              <a:buNone/>
              <a:defRPr sz="140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92A0C94-CCCD-1ACE-EE3F-3AAA7DAFC52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431280" y="2103120"/>
            <a:ext cx="2240280" cy="40233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BE0941F-EC84-108F-647A-726CB13FD0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342120" y="1581773"/>
            <a:ext cx="2240280" cy="311175"/>
          </a:xfrm>
        </p:spPr>
        <p:txBody>
          <a:bodyPr wrap="square" anchor="ctr" anchorCtr="0">
            <a:spAutoFit/>
          </a:bodyPr>
          <a:lstStyle>
            <a:lvl1pPr marL="0" indent="0">
              <a:buNone/>
              <a:defRPr sz="140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273AE085-219F-7944-7266-65BE5ACA42F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342120" y="2103120"/>
            <a:ext cx="2240280" cy="40233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C8D57720-7135-4F3C-DEEA-C27247DB4D14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>
                <a:solidFill>
                  <a:srgbClr val="BEBEBE"/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Copyright">
            <a:extLst>
              <a:ext uri="{FF2B5EF4-FFF2-40B4-BE49-F238E27FC236}">
                <a16:creationId xmlns:a16="http://schemas.microsoft.com/office/drawing/2014/main" id="{5BFC7988-7FAA-398C-930C-E596D1C799AC}"/>
              </a:ext>
            </a:extLst>
          </p:cNvPr>
          <p:cNvSpPr txBox="1"/>
          <p:nvPr userDrawn="1"/>
        </p:nvSpPr>
        <p:spPr>
          <a:xfrm>
            <a:off x="9871995" y="6583680"/>
            <a:ext cx="1710405" cy="92333"/>
          </a:xfrm>
          <a:prstGeom prst="rect">
            <a:avLst/>
          </a:prstGeom>
          <a:solidFill>
            <a:schemeClr val="tx1"/>
          </a:solidFill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aseline="0">
                <a:solidFill>
                  <a:srgbClr val="BEBEBE"/>
                </a:solidFill>
                <a:latin typeface="Adobe Clean" panose="020B0503020404020204" pitchFamily="34" charset="0"/>
              </a:rPr>
              <a:t>© 2025 Adobe. All Rights Reserved. Adobe Confidential.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78E7BE0-DA47-ECEF-0F48-3164312A54C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rgbClr val="BEBEBE"/>
                </a:solidFill>
              </a:defRPr>
            </a:lvl1pPr>
          </a:lstStyle>
          <a:p>
            <a:pPr algn="r"/>
            <a:fld id="{DEC9D0C1-7FBA-40E3-98AB-77B8E8CCE3D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D115E1D6-9D19-3D32-1DF3-6D23F19EFA7D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C3A5FDA7-3BA9-4E16-ABA0-3A8FCF7624A5}" type="datetime1">
              <a:rPr lang="en-US" smtClean="0"/>
              <a:t>3/5/26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00512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ve Columns - Photo and Title Dark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A5097-0CFA-61BE-726A-4804164DF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4085"/>
            <a:ext cx="10972800" cy="946389"/>
          </a:xfrm>
        </p:spPr>
        <p:txBody>
          <a:bodyPr lIns="0"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C2F326F4-6AE1-8C74-A50F-7DF9054A0B2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0" y="1581773"/>
            <a:ext cx="1828800" cy="311175"/>
          </a:xfrm>
        </p:spPr>
        <p:txBody>
          <a:bodyPr wrap="square" anchor="ctr" anchorCtr="0">
            <a:spAutoFit/>
          </a:bodyPr>
          <a:lstStyle>
            <a:lvl1pPr marL="0" indent="0">
              <a:buNone/>
              <a:defRPr sz="140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1">
            <a:extLst>
              <a:ext uri="{FF2B5EF4-FFF2-40B4-BE49-F238E27FC236}">
                <a16:creationId xmlns:a16="http://schemas.microsoft.com/office/drawing/2014/main" id="{2D3F7CAF-D852-86B0-DD65-059C877F34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" y="2103120"/>
            <a:ext cx="1828800" cy="40233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37F3A760-EE34-C8A5-89C3-5467A9BC0C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95600" y="1581773"/>
            <a:ext cx="1828800" cy="311175"/>
          </a:xfrm>
        </p:spPr>
        <p:txBody>
          <a:bodyPr wrap="square" anchor="ctr" anchorCtr="0">
            <a:spAutoFit/>
          </a:bodyPr>
          <a:lstStyle>
            <a:lvl1pPr marL="0" indent="0">
              <a:buNone/>
              <a:defRPr sz="140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A160F384-0CC4-8E1E-C546-28F7B7D6B28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895600" y="2103120"/>
            <a:ext cx="1828800" cy="40233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EC84D014-5A6E-8592-C6D8-45C3986A87F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181600" y="1581773"/>
            <a:ext cx="1828800" cy="311175"/>
          </a:xfrm>
        </p:spPr>
        <p:txBody>
          <a:bodyPr wrap="square" anchor="ctr" anchorCtr="0">
            <a:spAutoFit/>
          </a:bodyPr>
          <a:lstStyle>
            <a:lvl1pPr marL="0" indent="0">
              <a:buNone/>
              <a:defRPr sz="140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292A0C94-CCCD-1ACE-EE3F-3AAA7DAFC52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81600" y="2103120"/>
            <a:ext cx="1828800" cy="40233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BE0941F-EC84-108F-647A-726CB13FD0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467600" y="1581773"/>
            <a:ext cx="1828800" cy="311175"/>
          </a:xfrm>
        </p:spPr>
        <p:txBody>
          <a:bodyPr wrap="square" anchor="ctr" anchorCtr="0">
            <a:spAutoFit/>
          </a:bodyPr>
          <a:lstStyle>
            <a:lvl1pPr marL="0" indent="0">
              <a:buNone/>
              <a:defRPr sz="140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273AE085-219F-7944-7266-65BE5ACA42F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67600" y="2103120"/>
            <a:ext cx="1828800" cy="40233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1B1CE22D-7742-2553-0BC5-65F5E18C478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753600" y="1581773"/>
            <a:ext cx="1828800" cy="311175"/>
          </a:xfrm>
        </p:spPr>
        <p:txBody>
          <a:bodyPr wrap="square" anchor="ctr" anchorCtr="0">
            <a:spAutoFit/>
          </a:bodyPr>
          <a:lstStyle>
            <a:lvl1pPr marL="0" indent="0">
              <a:buNone/>
              <a:defRPr sz="140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5">
            <a:extLst>
              <a:ext uri="{FF2B5EF4-FFF2-40B4-BE49-F238E27FC236}">
                <a16:creationId xmlns:a16="http://schemas.microsoft.com/office/drawing/2014/main" id="{04FB2745-7A67-1B1D-6FE0-E5A68CD71D31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53600" y="2103120"/>
            <a:ext cx="1828800" cy="40233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C8D57720-7135-4F3C-DEEA-C27247DB4D14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>
                <a:solidFill>
                  <a:srgbClr val="BEBEBE"/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Copyright">
            <a:extLst>
              <a:ext uri="{FF2B5EF4-FFF2-40B4-BE49-F238E27FC236}">
                <a16:creationId xmlns:a16="http://schemas.microsoft.com/office/drawing/2014/main" id="{5BFC7988-7FAA-398C-930C-E596D1C799AC}"/>
              </a:ext>
            </a:extLst>
          </p:cNvPr>
          <p:cNvSpPr txBox="1"/>
          <p:nvPr userDrawn="1"/>
        </p:nvSpPr>
        <p:spPr>
          <a:xfrm>
            <a:off x="9871995" y="6583680"/>
            <a:ext cx="1710405" cy="92333"/>
          </a:xfrm>
          <a:prstGeom prst="rect">
            <a:avLst/>
          </a:prstGeom>
          <a:solidFill>
            <a:schemeClr val="tx1"/>
          </a:solidFill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aseline="0">
                <a:solidFill>
                  <a:srgbClr val="BEBEBE"/>
                </a:solidFill>
                <a:latin typeface="Adobe Clean" panose="020B0503020404020204" pitchFamily="34" charset="0"/>
              </a:rPr>
              <a:t>© 2025 Adobe. All Rights Reserved. Adobe Confidential.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78E7BE0-DA47-ECEF-0F48-3164312A54C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rgbClr val="BEBEBE"/>
                </a:solidFill>
              </a:defRPr>
            </a:lvl1pPr>
          </a:lstStyle>
          <a:p>
            <a:pPr algn="r"/>
            <a:fld id="{DEC9D0C1-7FBA-40E3-98AB-77B8E8CCE3D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D115E1D6-9D19-3D32-1DF3-6D23F19EFA7D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C3A5FDA7-3BA9-4E16-ABA0-3A8FCF7624A5}" type="datetime1">
              <a:rPr lang="en-US" smtClean="0"/>
              <a:t>3/5/26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09016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 Dark - 1x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A5097-0CFA-61BE-726A-4804164DF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4085"/>
            <a:ext cx="10972800" cy="946389"/>
          </a:xfrm>
        </p:spPr>
        <p:txBody>
          <a:bodyPr lIns="0"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D3F7CAF-D852-86B0-DD65-059C877F34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" y="1554480"/>
            <a:ext cx="10972800" cy="457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48FEA5-D82D-FEBA-BC6B-F712F94ADFC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rgbClr val="BEBEBE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Copyright">
            <a:extLst>
              <a:ext uri="{FF2B5EF4-FFF2-40B4-BE49-F238E27FC236}">
                <a16:creationId xmlns:a16="http://schemas.microsoft.com/office/drawing/2014/main" id="{B0CFD409-FAB4-8D4C-DF26-12899C370EB2}"/>
              </a:ext>
            </a:extLst>
          </p:cNvPr>
          <p:cNvSpPr txBox="1"/>
          <p:nvPr userDrawn="1"/>
        </p:nvSpPr>
        <p:spPr>
          <a:xfrm>
            <a:off x="9871995" y="6583680"/>
            <a:ext cx="1710405" cy="92333"/>
          </a:xfrm>
          <a:prstGeom prst="rect">
            <a:avLst/>
          </a:prstGeom>
          <a:solidFill>
            <a:schemeClr val="tx1"/>
          </a:solidFill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aseline="0">
                <a:solidFill>
                  <a:srgbClr val="BEBEBE"/>
                </a:solidFill>
                <a:latin typeface="Adobe Clean" panose="020B0503020404020204" pitchFamily="34" charset="0"/>
              </a:rPr>
              <a:t>© 2025 Adobe. All Rights Reserved. Adobe Confidential.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CFE176-D609-C102-9210-1A0665ED403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rgbClr val="BEBEBE"/>
                </a:solidFill>
              </a:defRPr>
            </a:lvl1pPr>
          </a:lstStyle>
          <a:p>
            <a:pPr algn="r"/>
            <a:fld id="{DEC9D0C1-7FBA-40E3-98AB-77B8E8CCE3D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B8EAAE-6B19-EE89-F051-EA38D1ED644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279301B-1302-4B33-9C57-FD5EA730D9CA}" type="datetime1">
              <a:rPr lang="en-US" smtClean="0"/>
              <a:t>3/5/26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0396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 Dark - 2x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A5097-0CFA-61BE-726A-4804164DF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4085"/>
            <a:ext cx="10972800" cy="946389"/>
          </a:xfrm>
        </p:spPr>
        <p:txBody>
          <a:bodyPr lIns="0"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D3F7CAF-D852-86B0-DD65-059C877F34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" y="1554480"/>
            <a:ext cx="5486400" cy="2286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160F384-0CC4-8E1E-C546-28F7B7D6B28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1554480"/>
            <a:ext cx="5486400" cy="2286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Picture Placeholder 7">
            <a:extLst>
              <a:ext uri="{FF2B5EF4-FFF2-40B4-BE49-F238E27FC236}">
                <a16:creationId xmlns:a16="http://schemas.microsoft.com/office/drawing/2014/main" id="{92547B6F-C04C-1B8A-023F-2328C702D34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" y="3840480"/>
            <a:ext cx="5486400" cy="2286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23A551AC-B66E-B597-2080-FD4462C44E7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3840480"/>
            <a:ext cx="5486400" cy="2286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98B94F-08BB-377E-AE6E-61B7A9C9385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rgbClr val="BEBEBE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26C5F03B-42F9-6A59-3CCF-50EFC70FE135}"/>
              </a:ext>
            </a:extLst>
          </p:cNvPr>
          <p:cNvSpPr txBox="1"/>
          <p:nvPr userDrawn="1"/>
        </p:nvSpPr>
        <p:spPr>
          <a:xfrm>
            <a:off x="9871995" y="6583680"/>
            <a:ext cx="1710405" cy="92333"/>
          </a:xfrm>
          <a:prstGeom prst="rect">
            <a:avLst/>
          </a:prstGeom>
          <a:solidFill>
            <a:schemeClr val="tx1"/>
          </a:solidFill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aseline="0">
                <a:solidFill>
                  <a:srgbClr val="BEBEBE"/>
                </a:solidFill>
                <a:latin typeface="Adobe Clean" panose="020B0503020404020204" pitchFamily="34" charset="0"/>
              </a:rPr>
              <a:t>© 2025 Adobe. All Rights Reserved. Adobe Confidential.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9E0779-5716-A672-960E-6B3AB7CCC54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rgbClr val="BEBEBE"/>
                </a:solidFill>
              </a:defRPr>
            </a:lvl1pPr>
          </a:lstStyle>
          <a:p>
            <a:pPr algn="r"/>
            <a:fld id="{DEC9D0C1-7FBA-40E3-98AB-77B8E8CCE3D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A4B95E-CC09-DA87-F49C-D0FD58732B1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129D3C5-7FDF-4810-8CE7-16EC6383A5D6}" type="datetime1">
              <a:rPr lang="en-US" smtClean="0"/>
              <a:t>3/5/26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99816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 Dark - 3x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A5097-0CFA-61BE-726A-4804164DF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4085"/>
            <a:ext cx="10972800" cy="946389"/>
          </a:xfrm>
        </p:spPr>
        <p:txBody>
          <a:bodyPr lIns="0"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D3F7CAF-D852-86B0-DD65-059C877F34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" y="1554480"/>
            <a:ext cx="3657600" cy="2286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160F384-0CC4-8E1E-C546-28F7B7D6B28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267200" y="1554480"/>
            <a:ext cx="3657600" cy="2286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92A0C94-CCCD-1ACE-EE3F-3AAA7DAFC52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924800" y="1554480"/>
            <a:ext cx="3657600" cy="2286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1B2B2E44-F595-7BB6-29AF-8641CEDC7AD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" y="3840480"/>
            <a:ext cx="3657600" cy="2286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9F1FEECA-D863-9A52-B628-DC29A5E3A3F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267200" y="3840480"/>
            <a:ext cx="3657600" cy="2286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5C1A3846-D263-B994-2288-4A3F6F2CC78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924800" y="3840480"/>
            <a:ext cx="3657600" cy="2286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672CA8-A577-174B-FB2C-9B4EB53A313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rgbClr val="BEBEBE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Copyright">
            <a:extLst>
              <a:ext uri="{FF2B5EF4-FFF2-40B4-BE49-F238E27FC236}">
                <a16:creationId xmlns:a16="http://schemas.microsoft.com/office/drawing/2014/main" id="{48D13397-FD3B-0770-09A4-C48DDFDB7AB2}"/>
              </a:ext>
            </a:extLst>
          </p:cNvPr>
          <p:cNvSpPr txBox="1"/>
          <p:nvPr userDrawn="1"/>
        </p:nvSpPr>
        <p:spPr>
          <a:xfrm>
            <a:off x="9871995" y="6583680"/>
            <a:ext cx="1710405" cy="92333"/>
          </a:xfrm>
          <a:prstGeom prst="rect">
            <a:avLst/>
          </a:prstGeom>
          <a:solidFill>
            <a:schemeClr val="tx1"/>
          </a:solidFill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aseline="0">
                <a:solidFill>
                  <a:srgbClr val="BEBEBE"/>
                </a:solidFill>
                <a:latin typeface="Adobe Clean" panose="020B0503020404020204" pitchFamily="34" charset="0"/>
              </a:rPr>
              <a:t>© 2025 Adobe. All Rights Reserved. Adobe Confidential.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6042B7-6E1D-C52E-AA27-9C2FF0C0DD2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rgbClr val="BEBEBE"/>
                </a:solidFill>
              </a:defRPr>
            </a:lvl1pPr>
          </a:lstStyle>
          <a:p>
            <a:pPr algn="r"/>
            <a:fld id="{DEC9D0C1-7FBA-40E3-98AB-77B8E8CCE3D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2CB33B-0DFA-0E46-569E-3A30D639B58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5B90D5A5-4AEE-444F-B6C9-C3F1538FF45D}" type="datetime1">
              <a:rPr lang="en-US" smtClean="0"/>
              <a:t>3/5/26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07841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 Dark - 8x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61C88EF-1F16-59C4-60F1-8DC431E70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4085"/>
            <a:ext cx="10972800" cy="946389"/>
          </a:xfrm>
        </p:spPr>
        <p:txBody>
          <a:bodyPr lIns="0"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7BAA268-608E-203C-7A51-367C326D1570}"/>
              </a:ext>
            </a:extLst>
          </p:cNvPr>
          <p:cNvSpPr/>
          <p:nvPr userDrawn="1"/>
        </p:nvSpPr>
        <p:spPr>
          <a:xfrm>
            <a:off x="609600" y="1334324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39E7C4E-A950-5E7D-A0C2-FCEFEEFFD63B}"/>
              </a:ext>
            </a:extLst>
          </p:cNvPr>
          <p:cNvSpPr/>
          <p:nvPr userDrawn="1"/>
        </p:nvSpPr>
        <p:spPr>
          <a:xfrm>
            <a:off x="1995880" y="1334324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A28CC5C-6C7A-E3B3-012C-E9C0432BE08E}"/>
              </a:ext>
            </a:extLst>
          </p:cNvPr>
          <p:cNvSpPr/>
          <p:nvPr userDrawn="1"/>
        </p:nvSpPr>
        <p:spPr>
          <a:xfrm>
            <a:off x="3382160" y="1334324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03573D4-E54C-C99F-F61B-CBC21CA91EED}"/>
              </a:ext>
            </a:extLst>
          </p:cNvPr>
          <p:cNvSpPr/>
          <p:nvPr userDrawn="1"/>
        </p:nvSpPr>
        <p:spPr>
          <a:xfrm>
            <a:off x="4768440" y="1334324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916B734-342F-9A1D-45D0-D102A3F8E11C}"/>
              </a:ext>
            </a:extLst>
          </p:cNvPr>
          <p:cNvSpPr/>
          <p:nvPr userDrawn="1"/>
        </p:nvSpPr>
        <p:spPr>
          <a:xfrm>
            <a:off x="6154720" y="1334324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EAC3299-D9CC-DB39-2D3B-3F38400729B6}"/>
              </a:ext>
            </a:extLst>
          </p:cNvPr>
          <p:cNvSpPr/>
          <p:nvPr userDrawn="1"/>
        </p:nvSpPr>
        <p:spPr>
          <a:xfrm>
            <a:off x="7541000" y="1334324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FB7A0D9-63D4-923F-0B2C-2241DA938B85}"/>
              </a:ext>
            </a:extLst>
          </p:cNvPr>
          <p:cNvSpPr/>
          <p:nvPr userDrawn="1"/>
        </p:nvSpPr>
        <p:spPr>
          <a:xfrm>
            <a:off x="8927280" y="1334324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5BBB5FA-838E-2F55-A783-CE18CFB555D4}"/>
              </a:ext>
            </a:extLst>
          </p:cNvPr>
          <p:cNvSpPr/>
          <p:nvPr userDrawn="1"/>
        </p:nvSpPr>
        <p:spPr>
          <a:xfrm>
            <a:off x="10313559" y="1334324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6E21CC9-8607-D4B4-0A69-84E115EA1B4E}"/>
              </a:ext>
            </a:extLst>
          </p:cNvPr>
          <p:cNvSpPr/>
          <p:nvPr userDrawn="1"/>
        </p:nvSpPr>
        <p:spPr>
          <a:xfrm>
            <a:off x="609600" y="2608441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BA79D0A-A70C-E894-177D-EECF5FA284B5}"/>
              </a:ext>
            </a:extLst>
          </p:cNvPr>
          <p:cNvSpPr/>
          <p:nvPr userDrawn="1"/>
        </p:nvSpPr>
        <p:spPr>
          <a:xfrm>
            <a:off x="1995880" y="2608441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BA566EE-102B-BAE0-3B43-462B12F42154}"/>
              </a:ext>
            </a:extLst>
          </p:cNvPr>
          <p:cNvSpPr/>
          <p:nvPr userDrawn="1"/>
        </p:nvSpPr>
        <p:spPr>
          <a:xfrm>
            <a:off x="3382160" y="2608441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2A8B909-1FB7-2ECE-4CE5-D4CB1C6BB0CC}"/>
              </a:ext>
            </a:extLst>
          </p:cNvPr>
          <p:cNvSpPr/>
          <p:nvPr userDrawn="1"/>
        </p:nvSpPr>
        <p:spPr>
          <a:xfrm>
            <a:off x="4768440" y="2608441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047EF83-4A21-DA0F-C923-796582EDAEED}"/>
              </a:ext>
            </a:extLst>
          </p:cNvPr>
          <p:cNvSpPr/>
          <p:nvPr userDrawn="1"/>
        </p:nvSpPr>
        <p:spPr>
          <a:xfrm>
            <a:off x="6154720" y="2608441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3B53162-80D6-1DB6-445D-F0BBEB4165AB}"/>
              </a:ext>
            </a:extLst>
          </p:cNvPr>
          <p:cNvSpPr/>
          <p:nvPr userDrawn="1"/>
        </p:nvSpPr>
        <p:spPr>
          <a:xfrm>
            <a:off x="7541000" y="2608441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A43A33A-2128-3B66-F13D-BC2C34FC5C9C}"/>
              </a:ext>
            </a:extLst>
          </p:cNvPr>
          <p:cNvSpPr/>
          <p:nvPr userDrawn="1"/>
        </p:nvSpPr>
        <p:spPr>
          <a:xfrm>
            <a:off x="8927280" y="2608441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9562438-B088-47C6-D95D-D104D74DC604}"/>
              </a:ext>
            </a:extLst>
          </p:cNvPr>
          <p:cNvSpPr/>
          <p:nvPr userDrawn="1"/>
        </p:nvSpPr>
        <p:spPr>
          <a:xfrm>
            <a:off x="10313559" y="2608441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8C61161-4E67-459F-36FF-24C259411D06}"/>
              </a:ext>
            </a:extLst>
          </p:cNvPr>
          <p:cNvSpPr/>
          <p:nvPr userDrawn="1"/>
        </p:nvSpPr>
        <p:spPr>
          <a:xfrm>
            <a:off x="609600" y="3882557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875AF7F-E549-C9DD-4BD9-037177E7F735}"/>
              </a:ext>
            </a:extLst>
          </p:cNvPr>
          <p:cNvSpPr/>
          <p:nvPr userDrawn="1"/>
        </p:nvSpPr>
        <p:spPr>
          <a:xfrm>
            <a:off x="1995880" y="3882557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2738BA7-9D68-1ED9-04A0-99A171217587}"/>
              </a:ext>
            </a:extLst>
          </p:cNvPr>
          <p:cNvSpPr/>
          <p:nvPr userDrawn="1"/>
        </p:nvSpPr>
        <p:spPr>
          <a:xfrm>
            <a:off x="3382160" y="3882557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651B5DB-1CA5-4B88-AC22-BE9FD9798353}"/>
              </a:ext>
            </a:extLst>
          </p:cNvPr>
          <p:cNvSpPr/>
          <p:nvPr userDrawn="1"/>
        </p:nvSpPr>
        <p:spPr>
          <a:xfrm>
            <a:off x="4768440" y="3882557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37C6676-9FF0-FCE1-4305-AC9BA6E9220A}"/>
              </a:ext>
            </a:extLst>
          </p:cNvPr>
          <p:cNvSpPr/>
          <p:nvPr userDrawn="1"/>
        </p:nvSpPr>
        <p:spPr>
          <a:xfrm>
            <a:off x="6154720" y="3882557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BB257B7-9C16-9561-3AC1-D8314943FC74}"/>
              </a:ext>
            </a:extLst>
          </p:cNvPr>
          <p:cNvSpPr/>
          <p:nvPr userDrawn="1"/>
        </p:nvSpPr>
        <p:spPr>
          <a:xfrm>
            <a:off x="7541000" y="3882557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EECCC7F-B9E9-3B8B-6F0D-FAA1040749DF}"/>
              </a:ext>
            </a:extLst>
          </p:cNvPr>
          <p:cNvSpPr/>
          <p:nvPr userDrawn="1"/>
        </p:nvSpPr>
        <p:spPr>
          <a:xfrm>
            <a:off x="8927280" y="3882557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A1038EB-0E1A-05F1-2DFF-EA052237F7F6}"/>
              </a:ext>
            </a:extLst>
          </p:cNvPr>
          <p:cNvSpPr/>
          <p:nvPr userDrawn="1"/>
        </p:nvSpPr>
        <p:spPr>
          <a:xfrm>
            <a:off x="10313559" y="3882557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AC02E06-B728-D76A-FEAA-446234F0F31F}"/>
              </a:ext>
            </a:extLst>
          </p:cNvPr>
          <p:cNvSpPr/>
          <p:nvPr userDrawn="1"/>
        </p:nvSpPr>
        <p:spPr>
          <a:xfrm>
            <a:off x="609600" y="5156674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8706809-ECBD-19DD-3B50-1DBAD7BADF1F}"/>
              </a:ext>
            </a:extLst>
          </p:cNvPr>
          <p:cNvSpPr/>
          <p:nvPr userDrawn="1"/>
        </p:nvSpPr>
        <p:spPr>
          <a:xfrm>
            <a:off x="1995880" y="5156674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46C519C-7E49-E916-FA16-159BABE49412}"/>
              </a:ext>
            </a:extLst>
          </p:cNvPr>
          <p:cNvSpPr/>
          <p:nvPr userDrawn="1"/>
        </p:nvSpPr>
        <p:spPr>
          <a:xfrm>
            <a:off x="3382160" y="5156674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1B91923-6A62-AD7F-31E0-673400D0EB1E}"/>
              </a:ext>
            </a:extLst>
          </p:cNvPr>
          <p:cNvSpPr/>
          <p:nvPr userDrawn="1"/>
        </p:nvSpPr>
        <p:spPr>
          <a:xfrm>
            <a:off x="4768440" y="5156674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127D94D-DCFC-5DFD-EA77-925FCC34A4D7}"/>
              </a:ext>
            </a:extLst>
          </p:cNvPr>
          <p:cNvSpPr/>
          <p:nvPr userDrawn="1"/>
        </p:nvSpPr>
        <p:spPr>
          <a:xfrm>
            <a:off x="6154720" y="5156674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ACF9808-730A-9487-1316-4BBE4EB4937B}"/>
              </a:ext>
            </a:extLst>
          </p:cNvPr>
          <p:cNvSpPr/>
          <p:nvPr userDrawn="1"/>
        </p:nvSpPr>
        <p:spPr>
          <a:xfrm>
            <a:off x="7541000" y="5156674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CE5A07D-9FF2-8979-5D57-8C122DB99FB7}"/>
              </a:ext>
            </a:extLst>
          </p:cNvPr>
          <p:cNvSpPr/>
          <p:nvPr userDrawn="1"/>
        </p:nvSpPr>
        <p:spPr>
          <a:xfrm>
            <a:off x="8927280" y="5156674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5263E6F-C1EE-9BCC-34DD-8FE8B2AE793A}"/>
              </a:ext>
            </a:extLst>
          </p:cNvPr>
          <p:cNvSpPr/>
          <p:nvPr userDrawn="1"/>
        </p:nvSpPr>
        <p:spPr>
          <a:xfrm>
            <a:off x="10313559" y="5156674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11" name="row 1 Picture Placeholder 1">
            <a:extLst>
              <a:ext uri="{FF2B5EF4-FFF2-40B4-BE49-F238E27FC236}">
                <a16:creationId xmlns:a16="http://schemas.microsoft.com/office/drawing/2014/main" id="{F7FA6101-2BCD-3F7A-5BFE-9C338D8F8C0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52604" y="1374235"/>
            <a:ext cx="1182832" cy="1088105"/>
          </a:xfrm>
        </p:spPr>
        <p:txBody>
          <a:bodyPr/>
          <a:lstStyle/>
          <a:p>
            <a:endParaRPr lang="en-US"/>
          </a:p>
        </p:txBody>
      </p:sp>
      <p:sp>
        <p:nvSpPr>
          <p:cNvPr id="46" name="row 1 Picture Placeholder 2">
            <a:extLst>
              <a:ext uri="{FF2B5EF4-FFF2-40B4-BE49-F238E27FC236}">
                <a16:creationId xmlns:a16="http://schemas.microsoft.com/office/drawing/2014/main" id="{D4489A75-D166-8CF2-E0D8-0EDFD46D7A4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034595" y="1374235"/>
            <a:ext cx="1182832" cy="1088105"/>
          </a:xfrm>
        </p:spPr>
        <p:txBody>
          <a:bodyPr/>
          <a:lstStyle/>
          <a:p>
            <a:endParaRPr lang="en-US"/>
          </a:p>
        </p:txBody>
      </p:sp>
      <p:sp>
        <p:nvSpPr>
          <p:cNvPr id="47" name="row 1 Picture Placeholder 3">
            <a:extLst>
              <a:ext uri="{FF2B5EF4-FFF2-40B4-BE49-F238E27FC236}">
                <a16:creationId xmlns:a16="http://schemas.microsoft.com/office/drawing/2014/main" id="{2F08C9C9-CDFB-BCD2-FB33-888CA3CCB05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421781" y="1374235"/>
            <a:ext cx="1182832" cy="1088105"/>
          </a:xfrm>
        </p:spPr>
        <p:txBody>
          <a:bodyPr/>
          <a:lstStyle/>
          <a:p>
            <a:endParaRPr lang="en-US"/>
          </a:p>
        </p:txBody>
      </p:sp>
      <p:sp>
        <p:nvSpPr>
          <p:cNvPr id="48" name="row 1 Picture Placeholder 4">
            <a:extLst>
              <a:ext uri="{FF2B5EF4-FFF2-40B4-BE49-F238E27FC236}">
                <a16:creationId xmlns:a16="http://schemas.microsoft.com/office/drawing/2014/main" id="{899B4827-9E43-021A-8937-A58289458431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814163" y="1374235"/>
            <a:ext cx="1182832" cy="1088105"/>
          </a:xfrm>
        </p:spPr>
        <p:txBody>
          <a:bodyPr/>
          <a:lstStyle/>
          <a:p>
            <a:endParaRPr lang="en-US"/>
          </a:p>
        </p:txBody>
      </p:sp>
      <p:sp>
        <p:nvSpPr>
          <p:cNvPr id="49" name="row 1 Picture Placeholder 5">
            <a:extLst>
              <a:ext uri="{FF2B5EF4-FFF2-40B4-BE49-F238E27FC236}">
                <a16:creationId xmlns:a16="http://schemas.microsoft.com/office/drawing/2014/main" id="{B06F7986-6ED4-86E5-5E13-935D3BEE8F3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196154" y="1374235"/>
            <a:ext cx="1182832" cy="1088105"/>
          </a:xfrm>
        </p:spPr>
        <p:txBody>
          <a:bodyPr/>
          <a:lstStyle/>
          <a:p>
            <a:endParaRPr lang="en-US"/>
          </a:p>
        </p:txBody>
      </p:sp>
      <p:sp>
        <p:nvSpPr>
          <p:cNvPr id="50" name="row 1 Picture Placeholder 6">
            <a:extLst>
              <a:ext uri="{FF2B5EF4-FFF2-40B4-BE49-F238E27FC236}">
                <a16:creationId xmlns:a16="http://schemas.microsoft.com/office/drawing/2014/main" id="{7C94F9B6-35CC-47D7-4715-2D9BDFED9D98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7583340" y="1374235"/>
            <a:ext cx="1182832" cy="1088105"/>
          </a:xfrm>
        </p:spPr>
        <p:txBody>
          <a:bodyPr/>
          <a:lstStyle/>
          <a:p>
            <a:endParaRPr lang="en-US"/>
          </a:p>
        </p:txBody>
      </p:sp>
      <p:sp>
        <p:nvSpPr>
          <p:cNvPr id="54" name="row 1 Picture Placeholder 7">
            <a:extLst>
              <a:ext uri="{FF2B5EF4-FFF2-40B4-BE49-F238E27FC236}">
                <a16:creationId xmlns:a16="http://schemas.microsoft.com/office/drawing/2014/main" id="{D2A4DA41-8FCC-44A0-0C9D-A7CDFAC9620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8970527" y="1374235"/>
            <a:ext cx="1182832" cy="1088105"/>
          </a:xfrm>
        </p:spPr>
        <p:txBody>
          <a:bodyPr/>
          <a:lstStyle/>
          <a:p>
            <a:endParaRPr lang="en-US"/>
          </a:p>
        </p:txBody>
      </p:sp>
      <p:sp>
        <p:nvSpPr>
          <p:cNvPr id="55" name="row 1 Picture Placeholder 8">
            <a:extLst>
              <a:ext uri="{FF2B5EF4-FFF2-40B4-BE49-F238E27FC236}">
                <a16:creationId xmlns:a16="http://schemas.microsoft.com/office/drawing/2014/main" id="{4137539C-29C3-8821-FFE4-1C210898C681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0357713" y="1374235"/>
            <a:ext cx="1182832" cy="1088105"/>
          </a:xfrm>
        </p:spPr>
        <p:txBody>
          <a:bodyPr/>
          <a:lstStyle/>
          <a:p>
            <a:endParaRPr lang="en-US"/>
          </a:p>
        </p:txBody>
      </p:sp>
      <p:sp>
        <p:nvSpPr>
          <p:cNvPr id="2" name="row 2 Picture Placeholder 1">
            <a:extLst>
              <a:ext uri="{FF2B5EF4-FFF2-40B4-BE49-F238E27FC236}">
                <a16:creationId xmlns:a16="http://schemas.microsoft.com/office/drawing/2014/main" id="{3C1DEC0A-CFBB-A174-7825-D3E127900D3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52604" y="2645822"/>
            <a:ext cx="1182832" cy="108810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row 2 Picture Placeholder 2">
            <a:extLst>
              <a:ext uri="{FF2B5EF4-FFF2-40B4-BE49-F238E27FC236}">
                <a16:creationId xmlns:a16="http://schemas.microsoft.com/office/drawing/2014/main" id="{E7BAB826-4B9F-721B-9415-8435857190BC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2034595" y="2645822"/>
            <a:ext cx="1182832" cy="108810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row 2 Picture Placeholder 3">
            <a:extLst>
              <a:ext uri="{FF2B5EF4-FFF2-40B4-BE49-F238E27FC236}">
                <a16:creationId xmlns:a16="http://schemas.microsoft.com/office/drawing/2014/main" id="{FF2B11DB-3A14-D3C9-2C6D-B1CA3D622F92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3421781" y="2645822"/>
            <a:ext cx="1182832" cy="1088105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row 2 Picture Placeholder 4">
            <a:extLst>
              <a:ext uri="{FF2B5EF4-FFF2-40B4-BE49-F238E27FC236}">
                <a16:creationId xmlns:a16="http://schemas.microsoft.com/office/drawing/2014/main" id="{46336BAC-196F-BEEE-4E28-6A330A25A67B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814163" y="2645822"/>
            <a:ext cx="1182832" cy="1088105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row 2 Picture Placeholder 5">
            <a:extLst>
              <a:ext uri="{FF2B5EF4-FFF2-40B4-BE49-F238E27FC236}">
                <a16:creationId xmlns:a16="http://schemas.microsoft.com/office/drawing/2014/main" id="{C2FFB65A-9236-4CE6-2307-E94FE71BB87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196154" y="2645822"/>
            <a:ext cx="1182832" cy="1088105"/>
          </a:xfrm>
        </p:spPr>
        <p:txBody>
          <a:bodyPr/>
          <a:lstStyle/>
          <a:p>
            <a:endParaRPr lang="en-US"/>
          </a:p>
        </p:txBody>
      </p:sp>
      <p:sp>
        <p:nvSpPr>
          <p:cNvPr id="45" name="row 2 Picture Placeholder 6">
            <a:extLst>
              <a:ext uri="{FF2B5EF4-FFF2-40B4-BE49-F238E27FC236}">
                <a16:creationId xmlns:a16="http://schemas.microsoft.com/office/drawing/2014/main" id="{4B9A60F2-7615-8938-B4B4-67C1CBF42CF4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83340" y="2645822"/>
            <a:ext cx="1182832" cy="1088105"/>
          </a:xfrm>
        </p:spPr>
        <p:txBody>
          <a:bodyPr/>
          <a:lstStyle/>
          <a:p>
            <a:endParaRPr lang="en-US"/>
          </a:p>
        </p:txBody>
      </p:sp>
      <p:sp>
        <p:nvSpPr>
          <p:cNvPr id="77" name="row 2 Picture Placeholder 7">
            <a:extLst>
              <a:ext uri="{FF2B5EF4-FFF2-40B4-BE49-F238E27FC236}">
                <a16:creationId xmlns:a16="http://schemas.microsoft.com/office/drawing/2014/main" id="{3E419932-76A6-541D-128A-A84A5BEEC300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8970527" y="2645822"/>
            <a:ext cx="1182832" cy="1088105"/>
          </a:xfrm>
        </p:spPr>
        <p:txBody>
          <a:bodyPr/>
          <a:lstStyle/>
          <a:p>
            <a:endParaRPr lang="en-US"/>
          </a:p>
        </p:txBody>
      </p:sp>
      <p:sp>
        <p:nvSpPr>
          <p:cNvPr id="78" name="row 2 Picture Placeholder 8">
            <a:extLst>
              <a:ext uri="{FF2B5EF4-FFF2-40B4-BE49-F238E27FC236}">
                <a16:creationId xmlns:a16="http://schemas.microsoft.com/office/drawing/2014/main" id="{758DFE5A-82A8-803E-2660-E9B48CD58C8A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10357713" y="2645822"/>
            <a:ext cx="1182832" cy="1088105"/>
          </a:xfrm>
        </p:spPr>
        <p:txBody>
          <a:bodyPr/>
          <a:lstStyle/>
          <a:p>
            <a:endParaRPr lang="en-US"/>
          </a:p>
        </p:txBody>
      </p:sp>
      <p:sp>
        <p:nvSpPr>
          <p:cNvPr id="79" name="row 3 Picture Placeholder 1">
            <a:extLst>
              <a:ext uri="{FF2B5EF4-FFF2-40B4-BE49-F238E27FC236}">
                <a16:creationId xmlns:a16="http://schemas.microsoft.com/office/drawing/2014/main" id="{9E32F521-6FD0-503D-9FF1-BBD7A8CA51E5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652604" y="3924554"/>
            <a:ext cx="1182832" cy="1088105"/>
          </a:xfrm>
        </p:spPr>
        <p:txBody>
          <a:bodyPr/>
          <a:lstStyle/>
          <a:p>
            <a:endParaRPr lang="en-US"/>
          </a:p>
        </p:txBody>
      </p:sp>
      <p:sp>
        <p:nvSpPr>
          <p:cNvPr id="80" name="row 3 Picture Placeholder 2">
            <a:extLst>
              <a:ext uri="{FF2B5EF4-FFF2-40B4-BE49-F238E27FC236}">
                <a16:creationId xmlns:a16="http://schemas.microsoft.com/office/drawing/2014/main" id="{D836B38E-8809-B0C0-92F7-BD89C610B161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2034595" y="3924554"/>
            <a:ext cx="1182832" cy="1088105"/>
          </a:xfrm>
        </p:spPr>
        <p:txBody>
          <a:bodyPr/>
          <a:lstStyle/>
          <a:p>
            <a:endParaRPr lang="en-US"/>
          </a:p>
        </p:txBody>
      </p:sp>
      <p:sp>
        <p:nvSpPr>
          <p:cNvPr id="81" name="row 3 Picture Placeholder 3">
            <a:extLst>
              <a:ext uri="{FF2B5EF4-FFF2-40B4-BE49-F238E27FC236}">
                <a16:creationId xmlns:a16="http://schemas.microsoft.com/office/drawing/2014/main" id="{6D54014E-0644-8A1E-AAFF-5E8A476ACC3F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3421781" y="3924554"/>
            <a:ext cx="1182832" cy="1088105"/>
          </a:xfrm>
        </p:spPr>
        <p:txBody>
          <a:bodyPr/>
          <a:lstStyle/>
          <a:p>
            <a:endParaRPr lang="en-US"/>
          </a:p>
        </p:txBody>
      </p:sp>
      <p:sp>
        <p:nvSpPr>
          <p:cNvPr id="82" name="row 3 Picture Placeholder 4">
            <a:extLst>
              <a:ext uri="{FF2B5EF4-FFF2-40B4-BE49-F238E27FC236}">
                <a16:creationId xmlns:a16="http://schemas.microsoft.com/office/drawing/2014/main" id="{C50DA082-240B-5F1B-A722-C64B3BA9FD4E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4814163" y="3924554"/>
            <a:ext cx="1182832" cy="1088105"/>
          </a:xfrm>
        </p:spPr>
        <p:txBody>
          <a:bodyPr/>
          <a:lstStyle/>
          <a:p>
            <a:endParaRPr lang="en-US"/>
          </a:p>
        </p:txBody>
      </p:sp>
      <p:sp>
        <p:nvSpPr>
          <p:cNvPr id="83" name="row 3 Picture Placeholder 5">
            <a:extLst>
              <a:ext uri="{FF2B5EF4-FFF2-40B4-BE49-F238E27FC236}">
                <a16:creationId xmlns:a16="http://schemas.microsoft.com/office/drawing/2014/main" id="{7F494D05-1215-155F-73B6-BF770FF811DC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6196154" y="3924554"/>
            <a:ext cx="1182832" cy="1088105"/>
          </a:xfrm>
        </p:spPr>
        <p:txBody>
          <a:bodyPr/>
          <a:lstStyle/>
          <a:p>
            <a:endParaRPr lang="en-US"/>
          </a:p>
        </p:txBody>
      </p:sp>
      <p:sp>
        <p:nvSpPr>
          <p:cNvPr id="84" name="row 3 Picture Placeholder 6">
            <a:extLst>
              <a:ext uri="{FF2B5EF4-FFF2-40B4-BE49-F238E27FC236}">
                <a16:creationId xmlns:a16="http://schemas.microsoft.com/office/drawing/2014/main" id="{D0EC0EE6-CC94-3C74-DDBA-56893AD1E431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7583340" y="3924554"/>
            <a:ext cx="1182832" cy="1088105"/>
          </a:xfrm>
        </p:spPr>
        <p:txBody>
          <a:bodyPr/>
          <a:lstStyle/>
          <a:p>
            <a:endParaRPr lang="en-US"/>
          </a:p>
        </p:txBody>
      </p:sp>
      <p:sp>
        <p:nvSpPr>
          <p:cNvPr id="85" name="row 3 Picture Placeholder 7">
            <a:extLst>
              <a:ext uri="{FF2B5EF4-FFF2-40B4-BE49-F238E27FC236}">
                <a16:creationId xmlns:a16="http://schemas.microsoft.com/office/drawing/2014/main" id="{5FBD18F7-9E73-C66B-2846-56D8CEA15AD6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8970527" y="3924554"/>
            <a:ext cx="1182832" cy="1088105"/>
          </a:xfrm>
        </p:spPr>
        <p:txBody>
          <a:bodyPr/>
          <a:lstStyle/>
          <a:p>
            <a:endParaRPr lang="en-US"/>
          </a:p>
        </p:txBody>
      </p:sp>
      <p:sp>
        <p:nvSpPr>
          <p:cNvPr id="86" name="row 3 Picture Placeholder 8">
            <a:extLst>
              <a:ext uri="{FF2B5EF4-FFF2-40B4-BE49-F238E27FC236}">
                <a16:creationId xmlns:a16="http://schemas.microsoft.com/office/drawing/2014/main" id="{7B5CFE7D-04C3-F349-69EC-8D436A9E9208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10357713" y="3924554"/>
            <a:ext cx="1182832" cy="1088105"/>
          </a:xfrm>
        </p:spPr>
        <p:txBody>
          <a:bodyPr/>
          <a:lstStyle/>
          <a:p>
            <a:endParaRPr lang="en-US"/>
          </a:p>
        </p:txBody>
      </p:sp>
      <p:sp>
        <p:nvSpPr>
          <p:cNvPr id="87" name="row 4 Picture Placeholder 1">
            <a:extLst>
              <a:ext uri="{FF2B5EF4-FFF2-40B4-BE49-F238E27FC236}">
                <a16:creationId xmlns:a16="http://schemas.microsoft.com/office/drawing/2014/main" id="{24399C3F-6491-6E43-B837-BD446D088A0A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652604" y="5196141"/>
            <a:ext cx="1182832" cy="1088105"/>
          </a:xfrm>
        </p:spPr>
        <p:txBody>
          <a:bodyPr/>
          <a:lstStyle/>
          <a:p>
            <a:endParaRPr lang="en-US"/>
          </a:p>
        </p:txBody>
      </p:sp>
      <p:sp>
        <p:nvSpPr>
          <p:cNvPr id="88" name="row 4 Picture Placeholder 2">
            <a:extLst>
              <a:ext uri="{FF2B5EF4-FFF2-40B4-BE49-F238E27FC236}">
                <a16:creationId xmlns:a16="http://schemas.microsoft.com/office/drawing/2014/main" id="{2036CAF2-E770-6062-EF33-0DD11CD01CEA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2034595" y="5196141"/>
            <a:ext cx="1182832" cy="1088105"/>
          </a:xfrm>
        </p:spPr>
        <p:txBody>
          <a:bodyPr/>
          <a:lstStyle/>
          <a:p>
            <a:endParaRPr lang="en-US"/>
          </a:p>
        </p:txBody>
      </p:sp>
      <p:sp>
        <p:nvSpPr>
          <p:cNvPr id="89" name="row 4 Picture Placeholder 3">
            <a:extLst>
              <a:ext uri="{FF2B5EF4-FFF2-40B4-BE49-F238E27FC236}">
                <a16:creationId xmlns:a16="http://schemas.microsoft.com/office/drawing/2014/main" id="{30F775ED-4D01-9DC2-7605-D281FB771C25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3421781" y="5196141"/>
            <a:ext cx="1182832" cy="1088105"/>
          </a:xfrm>
        </p:spPr>
        <p:txBody>
          <a:bodyPr/>
          <a:lstStyle/>
          <a:p>
            <a:endParaRPr lang="en-US"/>
          </a:p>
        </p:txBody>
      </p:sp>
      <p:sp>
        <p:nvSpPr>
          <p:cNvPr id="90" name="row 4 Picture Placeholder 4">
            <a:extLst>
              <a:ext uri="{FF2B5EF4-FFF2-40B4-BE49-F238E27FC236}">
                <a16:creationId xmlns:a16="http://schemas.microsoft.com/office/drawing/2014/main" id="{DEE28737-AC75-102C-4BA8-96E6F4330BBC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4814163" y="5196141"/>
            <a:ext cx="1182832" cy="1088105"/>
          </a:xfrm>
        </p:spPr>
        <p:txBody>
          <a:bodyPr/>
          <a:lstStyle/>
          <a:p>
            <a:endParaRPr lang="en-US"/>
          </a:p>
        </p:txBody>
      </p:sp>
      <p:sp>
        <p:nvSpPr>
          <p:cNvPr id="91" name="row 4 Picture Placeholder 5">
            <a:extLst>
              <a:ext uri="{FF2B5EF4-FFF2-40B4-BE49-F238E27FC236}">
                <a16:creationId xmlns:a16="http://schemas.microsoft.com/office/drawing/2014/main" id="{E6E43258-86B0-95D8-6166-424B9F61DE56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6196154" y="5196141"/>
            <a:ext cx="1182832" cy="1088105"/>
          </a:xfrm>
        </p:spPr>
        <p:txBody>
          <a:bodyPr/>
          <a:lstStyle/>
          <a:p>
            <a:endParaRPr lang="en-US"/>
          </a:p>
        </p:txBody>
      </p:sp>
      <p:sp>
        <p:nvSpPr>
          <p:cNvPr id="92" name="row 4 Picture Placeholder 6">
            <a:extLst>
              <a:ext uri="{FF2B5EF4-FFF2-40B4-BE49-F238E27FC236}">
                <a16:creationId xmlns:a16="http://schemas.microsoft.com/office/drawing/2014/main" id="{0D08A575-C065-4FC0-28D7-6580F3156F6D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7583340" y="5196141"/>
            <a:ext cx="1182832" cy="1088105"/>
          </a:xfrm>
        </p:spPr>
        <p:txBody>
          <a:bodyPr/>
          <a:lstStyle/>
          <a:p>
            <a:endParaRPr lang="en-US"/>
          </a:p>
        </p:txBody>
      </p:sp>
      <p:sp>
        <p:nvSpPr>
          <p:cNvPr id="93" name="row 4 Picture Placeholder 7">
            <a:extLst>
              <a:ext uri="{FF2B5EF4-FFF2-40B4-BE49-F238E27FC236}">
                <a16:creationId xmlns:a16="http://schemas.microsoft.com/office/drawing/2014/main" id="{8C33A8F6-6489-D7B0-777C-E283A9697E40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8970527" y="5196141"/>
            <a:ext cx="1182832" cy="1088105"/>
          </a:xfrm>
        </p:spPr>
        <p:txBody>
          <a:bodyPr/>
          <a:lstStyle/>
          <a:p>
            <a:endParaRPr lang="en-US"/>
          </a:p>
        </p:txBody>
      </p:sp>
      <p:sp>
        <p:nvSpPr>
          <p:cNvPr id="94" name="row 4 Picture Placeholder 8">
            <a:extLst>
              <a:ext uri="{FF2B5EF4-FFF2-40B4-BE49-F238E27FC236}">
                <a16:creationId xmlns:a16="http://schemas.microsoft.com/office/drawing/2014/main" id="{9DDE374E-5A99-C8F8-8E5C-A7201FBD4B97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10357713" y="5196141"/>
            <a:ext cx="1182832" cy="108810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6E773C5-DC8F-B04C-E4BB-8999DF0AA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BEBEBE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Copyright">
            <a:extLst>
              <a:ext uri="{FF2B5EF4-FFF2-40B4-BE49-F238E27FC236}">
                <a16:creationId xmlns:a16="http://schemas.microsoft.com/office/drawing/2014/main" id="{43891E34-A609-5686-FA54-E3A637570182}"/>
              </a:ext>
            </a:extLst>
          </p:cNvPr>
          <p:cNvSpPr txBox="1"/>
          <p:nvPr userDrawn="1"/>
        </p:nvSpPr>
        <p:spPr>
          <a:xfrm>
            <a:off x="9871995" y="6583680"/>
            <a:ext cx="1710405" cy="92333"/>
          </a:xfrm>
          <a:prstGeom prst="rect">
            <a:avLst/>
          </a:prstGeom>
          <a:solidFill>
            <a:schemeClr val="tx1"/>
          </a:solidFill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aseline="0">
                <a:solidFill>
                  <a:srgbClr val="BEBEBE"/>
                </a:solidFill>
                <a:latin typeface="Adobe Clean" panose="020B0503020404020204" pitchFamily="34" charset="0"/>
              </a:rPr>
              <a:t>© 2025 Adobe. All Rights Reserved. Adobe Confidential.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AB0C947-85B1-6F73-8F85-916BD5975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BEBEBE"/>
                </a:solidFill>
              </a:defRPr>
            </a:lvl1pPr>
          </a:lstStyle>
          <a:p>
            <a:pPr algn="r"/>
            <a:fld id="{DEC9D0C1-7FBA-40E3-98AB-77B8E8CCE3D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18E7064-6C65-CE7F-C31F-A4F12EC5D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42838-4B53-45A2-8F31-57E1B224FDC6}" type="datetime1">
              <a:rPr lang="en-US" smtClean="0"/>
              <a:t>3/5/26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7132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Image with Thr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792CD-4DAB-B5A4-4603-43CD97AC69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1371600"/>
            <a:ext cx="10972800" cy="94638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hread">
            <a:extLst>
              <a:ext uri="{FF2B5EF4-FFF2-40B4-BE49-F238E27FC236}">
                <a16:creationId xmlns:a16="http://schemas.microsoft.com/office/drawing/2014/main" id="{58DD8459-7A64-A5A2-A463-AE3780C871C4}"/>
              </a:ext>
            </a:extLst>
          </p:cNvPr>
          <p:cNvSpPr/>
          <p:nvPr userDrawn="1"/>
        </p:nvSpPr>
        <p:spPr>
          <a:xfrm>
            <a:off x="0" y="894"/>
            <a:ext cx="128016" cy="6856213"/>
          </a:xfrm>
          <a:prstGeom prst="rect">
            <a:avLst/>
          </a:prstGeom>
          <a:solidFill>
            <a:srgbClr val="EB1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D3F7CAF-D852-86B0-DD65-059C877F34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8016" y="0"/>
            <a:ext cx="12063984" cy="68580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99858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2B8B6-68CD-E5CB-1299-D2EC1E133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1371600"/>
            <a:ext cx="10972800" cy="94638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5096415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 Dark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49EFD-0837-876E-D532-FF1DCD5DA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1371600"/>
            <a:ext cx="10972800" cy="94638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9203874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ay end slide">
    <p:bg>
      <p:bgPr>
        <a:solidFill>
          <a:srgbClr val="EB1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30452-9AFC-7317-960A-0CE6F680E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1371600"/>
            <a:ext cx="10972800" cy="94638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7" name="Picture 6" descr="A white letter o on a black background&#10;&#10;Description automatically generated">
            <a:extLst>
              <a:ext uri="{FF2B5EF4-FFF2-40B4-BE49-F238E27FC236}">
                <a16:creationId xmlns:a16="http://schemas.microsoft.com/office/drawing/2014/main" id="{E9BC6135-7D8D-B5DA-3E89-19048614E65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3642" y="2991905"/>
            <a:ext cx="3621024" cy="875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565766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156EF-00C4-7068-5E38-7C447D1A9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496437"/>
            <a:ext cx="10972800" cy="1865126"/>
          </a:xfrm>
        </p:spPr>
        <p:txBody>
          <a:bodyPr wrap="square" lIns="0" rIns="0" anchor="ctr" anchorCtr="0">
            <a:spAutoFit/>
          </a:bodyPr>
          <a:lstStyle>
            <a:lvl1pPr>
              <a:lnSpc>
                <a:spcPct val="80000"/>
              </a:lnSpc>
              <a:defRPr sz="7200" spc="-12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hread">
            <a:extLst>
              <a:ext uri="{FF2B5EF4-FFF2-40B4-BE49-F238E27FC236}">
                <a16:creationId xmlns:a16="http://schemas.microsoft.com/office/drawing/2014/main" id="{91AE573E-CC51-2A49-7497-59B7E45553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894"/>
            <a:ext cx="128016" cy="6856213"/>
          </a:xfrm>
          <a:prstGeom prst="rect">
            <a:avLst/>
          </a:prstGeom>
          <a:solidFill>
            <a:srgbClr val="EB1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053479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Dark Alt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156EF-00C4-7068-5E38-7C447D1A9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496437"/>
            <a:ext cx="10972800" cy="1865126"/>
          </a:xfrm>
        </p:spPr>
        <p:txBody>
          <a:bodyPr wrap="square" lIns="0" rIns="0" anchor="ctr" anchorCtr="0">
            <a:spAutoFit/>
          </a:bodyPr>
          <a:lstStyle>
            <a:lvl1pPr>
              <a:lnSpc>
                <a:spcPct val="80000"/>
              </a:lnSpc>
              <a:defRPr sz="7200" spc="-12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hread">
            <a:extLst>
              <a:ext uri="{FF2B5EF4-FFF2-40B4-BE49-F238E27FC236}">
                <a16:creationId xmlns:a16="http://schemas.microsoft.com/office/drawing/2014/main" id="{91AE573E-CC51-2A49-7497-59B7E45553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894"/>
            <a:ext cx="128016" cy="6856213"/>
          </a:xfrm>
          <a:prstGeom prst="rect">
            <a:avLst/>
          </a:prstGeom>
          <a:solidFill>
            <a:srgbClr val="EB1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968248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ctrTitle"/>
          </p:nvPr>
        </p:nvSpPr>
        <p:spPr>
          <a:xfrm>
            <a:off x="612648" y="265176"/>
            <a:ext cx="10972800" cy="950976"/>
          </a:xfrm>
        </p:spPr>
        <p:txBody>
          <a:bodyPr wrap="square" lIns="0" tIns="0" rIns="0" bIns="0" anchor="ctr" anchorCtr="0">
            <a:noAutofit/>
          </a:bodyPr>
          <a:lstStyle>
            <a:lvl1pPr>
              <a:defRPr lang="en-US" sz="3200" kern="1200" spc="-10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59631ABC-0F20-4732-9A2E-F2D10704DBFA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609600" y="1576873"/>
            <a:ext cx="10972800" cy="4504354"/>
          </a:xfrm>
        </p:spPr>
        <p:txBody>
          <a:bodyPr lIns="0" tIns="0" rIns="0" bIns="0"/>
          <a:lstStyle>
            <a:lvl1pPr>
              <a:defRPr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1D6601-D56B-2A71-FB4D-43D7BD60483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AE4452-EFBC-927D-A192-3B5CAD318E1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/>
            <a:fld id="{DEC9D0C1-7FBA-40E3-98AB-77B8E8CCE3D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7E59D4-EB98-505F-A399-102776DA747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30169271-AB45-4F94-B977-1C39D03C236C}" type="datetime1">
              <a:rPr lang="en-US" smtClean="0"/>
              <a:t>3/5/26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38186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ight Ai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61C88EF-1F16-59C4-60F1-8DC431E70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4085"/>
            <a:ext cx="10972800" cy="946389"/>
          </a:xfrm>
        </p:spPr>
        <p:txBody>
          <a:bodyPr lIns="0" rIns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0A96FB-B9EB-8DE6-BE7F-8E9AFB7E3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34324"/>
            <a:ext cx="10972800" cy="4992624"/>
          </a:xfrm>
        </p:spPr>
        <p:txBody>
          <a:bodyPr lIns="0" rIns="0"/>
          <a:lstStyle>
            <a:lvl1pPr>
              <a:lnSpc>
                <a:spcPct val="110000"/>
              </a:lnSpc>
              <a:defRPr/>
            </a:lvl1pPr>
            <a:lvl2pPr>
              <a:lnSpc>
                <a:spcPct val="110000"/>
              </a:lnSpc>
              <a:defRPr/>
            </a:lvl2pPr>
            <a:lvl3pPr>
              <a:lnSpc>
                <a:spcPct val="110000"/>
              </a:lnSpc>
              <a:defRPr/>
            </a:lvl3pPr>
            <a:lvl4pPr>
              <a:lnSpc>
                <a:spcPct val="110000"/>
              </a:lnSpc>
              <a:defRPr/>
            </a:lvl4pPr>
            <a:lvl5pPr>
              <a:lnSpc>
                <a:spcPct val="11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6E773C5-DC8F-B04C-E4BB-8999DF0AA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AB0C947-85B1-6F73-8F85-916BD5975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DEC9D0C1-7FBA-40E3-98AB-77B8E8CCE3D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18E7064-6C65-CE7F-C31F-A4F12EC5D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2940D-A5FF-4CEC-B24D-658D92D6E1F7}" type="datetime1">
              <a:rPr lang="en-US" smtClean="0"/>
              <a:t>3/5/26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98174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Dark Airy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61C88EF-1F16-59C4-60F1-8DC431E70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4085"/>
            <a:ext cx="10972800" cy="946389"/>
          </a:xfrm>
        </p:spPr>
        <p:txBody>
          <a:bodyPr lIns="0"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0A96FB-B9EB-8DE6-BE7F-8E9AFB7E33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lIns="0" rIns="0"/>
          <a:lstStyle>
            <a:lvl1pPr>
              <a:lnSpc>
                <a:spcPct val="110000"/>
              </a:lnSpc>
              <a:defRPr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defRPr>
                <a:solidFill>
                  <a:schemeClr val="bg1"/>
                </a:solidFill>
              </a:defRPr>
            </a:lvl2pPr>
            <a:lvl3pPr>
              <a:lnSpc>
                <a:spcPct val="110000"/>
              </a:lnSpc>
              <a:defRPr>
                <a:solidFill>
                  <a:schemeClr val="bg1"/>
                </a:solidFill>
              </a:defRPr>
            </a:lvl3pPr>
            <a:lvl4pPr>
              <a:lnSpc>
                <a:spcPct val="110000"/>
              </a:lnSpc>
              <a:defRPr>
                <a:solidFill>
                  <a:schemeClr val="bg1"/>
                </a:solidFill>
              </a:defRPr>
            </a:lvl4pPr>
            <a:lvl5pPr>
              <a:lnSpc>
                <a:spcPct val="110000"/>
              </a:lnSpc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6E773C5-DC8F-B04C-E4BB-8999DF0AA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BEBEBE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Copyright">
            <a:extLst>
              <a:ext uri="{FF2B5EF4-FFF2-40B4-BE49-F238E27FC236}">
                <a16:creationId xmlns:a16="http://schemas.microsoft.com/office/drawing/2014/main" id="{C5061511-419D-2059-0E83-6196212F9289}"/>
              </a:ext>
            </a:extLst>
          </p:cNvPr>
          <p:cNvSpPr txBox="1"/>
          <p:nvPr userDrawn="1"/>
        </p:nvSpPr>
        <p:spPr>
          <a:xfrm>
            <a:off x="9871995" y="6583680"/>
            <a:ext cx="1710405" cy="92333"/>
          </a:xfrm>
          <a:prstGeom prst="rect">
            <a:avLst/>
          </a:prstGeom>
          <a:solidFill>
            <a:schemeClr val="tx1"/>
          </a:solidFill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aseline="0">
                <a:solidFill>
                  <a:srgbClr val="BEBEBE"/>
                </a:solidFill>
                <a:latin typeface="Adobe Clean" panose="020B0503020404020204" pitchFamily="34" charset="0"/>
              </a:rPr>
              <a:t>© 2025 Adobe. All Rights Reserved. Adobe Confidential.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AB0C947-85B1-6F73-8F85-916BD5975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BEBEBE"/>
                </a:solidFill>
              </a:defRPr>
            </a:lvl1pPr>
          </a:lstStyle>
          <a:p>
            <a:pPr algn="r"/>
            <a:fld id="{DEC9D0C1-7FBA-40E3-98AB-77B8E8CCE3D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18E7064-6C65-CE7F-C31F-A4F12EC5D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3B4F7-71D5-4F1C-A9CA-5E3A40F979B7}" type="datetime1">
              <a:rPr lang="en-US" smtClean="0"/>
              <a:t>3/5/26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8036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A557CE-52E6-1FB8-260F-4B9972B7C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4085"/>
            <a:ext cx="10972800" cy="946389"/>
          </a:xfrm>
          <a:prstGeom prst="rect">
            <a:avLst/>
          </a:prstGeom>
        </p:spPr>
        <p:txBody>
          <a:bodyPr vert="horz" lIns="0" tIns="45720" rIns="0" bIns="45720" rtlCol="0" anchor="ctr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7D5854-D623-623A-F51E-6C503DDDB9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334324"/>
            <a:ext cx="10972800" cy="4990276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744D4F-1B98-83B7-DAEA-EBD830B4D8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645920" y="6583680"/>
            <a:ext cx="7844778" cy="91440"/>
          </a:xfrm>
          <a:prstGeom prst="rect">
            <a:avLst/>
          </a:prstGeom>
        </p:spPr>
        <p:txBody>
          <a:bodyPr vert="horz" wrap="none" lIns="0" tIns="0" rIns="0" bIns="0" rtlCol="0" anchor="t" anchorCtr="0"/>
          <a:lstStyle>
            <a:lvl1pPr algn="l">
              <a:defRPr sz="600">
                <a:solidFill>
                  <a:srgbClr val="191919"/>
                </a:solidFill>
              </a:defRPr>
            </a:lvl1pPr>
          </a:lstStyle>
          <a:p>
            <a:endParaRPr lang="en-US"/>
          </a:p>
        </p:txBody>
      </p:sp>
      <p:sp>
        <p:nvSpPr>
          <p:cNvPr id="25" name="Copyright">
            <a:extLst>
              <a:ext uri="{FF2B5EF4-FFF2-40B4-BE49-F238E27FC236}">
                <a16:creationId xmlns:a16="http://schemas.microsoft.com/office/drawing/2014/main" id="{F00605C0-ED67-6D23-4441-6A67F9B2E445}"/>
              </a:ext>
            </a:extLst>
          </p:cNvPr>
          <p:cNvSpPr txBox="1"/>
          <p:nvPr userDrawn="1"/>
        </p:nvSpPr>
        <p:spPr>
          <a:xfrm>
            <a:off x="9835126" y="6583680"/>
            <a:ext cx="1747274" cy="9233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aseline="0">
                <a:solidFill>
                  <a:srgbClr val="191919"/>
                </a:solidFill>
                <a:latin typeface="Adobe Clean" panose="020B0503020404020204" pitchFamily="34" charset="0"/>
              </a:rPr>
              <a:t>© 2025 Adobe. All Rights Reserved. Adobe Confidential.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E5B87A-A7CF-09CF-30ED-83C44A71A0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42316" y="6583680"/>
            <a:ext cx="89768" cy="9233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>
              <a:defRPr lang="en-US" sz="600" baseline="0" smtClean="0">
                <a:solidFill>
                  <a:srgbClr val="191919"/>
                </a:solidFill>
                <a:latin typeface="Adobe Clean" panose="020B0503020404020204" pitchFamily="34" charset="0"/>
              </a:defRPr>
            </a:lvl1pPr>
          </a:lstStyle>
          <a:p>
            <a:pPr algn="r"/>
            <a:fld id="{DEC9D0C1-7FBA-40E3-98AB-77B8E8CCE3D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FD8D59-8A23-698A-D678-69D2440DB5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-1" y="7035913"/>
            <a:ext cx="355867" cy="107722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169271-AB45-4F94-B977-1C39D03C236C}" type="datetime1">
              <a:rPr lang="en-US" smtClean="0"/>
              <a:t>3/5/26</a:t>
            </a:fld>
            <a:endParaRPr lang="en-US"/>
          </a:p>
        </p:txBody>
      </p:sp>
      <p:sp>
        <p:nvSpPr>
          <p:cNvPr id="9" name="1/4">
            <a:extLst>
              <a:ext uri="{FF2B5EF4-FFF2-40B4-BE49-F238E27FC236}">
                <a16:creationId xmlns:a16="http://schemas.microsoft.com/office/drawing/2014/main" id="{791B36FE-59D2-67F8-88FF-8BCBCAA1B9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3264969" y="-563502"/>
            <a:ext cx="163507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00">
                <a:solidFill>
                  <a:schemeClr val="accent2">
                    <a:lumMod val="60000"/>
                    <a:lumOff val="40000"/>
                  </a:schemeClr>
                </a:solidFill>
                <a:latin typeface="+mj-lt"/>
              </a:rPr>
              <a:t>1/4</a:t>
            </a:r>
          </a:p>
        </p:txBody>
      </p:sp>
      <p:sp>
        <p:nvSpPr>
          <p:cNvPr id="10" name="2/4">
            <a:extLst>
              <a:ext uri="{FF2B5EF4-FFF2-40B4-BE49-F238E27FC236}">
                <a16:creationId xmlns:a16="http://schemas.microsoft.com/office/drawing/2014/main" id="{1D453459-F362-B9CD-880F-8901A7543B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6004629" y="-563502"/>
            <a:ext cx="182742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000">
                <a:solidFill>
                  <a:schemeClr val="accent2">
                    <a:lumMod val="60000"/>
                    <a:lumOff val="40000"/>
                  </a:schemeClr>
                </a:solidFill>
                <a:latin typeface="+mj-lt"/>
              </a:rPr>
              <a:t>2/4</a:t>
            </a:r>
          </a:p>
        </p:txBody>
      </p:sp>
      <p:sp>
        <p:nvSpPr>
          <p:cNvPr id="11" name="3/4">
            <a:extLst>
              <a:ext uri="{FF2B5EF4-FFF2-40B4-BE49-F238E27FC236}">
                <a16:creationId xmlns:a16="http://schemas.microsoft.com/office/drawing/2014/main" id="{8E72AC89-911C-7E96-6D33-BAF9B0DBE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8745241" y="-563502"/>
            <a:ext cx="184346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000">
                <a:solidFill>
                  <a:schemeClr val="accent2">
                    <a:lumMod val="60000"/>
                    <a:lumOff val="40000"/>
                  </a:schemeClr>
                </a:solidFill>
                <a:latin typeface="+mj-lt"/>
              </a:rPr>
              <a:t>3/4</a:t>
            </a:r>
          </a:p>
        </p:txBody>
      </p:sp>
      <p:cxnSp>
        <p:nvCxnSpPr>
          <p:cNvPr id="12" name="2/3 arrow">
            <a:extLst>
              <a:ext uri="{FF2B5EF4-FFF2-40B4-BE49-F238E27FC236}">
                <a16:creationId xmlns:a16="http://schemas.microsoft.com/office/drawing/2014/main" id="{425FBE88-470E-60C6-8016-0453814D1C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923212" y="-336411"/>
            <a:ext cx="0" cy="236135"/>
          </a:xfrm>
          <a:prstGeom prst="line">
            <a:avLst/>
          </a:prstGeom>
          <a:ln w="12700">
            <a:solidFill>
              <a:srgbClr val="C8C1E8"/>
            </a:solidFill>
            <a:headEnd type="none" w="med" len="med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1/3 arrow">
            <a:extLst>
              <a:ext uri="{FF2B5EF4-FFF2-40B4-BE49-F238E27FC236}">
                <a16:creationId xmlns:a16="http://schemas.microsoft.com/office/drawing/2014/main" id="{B121034D-56B4-850B-095F-50226D1D62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266406" y="-336411"/>
            <a:ext cx="0" cy="236135"/>
          </a:xfrm>
          <a:prstGeom prst="line">
            <a:avLst/>
          </a:prstGeom>
          <a:ln w="12700">
            <a:solidFill>
              <a:srgbClr val="C8C1E8"/>
            </a:solidFill>
            <a:headEnd type="none" w="med" len="med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2/3">
            <a:extLst>
              <a:ext uri="{FF2B5EF4-FFF2-40B4-BE49-F238E27FC236}">
                <a16:creationId xmlns:a16="http://schemas.microsoft.com/office/drawing/2014/main" id="{FC5A2A21-4D76-D3E5-F47D-FAAEDEFAE6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7834245" y="-563502"/>
            <a:ext cx="177934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000">
                <a:solidFill>
                  <a:srgbClr val="A185B6"/>
                </a:solidFill>
                <a:latin typeface="+mj-lt"/>
              </a:rPr>
              <a:t>2/3</a:t>
            </a:r>
          </a:p>
        </p:txBody>
      </p:sp>
      <p:sp>
        <p:nvSpPr>
          <p:cNvPr id="15" name="1/3">
            <a:extLst>
              <a:ext uri="{FF2B5EF4-FFF2-40B4-BE49-F238E27FC236}">
                <a16:creationId xmlns:a16="http://schemas.microsoft.com/office/drawing/2014/main" id="{31DF4110-6679-C48B-A68B-23CCE2DC71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4194051" y="-563502"/>
            <a:ext cx="15869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000">
                <a:solidFill>
                  <a:srgbClr val="A185B6"/>
                </a:solidFill>
                <a:latin typeface="+mj-lt"/>
              </a:rPr>
              <a:t>1/3</a:t>
            </a:r>
          </a:p>
        </p:txBody>
      </p:sp>
      <p:cxnSp>
        <p:nvCxnSpPr>
          <p:cNvPr id="16" name="1/4 arrow">
            <a:extLst>
              <a:ext uri="{FF2B5EF4-FFF2-40B4-BE49-F238E27FC236}">
                <a16:creationId xmlns:a16="http://schemas.microsoft.com/office/drawing/2014/main" id="{654E8F9D-6C4E-05DA-FE73-546CD08C5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352205" y="-336411"/>
            <a:ext cx="0" cy="236135"/>
          </a:xfrm>
          <a:prstGeom prst="line">
            <a:avLst/>
          </a:prstGeom>
          <a:ln w="12700">
            <a:solidFill>
              <a:srgbClr val="C1D4E8"/>
            </a:solidFill>
            <a:headEnd type="none" w="med" len="med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2/4 arrow">
            <a:extLst>
              <a:ext uri="{FF2B5EF4-FFF2-40B4-BE49-F238E27FC236}">
                <a16:creationId xmlns:a16="http://schemas.microsoft.com/office/drawing/2014/main" id="{DA346B2B-DF35-381D-9BDC-1CDA53FCF7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096000" y="-336411"/>
            <a:ext cx="0" cy="236135"/>
          </a:xfrm>
          <a:prstGeom prst="line">
            <a:avLst/>
          </a:prstGeom>
          <a:ln w="12700">
            <a:solidFill>
              <a:srgbClr val="C1D4E8"/>
            </a:solidFill>
            <a:headEnd type="none" w="med" len="med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3/4 arrow">
            <a:extLst>
              <a:ext uri="{FF2B5EF4-FFF2-40B4-BE49-F238E27FC236}">
                <a16:creationId xmlns:a16="http://schemas.microsoft.com/office/drawing/2014/main" id="{79D2891A-8FC3-A6BB-6113-BF32856BC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837414" y="-336411"/>
            <a:ext cx="0" cy="236135"/>
          </a:xfrm>
          <a:prstGeom prst="line">
            <a:avLst/>
          </a:prstGeom>
          <a:ln w="12700">
            <a:solidFill>
              <a:srgbClr val="C1D4E8"/>
            </a:solidFill>
            <a:headEnd type="none" w="med" len="med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Grid Instrux">
            <a:extLst>
              <a:ext uri="{FF2B5EF4-FFF2-40B4-BE49-F238E27FC236}">
                <a16:creationId xmlns:a16="http://schemas.microsoft.com/office/drawing/2014/main" id="{02CAB0F6-BA9D-DC91-B680-B8B29A069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157679" y="-549443"/>
            <a:ext cx="1764907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800">
                <a:solidFill>
                  <a:schemeClr val="bg1">
                    <a:lumMod val="65000"/>
                  </a:schemeClr>
                </a:solidFill>
                <a:latin typeface="+mj-lt"/>
              </a:rPr>
              <a:t>Turn on Guides to see the custom grid.</a:t>
            </a:r>
            <a:br>
              <a:rPr lang="en-US" sz="800">
                <a:solidFill>
                  <a:schemeClr val="bg1">
                    <a:lumMod val="65000"/>
                  </a:schemeClr>
                </a:solidFill>
                <a:latin typeface="+mj-lt"/>
              </a:rPr>
            </a:br>
            <a:r>
              <a:rPr lang="en-US" sz="800">
                <a:solidFill>
                  <a:schemeClr val="bg1">
                    <a:lumMod val="65000"/>
                  </a:schemeClr>
                </a:solidFill>
                <a:latin typeface="+mn-lt"/>
              </a:rPr>
              <a:t>Mac: Control-option-command-G</a:t>
            </a:r>
            <a:br>
              <a:rPr lang="en-US" sz="800">
                <a:solidFill>
                  <a:schemeClr val="bg1">
                    <a:lumMod val="65000"/>
                  </a:schemeClr>
                </a:solidFill>
                <a:latin typeface="+mn-lt"/>
              </a:rPr>
            </a:br>
            <a:r>
              <a:rPr lang="en-US" sz="800">
                <a:solidFill>
                  <a:schemeClr val="bg1">
                    <a:lumMod val="65000"/>
                  </a:schemeClr>
                </a:solidFill>
                <a:latin typeface="+mn-lt"/>
              </a:rPr>
              <a:t>Win: Alt-F9 (or Alt-Fn-F9 on some laptops)</a:t>
            </a:r>
          </a:p>
        </p:txBody>
      </p:sp>
      <p:sp>
        <p:nvSpPr>
          <p:cNvPr id="7" name="Thread">
            <a:extLst>
              <a:ext uri="{FF2B5EF4-FFF2-40B4-BE49-F238E27FC236}">
                <a16:creationId xmlns:a16="http://schemas.microsoft.com/office/drawing/2014/main" id="{85D60DD5-372A-259D-1420-29F0B57C1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894"/>
            <a:ext cx="128016" cy="6856213"/>
          </a:xfrm>
          <a:prstGeom prst="rect">
            <a:avLst/>
          </a:prstGeom>
          <a:solidFill>
            <a:srgbClr val="EB1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32" name="1/4">
            <a:extLst>
              <a:ext uri="{FF2B5EF4-FFF2-40B4-BE49-F238E27FC236}">
                <a16:creationId xmlns:a16="http://schemas.microsoft.com/office/drawing/2014/main" id="{424377ED-B64A-B4C7-0B71-A4CF8A90A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576881" y="2509117"/>
            <a:ext cx="163507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000">
                <a:solidFill>
                  <a:schemeClr val="accent2">
                    <a:lumMod val="60000"/>
                    <a:lumOff val="40000"/>
                  </a:schemeClr>
                </a:solidFill>
                <a:latin typeface="+mj-lt"/>
              </a:rPr>
              <a:t>1/4</a:t>
            </a:r>
          </a:p>
        </p:txBody>
      </p:sp>
      <p:sp>
        <p:nvSpPr>
          <p:cNvPr id="33" name="2/4">
            <a:extLst>
              <a:ext uri="{FF2B5EF4-FFF2-40B4-BE49-F238E27FC236}">
                <a16:creationId xmlns:a16="http://schemas.microsoft.com/office/drawing/2014/main" id="{51F3C041-8ED9-0DA6-BEAB-D9FCBAB6CC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586321" y="3754563"/>
            <a:ext cx="18274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00">
                <a:solidFill>
                  <a:schemeClr val="accent2">
                    <a:lumMod val="60000"/>
                    <a:lumOff val="40000"/>
                  </a:schemeClr>
                </a:solidFill>
                <a:latin typeface="+mj-lt"/>
              </a:rPr>
              <a:t>2/4</a:t>
            </a:r>
          </a:p>
        </p:txBody>
      </p:sp>
      <p:sp>
        <p:nvSpPr>
          <p:cNvPr id="34" name="3/4">
            <a:extLst>
              <a:ext uri="{FF2B5EF4-FFF2-40B4-BE49-F238E27FC236}">
                <a16:creationId xmlns:a16="http://schemas.microsoft.com/office/drawing/2014/main" id="{F2D0D8E2-527A-4BB8-6B7E-6D57BEB7FA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44053" y="4987532"/>
            <a:ext cx="184346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000">
                <a:solidFill>
                  <a:schemeClr val="accent2">
                    <a:lumMod val="60000"/>
                    <a:lumOff val="40000"/>
                  </a:schemeClr>
                </a:solidFill>
                <a:latin typeface="+mj-lt"/>
              </a:rPr>
              <a:t>3/4</a:t>
            </a:r>
          </a:p>
        </p:txBody>
      </p:sp>
      <p:cxnSp>
        <p:nvCxnSpPr>
          <p:cNvPr id="35" name="1/4 arrow">
            <a:extLst>
              <a:ext uri="{FF2B5EF4-FFF2-40B4-BE49-F238E27FC236}">
                <a16:creationId xmlns:a16="http://schemas.microsoft.com/office/drawing/2014/main" id="{A418B525-C17C-C5AB-54B3-D48D2031FC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2278497" y="2580869"/>
            <a:ext cx="222825" cy="0"/>
          </a:xfrm>
          <a:prstGeom prst="line">
            <a:avLst/>
          </a:prstGeom>
          <a:ln w="12700">
            <a:solidFill>
              <a:srgbClr val="C1D4E8"/>
            </a:solidFill>
            <a:headEnd type="none" w="med" len="med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1/4 arrow">
            <a:extLst>
              <a:ext uri="{FF2B5EF4-FFF2-40B4-BE49-F238E27FC236}">
                <a16:creationId xmlns:a16="http://schemas.microsoft.com/office/drawing/2014/main" id="{9832C6B5-4860-2934-2206-0B5B7FF6B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2278497" y="1334324"/>
            <a:ext cx="222825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1/4 arrow">
            <a:extLst>
              <a:ext uri="{FF2B5EF4-FFF2-40B4-BE49-F238E27FC236}">
                <a16:creationId xmlns:a16="http://schemas.microsoft.com/office/drawing/2014/main" id="{0F8F2023-3069-3524-187F-DCC6A0F9C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2278497" y="5073959"/>
            <a:ext cx="222825" cy="0"/>
          </a:xfrm>
          <a:prstGeom prst="line">
            <a:avLst/>
          </a:prstGeom>
          <a:ln w="12700">
            <a:solidFill>
              <a:srgbClr val="C1D4E8"/>
            </a:solidFill>
            <a:headEnd type="none" w="med" len="med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1/4 arrow">
            <a:extLst>
              <a:ext uri="{FF2B5EF4-FFF2-40B4-BE49-F238E27FC236}">
                <a16:creationId xmlns:a16="http://schemas.microsoft.com/office/drawing/2014/main" id="{A8ED2DAB-B3D9-1EA2-514C-8A23C04556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2278497" y="3827414"/>
            <a:ext cx="222825" cy="0"/>
          </a:xfrm>
          <a:prstGeom prst="line">
            <a:avLst/>
          </a:prstGeom>
          <a:ln w="12700">
            <a:solidFill>
              <a:srgbClr val="C1D4E8"/>
            </a:solidFill>
            <a:headEnd type="none" w="med" len="med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1/4">
            <a:extLst>
              <a:ext uri="{FF2B5EF4-FFF2-40B4-BE49-F238E27FC236}">
                <a16:creationId xmlns:a16="http://schemas.microsoft.com/office/drawing/2014/main" id="{C8CA6760-80AA-0257-95D3-4B4DE6DE78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529254" y="1281863"/>
            <a:ext cx="290143" cy="9233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600">
                <a:solidFill>
                  <a:schemeClr val="bg1">
                    <a:lumMod val="65000"/>
                  </a:schemeClr>
                </a:solidFill>
                <a:latin typeface="+mj-lt"/>
              </a:rPr>
              <a:t>HEADER</a:t>
            </a:r>
          </a:p>
        </p:txBody>
      </p:sp>
      <p:cxnSp>
        <p:nvCxnSpPr>
          <p:cNvPr id="45" name="1/4 arrow">
            <a:extLst>
              <a:ext uri="{FF2B5EF4-FFF2-40B4-BE49-F238E27FC236}">
                <a16:creationId xmlns:a16="http://schemas.microsoft.com/office/drawing/2014/main" id="{74375429-3C84-68A9-2613-B48F5A529F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2278497" y="6320504"/>
            <a:ext cx="222825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1/4">
            <a:extLst>
              <a:ext uri="{FF2B5EF4-FFF2-40B4-BE49-F238E27FC236}">
                <a16:creationId xmlns:a16="http://schemas.microsoft.com/office/drawing/2014/main" id="{1B81506B-B5BB-D6F5-CFE5-02E97E3AF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532460" y="6268043"/>
            <a:ext cx="283732" cy="9233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600">
                <a:solidFill>
                  <a:schemeClr val="bg1">
                    <a:lumMod val="65000"/>
                  </a:schemeClr>
                </a:solidFill>
                <a:latin typeface="+mj-lt"/>
              </a:rPr>
              <a:t>FOOTER</a:t>
            </a:r>
          </a:p>
        </p:txBody>
      </p:sp>
      <p:cxnSp>
        <p:nvCxnSpPr>
          <p:cNvPr id="24" name="1/4 arrow">
            <a:extLst>
              <a:ext uri="{FF2B5EF4-FFF2-40B4-BE49-F238E27FC236}">
                <a16:creationId xmlns:a16="http://schemas.microsoft.com/office/drawing/2014/main" id="{FA5D0519-5451-A608-D797-03460DF8E3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09600" y="-336411"/>
            <a:ext cx="0" cy="236135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3/4 arrow">
            <a:extLst>
              <a:ext uri="{FF2B5EF4-FFF2-40B4-BE49-F238E27FC236}">
                <a16:creationId xmlns:a16="http://schemas.microsoft.com/office/drawing/2014/main" id="{434EAFBE-DCAD-A7F5-09D7-04281AF8F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580018" y="-336411"/>
            <a:ext cx="0" cy="236135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1/4">
            <a:extLst>
              <a:ext uri="{FF2B5EF4-FFF2-40B4-BE49-F238E27FC236}">
                <a16:creationId xmlns:a16="http://schemas.microsoft.com/office/drawing/2014/main" id="{B26847F7-BAAC-4F5F-C73B-C98C0D60DB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370753" y="-532724"/>
            <a:ext cx="477695" cy="9233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600">
                <a:solidFill>
                  <a:schemeClr val="bg1">
                    <a:lumMod val="65000"/>
                  </a:schemeClr>
                </a:solidFill>
                <a:latin typeface="+mj-lt"/>
              </a:rPr>
              <a:t>LEFT MARGIN</a:t>
            </a:r>
          </a:p>
        </p:txBody>
      </p:sp>
      <p:sp>
        <p:nvSpPr>
          <p:cNvPr id="28" name="1/4">
            <a:extLst>
              <a:ext uri="{FF2B5EF4-FFF2-40B4-BE49-F238E27FC236}">
                <a16:creationId xmlns:a16="http://schemas.microsoft.com/office/drawing/2014/main" id="{C37489DE-748C-5EF5-A2DC-16A403A0A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1314721" y="-532724"/>
            <a:ext cx="530594" cy="9233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600">
                <a:solidFill>
                  <a:schemeClr val="bg1">
                    <a:lumMod val="65000"/>
                  </a:schemeClr>
                </a:solidFill>
                <a:latin typeface="+mj-lt"/>
              </a:rPr>
              <a:t>RIGHT MARGIN</a:t>
            </a:r>
          </a:p>
        </p:txBody>
      </p:sp>
      <p:pic>
        <p:nvPicPr>
          <p:cNvPr id="21" name="Picture 20" descr="A red and black number&#10;&#10;Description automatically generated">
            <a:extLst>
              <a:ext uri="{FF2B5EF4-FFF2-40B4-BE49-F238E27FC236}">
                <a16:creationId xmlns:a16="http://schemas.microsoft.com/office/drawing/2014/main" id="{90D99A4A-A7D4-0CC7-5FD2-1E4A30D358E9}"/>
              </a:ext>
            </a:extLst>
          </p:cNvPr>
          <p:cNvPicPr>
            <a:picLocks noChangeAspect="1"/>
          </p:cNvPicPr>
          <p:nvPr userDrawn="1"/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6518398"/>
            <a:ext cx="603504" cy="145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227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707" r:id="rId3"/>
    <p:sldLayoutId id="2147483661" r:id="rId4"/>
    <p:sldLayoutId id="2147483651" r:id="rId5"/>
    <p:sldLayoutId id="2147483650" r:id="rId6"/>
    <p:sldLayoutId id="2147483720" r:id="rId7"/>
    <p:sldLayoutId id="2147483697" r:id="rId8"/>
    <p:sldLayoutId id="2147483699" r:id="rId9"/>
    <p:sldLayoutId id="2147483703" r:id="rId10"/>
    <p:sldLayoutId id="2147483708" r:id="rId11"/>
    <p:sldLayoutId id="2147483712" r:id="rId12"/>
    <p:sldLayoutId id="2147483724" r:id="rId13"/>
    <p:sldLayoutId id="2147483718" r:id="rId14"/>
    <p:sldLayoutId id="2147483710" r:id="rId15"/>
    <p:sldLayoutId id="2147483713" r:id="rId16"/>
    <p:sldLayoutId id="2147483722" r:id="rId17"/>
    <p:sldLayoutId id="2147483683" r:id="rId18"/>
    <p:sldLayoutId id="2147483684" r:id="rId19"/>
    <p:sldLayoutId id="2147483685" r:id="rId20"/>
    <p:sldLayoutId id="2147483726" r:id="rId21"/>
    <p:sldLayoutId id="2147483682" r:id="rId22"/>
    <p:sldLayoutId id="2147483680" r:id="rId23"/>
    <p:sldLayoutId id="2147483677" r:id="rId24"/>
    <p:sldLayoutId id="2147483714" r:id="rId25"/>
    <p:sldLayoutId id="2147483662" r:id="rId26"/>
    <p:sldLayoutId id="2147483663" r:id="rId27"/>
    <p:sldLayoutId id="2147483664" r:id="rId28"/>
    <p:sldLayoutId id="2147483721" r:id="rId29"/>
    <p:sldLayoutId id="2147483698" r:id="rId30"/>
    <p:sldLayoutId id="2147483700" r:id="rId31"/>
    <p:sldLayoutId id="2147483704" r:id="rId32"/>
    <p:sldLayoutId id="2147483709" r:id="rId33"/>
    <p:sldLayoutId id="2147483716" r:id="rId34"/>
    <p:sldLayoutId id="2147483725" r:id="rId35"/>
    <p:sldLayoutId id="2147483719" r:id="rId36"/>
    <p:sldLayoutId id="2147483711" r:id="rId37"/>
    <p:sldLayoutId id="2147483717" r:id="rId38"/>
    <p:sldLayoutId id="2147483723" r:id="rId39"/>
    <p:sldLayoutId id="2147483688" r:id="rId40"/>
    <p:sldLayoutId id="2147483691" r:id="rId41"/>
    <p:sldLayoutId id="2147483694" r:id="rId42"/>
    <p:sldLayoutId id="2147483727" r:id="rId43"/>
    <p:sldLayoutId id="2147483686" r:id="rId44"/>
    <p:sldLayoutId id="2147483689" r:id="rId45"/>
    <p:sldLayoutId id="2147483692" r:id="rId46"/>
    <p:sldLayoutId id="2147483715" r:id="rId47"/>
    <p:sldLayoutId id="2147483706" r:id="rId48"/>
    <p:sldLayoutId id="2147483655" r:id="rId49"/>
    <p:sldLayoutId id="2147483695" r:id="rId50"/>
    <p:sldLayoutId id="2147483665" r:id="rId51"/>
    <p:sldLayoutId id="2147483701" r:id="rId52"/>
    <p:sldLayoutId id="2147483702" r:id="rId53"/>
    <p:sldLayoutId id="2147483705" r:id="rId54"/>
    <p:sldLayoutId id="2147483671" r:id="rId55"/>
    <p:sldLayoutId id="2147483676" r:id="rId56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200" kern="1200" spc="-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563" indent="-182563" algn="l" defTabSz="914400" rtl="0" eaLnBrk="1" latinLnBrk="0" hangingPunct="1">
        <a:lnSpc>
          <a:spcPct val="110000"/>
        </a:lnSpc>
        <a:spcBef>
          <a:spcPts val="1200"/>
        </a:spcBef>
        <a:spcAft>
          <a:spcPts val="0"/>
        </a:spcAft>
        <a:buSzPct val="7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382588" indent="-157163" algn="l" defTabSz="914400" rtl="0" eaLnBrk="1" latinLnBrk="0" hangingPunct="1">
        <a:lnSpc>
          <a:spcPct val="110000"/>
        </a:lnSpc>
        <a:spcBef>
          <a:spcPts val="1200"/>
        </a:spcBef>
        <a:spcAft>
          <a:spcPts val="0"/>
        </a:spcAft>
        <a:buSzPct val="70000"/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81025" indent="-142875" algn="l" defTabSz="914400" rtl="0" eaLnBrk="1" latinLnBrk="0" hangingPunct="1">
        <a:lnSpc>
          <a:spcPct val="110000"/>
        </a:lnSpc>
        <a:spcBef>
          <a:spcPts val="1200"/>
        </a:spcBef>
        <a:spcAft>
          <a:spcPts val="0"/>
        </a:spcAft>
        <a:buSzPct val="70000"/>
        <a:buFont typeface="Wingdings" panose="05000000000000000000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669925" indent="-123825" algn="l" defTabSz="914400" rtl="0" eaLnBrk="1" latinLnBrk="0" hangingPunct="1">
        <a:lnSpc>
          <a:spcPct val="110000"/>
        </a:lnSpc>
        <a:spcBef>
          <a:spcPts val="1200"/>
        </a:spcBef>
        <a:spcAft>
          <a:spcPts val="0"/>
        </a:spcAft>
        <a:buSzPct val="70000"/>
        <a:buFont typeface="Wingdings" panose="05000000000000000000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846138" indent="-130175" algn="l" defTabSz="914400" rtl="0" eaLnBrk="1" latinLnBrk="0" hangingPunct="1">
        <a:lnSpc>
          <a:spcPct val="110000"/>
        </a:lnSpc>
        <a:spcBef>
          <a:spcPts val="1200"/>
        </a:spcBef>
        <a:spcAft>
          <a:spcPts val="0"/>
        </a:spcAft>
        <a:buSzPct val="70000"/>
        <a:buFont typeface="Wingdings" panose="05000000000000000000" pitchFamily="2" charset="2"/>
        <a:buChar char="§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40" userDrawn="1">
          <p15:clr>
            <a:srgbClr val="A4A3A4"/>
          </p15:clr>
        </p15:guide>
        <p15:guide id="2" pos="384" userDrawn="1">
          <p15:clr>
            <a:srgbClr val="A4A3A4"/>
          </p15:clr>
        </p15:guide>
        <p15:guide id="3" pos="7296" userDrawn="1">
          <p15:clr>
            <a:srgbClr val="A4A3A4"/>
          </p15:clr>
        </p15:guide>
        <p15:guide id="4" orient="horz" pos="3984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hyperlink" Target="https://inside.corp.adobe.com/content/inside/en/brand-center/guidelines.html" TargetMode="External"/><Relationship Id="rId7" Type="http://schemas.openxmlformats.org/officeDocument/2006/relationships/image" Target="../media/image4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9.xml"/><Relationship Id="rId6" Type="http://schemas.openxmlformats.org/officeDocument/2006/relationships/image" Target="../media/image3.png"/><Relationship Id="rId5" Type="http://schemas.openxmlformats.org/officeDocument/2006/relationships/hyperlink" Target="mailto:brand@adobe.com" TargetMode="External"/><Relationship Id="rId4" Type="http://schemas.openxmlformats.org/officeDocument/2006/relationships/hyperlink" Target="https://inside.corp.adobe.com/brand-center/font.html" TargetMode="Externa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hyperlink" Target="https://inside.corp.adobe.com/brand-center/preso-overview.html" TargetMode="External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.png"/><Relationship Id="rId5" Type="http://schemas.openxmlformats.org/officeDocument/2006/relationships/hyperlink" Target="https://inside.corp.adobe.com/content/inside/en/brand-center/preso-overview.html" TargetMode="External"/><Relationship Id="rId4" Type="http://schemas.openxmlformats.org/officeDocument/2006/relationships/hyperlink" Target="https://adobe.enterprise.slack.com/archives/C07T24HA6GN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13" Type="http://schemas.openxmlformats.org/officeDocument/2006/relationships/image" Target="../media/image18.png"/><Relationship Id="rId18" Type="http://schemas.openxmlformats.org/officeDocument/2006/relationships/image" Target="../media/image23.png"/><Relationship Id="rId3" Type="http://schemas.openxmlformats.org/officeDocument/2006/relationships/image" Target="../media/image9.png"/><Relationship Id="rId21" Type="http://schemas.openxmlformats.org/officeDocument/2006/relationships/image" Target="../media/image25.svg"/><Relationship Id="rId7" Type="http://schemas.openxmlformats.org/officeDocument/2006/relationships/image" Target="../media/image12.png"/><Relationship Id="rId12" Type="http://schemas.openxmlformats.org/officeDocument/2006/relationships/image" Target="../media/image17.svg"/><Relationship Id="rId17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1.svg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5" Type="http://schemas.openxmlformats.org/officeDocument/2006/relationships/image" Target="../media/image20.png"/><Relationship Id="rId10" Type="http://schemas.openxmlformats.org/officeDocument/2006/relationships/image" Target="../media/image15.svg"/><Relationship Id="rId19" Type="http://schemas.openxmlformats.org/officeDocument/2006/relationships/image" Target="../media/image24.svg"/><Relationship Id="rId4" Type="http://schemas.openxmlformats.org/officeDocument/2006/relationships/chart" Target="../charts/chart1.xml"/><Relationship Id="rId9" Type="http://schemas.openxmlformats.org/officeDocument/2006/relationships/image" Target="../media/image14.png"/><Relationship Id="rId14" Type="http://schemas.openxmlformats.org/officeDocument/2006/relationships/image" Target="../media/image19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inside.corp.adobe.com/content/inside/en/brand-center/preso-overview.html" TargetMode="External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9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0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8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9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0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5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4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5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8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47.svg"/><Relationship Id="rId21" Type="http://schemas.openxmlformats.org/officeDocument/2006/relationships/image" Target="../media/image51.svg"/><Relationship Id="rId42" Type="http://schemas.openxmlformats.org/officeDocument/2006/relationships/image" Target="../media/image72.png"/><Relationship Id="rId63" Type="http://schemas.openxmlformats.org/officeDocument/2006/relationships/image" Target="../media/image93.svg"/><Relationship Id="rId84" Type="http://schemas.openxmlformats.org/officeDocument/2006/relationships/image" Target="../media/image114.png"/><Relationship Id="rId138" Type="http://schemas.openxmlformats.org/officeDocument/2006/relationships/image" Target="../media/image168.png"/><Relationship Id="rId159" Type="http://schemas.openxmlformats.org/officeDocument/2006/relationships/image" Target="../media/image189.svg"/><Relationship Id="rId170" Type="http://schemas.openxmlformats.org/officeDocument/2006/relationships/image" Target="../media/image200.png"/><Relationship Id="rId191" Type="http://schemas.openxmlformats.org/officeDocument/2006/relationships/image" Target="../media/image221.svg"/><Relationship Id="rId205" Type="http://schemas.openxmlformats.org/officeDocument/2006/relationships/image" Target="../media/image235.svg"/><Relationship Id="rId226" Type="http://schemas.openxmlformats.org/officeDocument/2006/relationships/image" Target="../media/image256.png"/><Relationship Id="rId247" Type="http://schemas.openxmlformats.org/officeDocument/2006/relationships/image" Target="../media/image277.svg"/><Relationship Id="rId107" Type="http://schemas.openxmlformats.org/officeDocument/2006/relationships/image" Target="../media/image137.svg"/><Relationship Id="rId11" Type="http://schemas.openxmlformats.org/officeDocument/2006/relationships/image" Target="../media/image41.svg"/><Relationship Id="rId32" Type="http://schemas.openxmlformats.org/officeDocument/2006/relationships/image" Target="../media/image62.png"/><Relationship Id="rId53" Type="http://schemas.openxmlformats.org/officeDocument/2006/relationships/image" Target="../media/image83.svg"/><Relationship Id="rId74" Type="http://schemas.openxmlformats.org/officeDocument/2006/relationships/image" Target="../media/image104.png"/><Relationship Id="rId128" Type="http://schemas.openxmlformats.org/officeDocument/2006/relationships/image" Target="../media/image158.png"/><Relationship Id="rId149" Type="http://schemas.openxmlformats.org/officeDocument/2006/relationships/image" Target="../media/image179.svg"/><Relationship Id="rId5" Type="http://schemas.openxmlformats.org/officeDocument/2006/relationships/image" Target="../media/image35.svg"/><Relationship Id="rId95" Type="http://schemas.openxmlformats.org/officeDocument/2006/relationships/image" Target="../media/image125.svg"/><Relationship Id="rId160" Type="http://schemas.openxmlformats.org/officeDocument/2006/relationships/image" Target="../media/image190.png"/><Relationship Id="rId181" Type="http://schemas.openxmlformats.org/officeDocument/2006/relationships/image" Target="../media/image211.svg"/><Relationship Id="rId216" Type="http://schemas.openxmlformats.org/officeDocument/2006/relationships/image" Target="../media/image246.png"/><Relationship Id="rId237" Type="http://schemas.openxmlformats.org/officeDocument/2006/relationships/image" Target="../media/image267.svg"/><Relationship Id="rId258" Type="http://schemas.openxmlformats.org/officeDocument/2006/relationships/image" Target="../media/image288.png"/><Relationship Id="rId22" Type="http://schemas.openxmlformats.org/officeDocument/2006/relationships/image" Target="../media/image52.png"/><Relationship Id="rId43" Type="http://schemas.openxmlformats.org/officeDocument/2006/relationships/image" Target="../media/image73.svg"/><Relationship Id="rId64" Type="http://schemas.openxmlformats.org/officeDocument/2006/relationships/image" Target="../media/image94.png"/><Relationship Id="rId118" Type="http://schemas.openxmlformats.org/officeDocument/2006/relationships/image" Target="../media/image148.png"/><Relationship Id="rId139" Type="http://schemas.openxmlformats.org/officeDocument/2006/relationships/image" Target="../media/image169.svg"/><Relationship Id="rId85" Type="http://schemas.openxmlformats.org/officeDocument/2006/relationships/image" Target="../media/image115.svg"/><Relationship Id="rId150" Type="http://schemas.openxmlformats.org/officeDocument/2006/relationships/image" Target="../media/image180.png"/><Relationship Id="rId171" Type="http://schemas.openxmlformats.org/officeDocument/2006/relationships/image" Target="../media/image201.svg"/><Relationship Id="rId192" Type="http://schemas.openxmlformats.org/officeDocument/2006/relationships/image" Target="../media/image222.png"/><Relationship Id="rId206" Type="http://schemas.openxmlformats.org/officeDocument/2006/relationships/image" Target="../media/image236.png"/><Relationship Id="rId227" Type="http://schemas.openxmlformats.org/officeDocument/2006/relationships/image" Target="../media/image257.svg"/><Relationship Id="rId248" Type="http://schemas.openxmlformats.org/officeDocument/2006/relationships/image" Target="../media/image278.png"/><Relationship Id="rId12" Type="http://schemas.openxmlformats.org/officeDocument/2006/relationships/image" Target="../media/image42.png"/><Relationship Id="rId33" Type="http://schemas.openxmlformats.org/officeDocument/2006/relationships/image" Target="../media/image63.svg"/><Relationship Id="rId108" Type="http://schemas.openxmlformats.org/officeDocument/2006/relationships/image" Target="../media/image138.png"/><Relationship Id="rId129" Type="http://schemas.openxmlformats.org/officeDocument/2006/relationships/image" Target="../media/image159.svg"/><Relationship Id="rId54" Type="http://schemas.openxmlformats.org/officeDocument/2006/relationships/image" Target="../media/image84.png"/><Relationship Id="rId75" Type="http://schemas.openxmlformats.org/officeDocument/2006/relationships/image" Target="../media/image105.svg"/><Relationship Id="rId96" Type="http://schemas.openxmlformats.org/officeDocument/2006/relationships/image" Target="../media/image126.png"/><Relationship Id="rId140" Type="http://schemas.openxmlformats.org/officeDocument/2006/relationships/image" Target="../media/image170.png"/><Relationship Id="rId161" Type="http://schemas.openxmlformats.org/officeDocument/2006/relationships/image" Target="../media/image191.svg"/><Relationship Id="rId182" Type="http://schemas.openxmlformats.org/officeDocument/2006/relationships/image" Target="../media/image212.png"/><Relationship Id="rId217" Type="http://schemas.openxmlformats.org/officeDocument/2006/relationships/image" Target="../media/image247.svg"/><Relationship Id="rId6" Type="http://schemas.openxmlformats.org/officeDocument/2006/relationships/image" Target="../media/image36.png"/><Relationship Id="rId238" Type="http://schemas.openxmlformats.org/officeDocument/2006/relationships/image" Target="../media/image268.png"/><Relationship Id="rId259" Type="http://schemas.openxmlformats.org/officeDocument/2006/relationships/image" Target="../media/image289.svg"/><Relationship Id="rId23" Type="http://schemas.openxmlformats.org/officeDocument/2006/relationships/image" Target="../media/image53.svg"/><Relationship Id="rId119" Type="http://schemas.openxmlformats.org/officeDocument/2006/relationships/image" Target="../media/image149.svg"/><Relationship Id="rId44" Type="http://schemas.openxmlformats.org/officeDocument/2006/relationships/image" Target="../media/image74.png"/><Relationship Id="rId65" Type="http://schemas.openxmlformats.org/officeDocument/2006/relationships/image" Target="../media/image95.svg"/><Relationship Id="rId86" Type="http://schemas.openxmlformats.org/officeDocument/2006/relationships/image" Target="../media/image116.png"/><Relationship Id="rId130" Type="http://schemas.openxmlformats.org/officeDocument/2006/relationships/image" Target="../media/image160.png"/><Relationship Id="rId151" Type="http://schemas.openxmlformats.org/officeDocument/2006/relationships/image" Target="../media/image181.svg"/><Relationship Id="rId172" Type="http://schemas.openxmlformats.org/officeDocument/2006/relationships/image" Target="../media/image202.png"/><Relationship Id="rId193" Type="http://schemas.openxmlformats.org/officeDocument/2006/relationships/image" Target="../media/image223.svg"/><Relationship Id="rId207" Type="http://schemas.openxmlformats.org/officeDocument/2006/relationships/image" Target="../media/image237.svg"/><Relationship Id="rId228" Type="http://schemas.openxmlformats.org/officeDocument/2006/relationships/image" Target="../media/image258.png"/><Relationship Id="rId249" Type="http://schemas.openxmlformats.org/officeDocument/2006/relationships/image" Target="../media/image279.svg"/><Relationship Id="rId13" Type="http://schemas.openxmlformats.org/officeDocument/2006/relationships/image" Target="../media/image43.svg"/><Relationship Id="rId109" Type="http://schemas.openxmlformats.org/officeDocument/2006/relationships/image" Target="../media/image139.svg"/><Relationship Id="rId34" Type="http://schemas.openxmlformats.org/officeDocument/2006/relationships/image" Target="../media/image64.png"/><Relationship Id="rId55" Type="http://schemas.openxmlformats.org/officeDocument/2006/relationships/image" Target="../media/image85.svg"/><Relationship Id="rId76" Type="http://schemas.openxmlformats.org/officeDocument/2006/relationships/image" Target="../media/image106.png"/><Relationship Id="rId97" Type="http://schemas.openxmlformats.org/officeDocument/2006/relationships/image" Target="../media/image127.svg"/><Relationship Id="rId120" Type="http://schemas.openxmlformats.org/officeDocument/2006/relationships/image" Target="../media/image150.png"/><Relationship Id="rId141" Type="http://schemas.openxmlformats.org/officeDocument/2006/relationships/image" Target="../media/image171.svg"/><Relationship Id="rId7" Type="http://schemas.openxmlformats.org/officeDocument/2006/relationships/image" Target="../media/image37.svg"/><Relationship Id="rId162" Type="http://schemas.openxmlformats.org/officeDocument/2006/relationships/image" Target="../media/image192.png"/><Relationship Id="rId183" Type="http://schemas.openxmlformats.org/officeDocument/2006/relationships/image" Target="../media/image213.svg"/><Relationship Id="rId218" Type="http://schemas.openxmlformats.org/officeDocument/2006/relationships/image" Target="../media/image248.png"/><Relationship Id="rId239" Type="http://schemas.openxmlformats.org/officeDocument/2006/relationships/image" Target="../media/image269.svg"/><Relationship Id="rId250" Type="http://schemas.openxmlformats.org/officeDocument/2006/relationships/image" Target="../media/image280.png"/><Relationship Id="rId24" Type="http://schemas.openxmlformats.org/officeDocument/2006/relationships/image" Target="../media/image54.png"/><Relationship Id="rId45" Type="http://schemas.openxmlformats.org/officeDocument/2006/relationships/image" Target="../media/image75.svg"/><Relationship Id="rId66" Type="http://schemas.openxmlformats.org/officeDocument/2006/relationships/image" Target="../media/image96.png"/><Relationship Id="rId87" Type="http://schemas.openxmlformats.org/officeDocument/2006/relationships/image" Target="../media/image117.svg"/><Relationship Id="rId110" Type="http://schemas.openxmlformats.org/officeDocument/2006/relationships/image" Target="../media/image140.png"/><Relationship Id="rId131" Type="http://schemas.openxmlformats.org/officeDocument/2006/relationships/image" Target="../media/image161.svg"/><Relationship Id="rId152" Type="http://schemas.openxmlformats.org/officeDocument/2006/relationships/image" Target="../media/image182.png"/><Relationship Id="rId173" Type="http://schemas.openxmlformats.org/officeDocument/2006/relationships/image" Target="../media/image203.svg"/><Relationship Id="rId194" Type="http://schemas.openxmlformats.org/officeDocument/2006/relationships/image" Target="../media/image224.png"/><Relationship Id="rId208" Type="http://schemas.openxmlformats.org/officeDocument/2006/relationships/image" Target="../media/image238.png"/><Relationship Id="rId229" Type="http://schemas.openxmlformats.org/officeDocument/2006/relationships/image" Target="../media/image259.svg"/><Relationship Id="rId240" Type="http://schemas.openxmlformats.org/officeDocument/2006/relationships/image" Target="../media/image270.png"/><Relationship Id="rId14" Type="http://schemas.openxmlformats.org/officeDocument/2006/relationships/image" Target="../media/image44.png"/><Relationship Id="rId35" Type="http://schemas.openxmlformats.org/officeDocument/2006/relationships/image" Target="../media/image65.svg"/><Relationship Id="rId56" Type="http://schemas.openxmlformats.org/officeDocument/2006/relationships/image" Target="../media/image86.png"/><Relationship Id="rId77" Type="http://schemas.openxmlformats.org/officeDocument/2006/relationships/image" Target="../media/image107.svg"/><Relationship Id="rId100" Type="http://schemas.openxmlformats.org/officeDocument/2006/relationships/image" Target="../media/image130.png"/><Relationship Id="rId8" Type="http://schemas.openxmlformats.org/officeDocument/2006/relationships/image" Target="../media/image38.png"/><Relationship Id="rId98" Type="http://schemas.openxmlformats.org/officeDocument/2006/relationships/image" Target="../media/image128.png"/><Relationship Id="rId121" Type="http://schemas.openxmlformats.org/officeDocument/2006/relationships/image" Target="../media/image151.svg"/><Relationship Id="rId142" Type="http://schemas.openxmlformats.org/officeDocument/2006/relationships/image" Target="../media/image172.png"/><Relationship Id="rId163" Type="http://schemas.openxmlformats.org/officeDocument/2006/relationships/image" Target="../media/image193.svg"/><Relationship Id="rId184" Type="http://schemas.openxmlformats.org/officeDocument/2006/relationships/image" Target="../media/image214.png"/><Relationship Id="rId219" Type="http://schemas.openxmlformats.org/officeDocument/2006/relationships/image" Target="../media/image249.svg"/><Relationship Id="rId230" Type="http://schemas.openxmlformats.org/officeDocument/2006/relationships/image" Target="../media/image260.png"/><Relationship Id="rId251" Type="http://schemas.openxmlformats.org/officeDocument/2006/relationships/image" Target="../media/image281.svg"/><Relationship Id="rId25" Type="http://schemas.openxmlformats.org/officeDocument/2006/relationships/image" Target="../media/image55.svg"/><Relationship Id="rId46" Type="http://schemas.openxmlformats.org/officeDocument/2006/relationships/image" Target="../media/image76.png"/><Relationship Id="rId67" Type="http://schemas.openxmlformats.org/officeDocument/2006/relationships/image" Target="../media/image97.svg"/><Relationship Id="rId88" Type="http://schemas.openxmlformats.org/officeDocument/2006/relationships/image" Target="../media/image118.png"/><Relationship Id="rId111" Type="http://schemas.openxmlformats.org/officeDocument/2006/relationships/image" Target="../media/image141.svg"/><Relationship Id="rId132" Type="http://schemas.openxmlformats.org/officeDocument/2006/relationships/image" Target="../media/image162.png"/><Relationship Id="rId153" Type="http://schemas.openxmlformats.org/officeDocument/2006/relationships/image" Target="../media/image183.svg"/><Relationship Id="rId174" Type="http://schemas.openxmlformats.org/officeDocument/2006/relationships/image" Target="../media/image204.png"/><Relationship Id="rId195" Type="http://schemas.openxmlformats.org/officeDocument/2006/relationships/image" Target="../media/image225.svg"/><Relationship Id="rId209" Type="http://schemas.openxmlformats.org/officeDocument/2006/relationships/image" Target="../media/image239.svg"/><Relationship Id="rId220" Type="http://schemas.openxmlformats.org/officeDocument/2006/relationships/image" Target="../media/image250.png"/><Relationship Id="rId241" Type="http://schemas.openxmlformats.org/officeDocument/2006/relationships/image" Target="../media/image271.svg"/><Relationship Id="rId15" Type="http://schemas.openxmlformats.org/officeDocument/2006/relationships/image" Target="../media/image45.svg"/><Relationship Id="rId36" Type="http://schemas.openxmlformats.org/officeDocument/2006/relationships/image" Target="../media/image66.png"/><Relationship Id="rId57" Type="http://schemas.openxmlformats.org/officeDocument/2006/relationships/image" Target="../media/image87.svg"/><Relationship Id="rId78" Type="http://schemas.openxmlformats.org/officeDocument/2006/relationships/image" Target="../media/image108.png"/><Relationship Id="rId99" Type="http://schemas.openxmlformats.org/officeDocument/2006/relationships/image" Target="../media/image129.svg"/><Relationship Id="rId101" Type="http://schemas.openxmlformats.org/officeDocument/2006/relationships/image" Target="../media/image131.svg"/><Relationship Id="rId122" Type="http://schemas.openxmlformats.org/officeDocument/2006/relationships/image" Target="../media/image152.png"/><Relationship Id="rId143" Type="http://schemas.openxmlformats.org/officeDocument/2006/relationships/image" Target="../media/image173.svg"/><Relationship Id="rId164" Type="http://schemas.openxmlformats.org/officeDocument/2006/relationships/image" Target="../media/image194.png"/><Relationship Id="rId185" Type="http://schemas.openxmlformats.org/officeDocument/2006/relationships/image" Target="../media/image215.svg"/><Relationship Id="rId9" Type="http://schemas.openxmlformats.org/officeDocument/2006/relationships/image" Target="../media/image39.svg"/><Relationship Id="rId210" Type="http://schemas.openxmlformats.org/officeDocument/2006/relationships/image" Target="../media/image240.png"/><Relationship Id="rId26" Type="http://schemas.openxmlformats.org/officeDocument/2006/relationships/image" Target="../media/image56.png"/><Relationship Id="rId231" Type="http://schemas.openxmlformats.org/officeDocument/2006/relationships/image" Target="../media/image261.svg"/><Relationship Id="rId252" Type="http://schemas.openxmlformats.org/officeDocument/2006/relationships/image" Target="../media/image282.png"/><Relationship Id="rId47" Type="http://schemas.openxmlformats.org/officeDocument/2006/relationships/image" Target="../media/image77.svg"/><Relationship Id="rId68" Type="http://schemas.openxmlformats.org/officeDocument/2006/relationships/image" Target="../media/image98.png"/><Relationship Id="rId89" Type="http://schemas.openxmlformats.org/officeDocument/2006/relationships/image" Target="../media/image119.svg"/><Relationship Id="rId112" Type="http://schemas.openxmlformats.org/officeDocument/2006/relationships/image" Target="../media/image142.png"/><Relationship Id="rId133" Type="http://schemas.openxmlformats.org/officeDocument/2006/relationships/image" Target="../media/image163.svg"/><Relationship Id="rId154" Type="http://schemas.openxmlformats.org/officeDocument/2006/relationships/image" Target="../media/image184.png"/><Relationship Id="rId175" Type="http://schemas.openxmlformats.org/officeDocument/2006/relationships/image" Target="../media/image205.svg"/><Relationship Id="rId196" Type="http://schemas.openxmlformats.org/officeDocument/2006/relationships/image" Target="../media/image226.png"/><Relationship Id="rId200" Type="http://schemas.openxmlformats.org/officeDocument/2006/relationships/image" Target="../media/image230.png"/><Relationship Id="rId16" Type="http://schemas.openxmlformats.org/officeDocument/2006/relationships/image" Target="../media/image46.png"/><Relationship Id="rId221" Type="http://schemas.openxmlformats.org/officeDocument/2006/relationships/image" Target="../media/image251.svg"/><Relationship Id="rId242" Type="http://schemas.openxmlformats.org/officeDocument/2006/relationships/image" Target="../media/image272.png"/><Relationship Id="rId37" Type="http://schemas.openxmlformats.org/officeDocument/2006/relationships/image" Target="../media/image67.svg"/><Relationship Id="rId58" Type="http://schemas.openxmlformats.org/officeDocument/2006/relationships/image" Target="../media/image88.png"/><Relationship Id="rId79" Type="http://schemas.openxmlformats.org/officeDocument/2006/relationships/image" Target="../media/image109.svg"/><Relationship Id="rId102" Type="http://schemas.openxmlformats.org/officeDocument/2006/relationships/image" Target="../media/image132.png"/><Relationship Id="rId123" Type="http://schemas.openxmlformats.org/officeDocument/2006/relationships/image" Target="../media/image153.svg"/><Relationship Id="rId144" Type="http://schemas.openxmlformats.org/officeDocument/2006/relationships/image" Target="../media/image174.png"/><Relationship Id="rId90" Type="http://schemas.openxmlformats.org/officeDocument/2006/relationships/image" Target="../media/image120.png"/><Relationship Id="rId165" Type="http://schemas.openxmlformats.org/officeDocument/2006/relationships/image" Target="../media/image195.svg"/><Relationship Id="rId186" Type="http://schemas.openxmlformats.org/officeDocument/2006/relationships/image" Target="../media/image216.png"/><Relationship Id="rId211" Type="http://schemas.openxmlformats.org/officeDocument/2006/relationships/image" Target="../media/image241.svg"/><Relationship Id="rId232" Type="http://schemas.openxmlformats.org/officeDocument/2006/relationships/image" Target="../media/image262.png"/><Relationship Id="rId253" Type="http://schemas.openxmlformats.org/officeDocument/2006/relationships/image" Target="../media/image283.svg"/><Relationship Id="rId27" Type="http://schemas.openxmlformats.org/officeDocument/2006/relationships/image" Target="../media/image57.svg"/><Relationship Id="rId48" Type="http://schemas.openxmlformats.org/officeDocument/2006/relationships/image" Target="../media/image78.png"/><Relationship Id="rId69" Type="http://schemas.openxmlformats.org/officeDocument/2006/relationships/image" Target="../media/image99.svg"/><Relationship Id="rId113" Type="http://schemas.openxmlformats.org/officeDocument/2006/relationships/image" Target="../media/image143.svg"/><Relationship Id="rId134" Type="http://schemas.openxmlformats.org/officeDocument/2006/relationships/image" Target="../media/image164.png"/><Relationship Id="rId80" Type="http://schemas.openxmlformats.org/officeDocument/2006/relationships/image" Target="../media/image110.png"/><Relationship Id="rId155" Type="http://schemas.openxmlformats.org/officeDocument/2006/relationships/image" Target="../media/image185.svg"/><Relationship Id="rId176" Type="http://schemas.openxmlformats.org/officeDocument/2006/relationships/image" Target="../media/image206.png"/><Relationship Id="rId197" Type="http://schemas.openxmlformats.org/officeDocument/2006/relationships/image" Target="../media/image227.svg"/><Relationship Id="rId201" Type="http://schemas.openxmlformats.org/officeDocument/2006/relationships/image" Target="../media/image231.svg"/><Relationship Id="rId222" Type="http://schemas.openxmlformats.org/officeDocument/2006/relationships/image" Target="../media/image252.png"/><Relationship Id="rId243" Type="http://schemas.openxmlformats.org/officeDocument/2006/relationships/image" Target="../media/image273.svg"/><Relationship Id="rId17" Type="http://schemas.openxmlformats.org/officeDocument/2006/relationships/image" Target="../media/image47.svg"/><Relationship Id="rId38" Type="http://schemas.openxmlformats.org/officeDocument/2006/relationships/image" Target="../media/image68.png"/><Relationship Id="rId59" Type="http://schemas.openxmlformats.org/officeDocument/2006/relationships/image" Target="../media/image89.svg"/><Relationship Id="rId103" Type="http://schemas.openxmlformats.org/officeDocument/2006/relationships/image" Target="../media/image133.svg"/><Relationship Id="rId124" Type="http://schemas.openxmlformats.org/officeDocument/2006/relationships/image" Target="../media/image154.png"/><Relationship Id="rId70" Type="http://schemas.openxmlformats.org/officeDocument/2006/relationships/image" Target="../media/image100.png"/><Relationship Id="rId91" Type="http://schemas.openxmlformats.org/officeDocument/2006/relationships/image" Target="../media/image121.svg"/><Relationship Id="rId145" Type="http://schemas.openxmlformats.org/officeDocument/2006/relationships/image" Target="../media/image175.svg"/><Relationship Id="rId166" Type="http://schemas.openxmlformats.org/officeDocument/2006/relationships/image" Target="../media/image196.png"/><Relationship Id="rId187" Type="http://schemas.openxmlformats.org/officeDocument/2006/relationships/image" Target="../media/image217.svg"/><Relationship Id="rId1" Type="http://schemas.openxmlformats.org/officeDocument/2006/relationships/slideLayout" Target="../slideLayouts/slideLayout6.xml"/><Relationship Id="rId212" Type="http://schemas.openxmlformats.org/officeDocument/2006/relationships/image" Target="../media/image242.png"/><Relationship Id="rId233" Type="http://schemas.openxmlformats.org/officeDocument/2006/relationships/image" Target="../media/image263.svg"/><Relationship Id="rId254" Type="http://schemas.openxmlformats.org/officeDocument/2006/relationships/image" Target="../media/image284.png"/><Relationship Id="rId28" Type="http://schemas.openxmlformats.org/officeDocument/2006/relationships/image" Target="../media/image58.png"/><Relationship Id="rId49" Type="http://schemas.openxmlformats.org/officeDocument/2006/relationships/image" Target="../media/image79.svg"/><Relationship Id="rId114" Type="http://schemas.openxmlformats.org/officeDocument/2006/relationships/image" Target="../media/image144.png"/><Relationship Id="rId60" Type="http://schemas.openxmlformats.org/officeDocument/2006/relationships/image" Target="../media/image90.png"/><Relationship Id="rId81" Type="http://schemas.openxmlformats.org/officeDocument/2006/relationships/image" Target="../media/image111.svg"/><Relationship Id="rId135" Type="http://schemas.openxmlformats.org/officeDocument/2006/relationships/image" Target="../media/image165.svg"/><Relationship Id="rId156" Type="http://schemas.openxmlformats.org/officeDocument/2006/relationships/image" Target="../media/image186.png"/><Relationship Id="rId177" Type="http://schemas.openxmlformats.org/officeDocument/2006/relationships/image" Target="../media/image207.svg"/><Relationship Id="rId198" Type="http://schemas.openxmlformats.org/officeDocument/2006/relationships/image" Target="../media/image228.png"/><Relationship Id="rId202" Type="http://schemas.openxmlformats.org/officeDocument/2006/relationships/image" Target="../media/image232.png"/><Relationship Id="rId223" Type="http://schemas.openxmlformats.org/officeDocument/2006/relationships/image" Target="../media/image253.svg"/><Relationship Id="rId244" Type="http://schemas.openxmlformats.org/officeDocument/2006/relationships/image" Target="../media/image274.png"/><Relationship Id="rId18" Type="http://schemas.openxmlformats.org/officeDocument/2006/relationships/image" Target="../media/image48.png"/><Relationship Id="rId39" Type="http://schemas.openxmlformats.org/officeDocument/2006/relationships/image" Target="../media/image69.svg"/><Relationship Id="rId50" Type="http://schemas.openxmlformats.org/officeDocument/2006/relationships/image" Target="../media/image80.png"/><Relationship Id="rId104" Type="http://schemas.openxmlformats.org/officeDocument/2006/relationships/image" Target="../media/image134.png"/><Relationship Id="rId125" Type="http://schemas.openxmlformats.org/officeDocument/2006/relationships/image" Target="../media/image155.svg"/><Relationship Id="rId146" Type="http://schemas.openxmlformats.org/officeDocument/2006/relationships/image" Target="../media/image176.png"/><Relationship Id="rId167" Type="http://schemas.openxmlformats.org/officeDocument/2006/relationships/image" Target="../media/image197.svg"/><Relationship Id="rId188" Type="http://schemas.openxmlformats.org/officeDocument/2006/relationships/image" Target="../media/image218.png"/><Relationship Id="rId71" Type="http://schemas.openxmlformats.org/officeDocument/2006/relationships/image" Target="../media/image101.svg"/><Relationship Id="rId92" Type="http://schemas.openxmlformats.org/officeDocument/2006/relationships/image" Target="../media/image122.png"/><Relationship Id="rId213" Type="http://schemas.openxmlformats.org/officeDocument/2006/relationships/image" Target="../media/image243.svg"/><Relationship Id="rId234" Type="http://schemas.openxmlformats.org/officeDocument/2006/relationships/image" Target="../media/image264.png"/><Relationship Id="rId2" Type="http://schemas.openxmlformats.org/officeDocument/2006/relationships/image" Target="../media/image32.png"/><Relationship Id="rId29" Type="http://schemas.openxmlformats.org/officeDocument/2006/relationships/image" Target="../media/image59.svg"/><Relationship Id="rId255" Type="http://schemas.openxmlformats.org/officeDocument/2006/relationships/image" Target="../media/image285.svg"/><Relationship Id="rId40" Type="http://schemas.openxmlformats.org/officeDocument/2006/relationships/image" Target="../media/image70.png"/><Relationship Id="rId115" Type="http://schemas.openxmlformats.org/officeDocument/2006/relationships/image" Target="../media/image145.svg"/><Relationship Id="rId136" Type="http://schemas.openxmlformats.org/officeDocument/2006/relationships/image" Target="../media/image166.png"/><Relationship Id="rId157" Type="http://schemas.openxmlformats.org/officeDocument/2006/relationships/image" Target="../media/image187.svg"/><Relationship Id="rId178" Type="http://schemas.openxmlformats.org/officeDocument/2006/relationships/image" Target="../media/image208.png"/><Relationship Id="rId61" Type="http://schemas.openxmlformats.org/officeDocument/2006/relationships/image" Target="../media/image91.svg"/><Relationship Id="rId82" Type="http://schemas.openxmlformats.org/officeDocument/2006/relationships/image" Target="../media/image112.png"/><Relationship Id="rId199" Type="http://schemas.openxmlformats.org/officeDocument/2006/relationships/image" Target="../media/image229.svg"/><Relationship Id="rId203" Type="http://schemas.openxmlformats.org/officeDocument/2006/relationships/image" Target="../media/image233.svg"/><Relationship Id="rId19" Type="http://schemas.openxmlformats.org/officeDocument/2006/relationships/image" Target="../media/image49.svg"/><Relationship Id="rId224" Type="http://schemas.openxmlformats.org/officeDocument/2006/relationships/image" Target="../media/image254.png"/><Relationship Id="rId245" Type="http://schemas.openxmlformats.org/officeDocument/2006/relationships/image" Target="../media/image275.svg"/><Relationship Id="rId30" Type="http://schemas.openxmlformats.org/officeDocument/2006/relationships/image" Target="../media/image60.png"/><Relationship Id="rId105" Type="http://schemas.openxmlformats.org/officeDocument/2006/relationships/image" Target="../media/image135.svg"/><Relationship Id="rId126" Type="http://schemas.openxmlformats.org/officeDocument/2006/relationships/image" Target="../media/image156.png"/><Relationship Id="rId147" Type="http://schemas.openxmlformats.org/officeDocument/2006/relationships/image" Target="../media/image177.svg"/><Relationship Id="rId168" Type="http://schemas.openxmlformats.org/officeDocument/2006/relationships/image" Target="../media/image198.png"/><Relationship Id="rId51" Type="http://schemas.openxmlformats.org/officeDocument/2006/relationships/image" Target="../media/image81.svg"/><Relationship Id="rId72" Type="http://schemas.openxmlformats.org/officeDocument/2006/relationships/image" Target="../media/image102.png"/><Relationship Id="rId93" Type="http://schemas.openxmlformats.org/officeDocument/2006/relationships/image" Target="../media/image123.svg"/><Relationship Id="rId189" Type="http://schemas.openxmlformats.org/officeDocument/2006/relationships/image" Target="../media/image219.svg"/><Relationship Id="rId3" Type="http://schemas.openxmlformats.org/officeDocument/2006/relationships/image" Target="../media/image33.svg"/><Relationship Id="rId214" Type="http://schemas.openxmlformats.org/officeDocument/2006/relationships/image" Target="../media/image244.png"/><Relationship Id="rId235" Type="http://schemas.openxmlformats.org/officeDocument/2006/relationships/image" Target="../media/image265.svg"/><Relationship Id="rId256" Type="http://schemas.openxmlformats.org/officeDocument/2006/relationships/image" Target="../media/image286.png"/><Relationship Id="rId116" Type="http://schemas.openxmlformats.org/officeDocument/2006/relationships/image" Target="../media/image146.png"/><Relationship Id="rId137" Type="http://schemas.openxmlformats.org/officeDocument/2006/relationships/image" Target="../media/image167.svg"/><Relationship Id="rId158" Type="http://schemas.openxmlformats.org/officeDocument/2006/relationships/image" Target="../media/image188.png"/><Relationship Id="rId20" Type="http://schemas.openxmlformats.org/officeDocument/2006/relationships/image" Target="../media/image50.png"/><Relationship Id="rId41" Type="http://schemas.openxmlformats.org/officeDocument/2006/relationships/image" Target="../media/image71.svg"/><Relationship Id="rId62" Type="http://schemas.openxmlformats.org/officeDocument/2006/relationships/image" Target="../media/image92.png"/><Relationship Id="rId83" Type="http://schemas.openxmlformats.org/officeDocument/2006/relationships/image" Target="../media/image113.svg"/><Relationship Id="rId179" Type="http://schemas.openxmlformats.org/officeDocument/2006/relationships/image" Target="../media/image209.svg"/><Relationship Id="rId190" Type="http://schemas.openxmlformats.org/officeDocument/2006/relationships/image" Target="../media/image220.png"/><Relationship Id="rId204" Type="http://schemas.openxmlformats.org/officeDocument/2006/relationships/image" Target="../media/image234.png"/><Relationship Id="rId225" Type="http://schemas.openxmlformats.org/officeDocument/2006/relationships/image" Target="../media/image255.svg"/><Relationship Id="rId246" Type="http://schemas.openxmlformats.org/officeDocument/2006/relationships/image" Target="../media/image276.png"/><Relationship Id="rId106" Type="http://schemas.openxmlformats.org/officeDocument/2006/relationships/image" Target="../media/image136.png"/><Relationship Id="rId127" Type="http://schemas.openxmlformats.org/officeDocument/2006/relationships/image" Target="../media/image157.svg"/><Relationship Id="rId10" Type="http://schemas.openxmlformats.org/officeDocument/2006/relationships/image" Target="../media/image40.png"/><Relationship Id="rId31" Type="http://schemas.openxmlformats.org/officeDocument/2006/relationships/image" Target="../media/image61.svg"/><Relationship Id="rId52" Type="http://schemas.openxmlformats.org/officeDocument/2006/relationships/image" Target="../media/image82.png"/><Relationship Id="rId73" Type="http://schemas.openxmlformats.org/officeDocument/2006/relationships/image" Target="../media/image103.svg"/><Relationship Id="rId94" Type="http://schemas.openxmlformats.org/officeDocument/2006/relationships/image" Target="../media/image124.png"/><Relationship Id="rId148" Type="http://schemas.openxmlformats.org/officeDocument/2006/relationships/image" Target="../media/image178.png"/><Relationship Id="rId169" Type="http://schemas.openxmlformats.org/officeDocument/2006/relationships/image" Target="../media/image199.svg"/><Relationship Id="rId4" Type="http://schemas.openxmlformats.org/officeDocument/2006/relationships/image" Target="../media/image34.png"/><Relationship Id="rId180" Type="http://schemas.openxmlformats.org/officeDocument/2006/relationships/image" Target="../media/image210.png"/><Relationship Id="rId215" Type="http://schemas.openxmlformats.org/officeDocument/2006/relationships/image" Target="../media/image245.svg"/><Relationship Id="rId236" Type="http://schemas.openxmlformats.org/officeDocument/2006/relationships/image" Target="../media/image266.png"/><Relationship Id="rId257" Type="http://schemas.openxmlformats.org/officeDocument/2006/relationships/image" Target="../media/image287.svg"/></Relationships>
</file>

<file path=ppt/slides/_rels/slide6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405.svg"/><Relationship Id="rId21" Type="http://schemas.openxmlformats.org/officeDocument/2006/relationships/image" Target="../media/image309.svg"/><Relationship Id="rId42" Type="http://schemas.openxmlformats.org/officeDocument/2006/relationships/image" Target="../media/image330.png"/><Relationship Id="rId63" Type="http://schemas.openxmlformats.org/officeDocument/2006/relationships/image" Target="../media/image351.svg"/><Relationship Id="rId84" Type="http://schemas.openxmlformats.org/officeDocument/2006/relationships/image" Target="../media/image372.png"/><Relationship Id="rId138" Type="http://schemas.openxmlformats.org/officeDocument/2006/relationships/image" Target="../media/image426.png"/><Relationship Id="rId159" Type="http://schemas.openxmlformats.org/officeDocument/2006/relationships/image" Target="../media/image447.svg"/><Relationship Id="rId170" Type="http://schemas.openxmlformats.org/officeDocument/2006/relationships/image" Target="../media/image458.png"/><Relationship Id="rId191" Type="http://schemas.openxmlformats.org/officeDocument/2006/relationships/image" Target="../media/image479.svg"/><Relationship Id="rId205" Type="http://schemas.openxmlformats.org/officeDocument/2006/relationships/image" Target="../media/image493.svg"/><Relationship Id="rId226" Type="http://schemas.openxmlformats.org/officeDocument/2006/relationships/image" Target="../media/image514.png"/><Relationship Id="rId247" Type="http://schemas.openxmlformats.org/officeDocument/2006/relationships/image" Target="../media/image535.svg"/><Relationship Id="rId107" Type="http://schemas.openxmlformats.org/officeDocument/2006/relationships/image" Target="../media/image395.svg"/><Relationship Id="rId11" Type="http://schemas.openxmlformats.org/officeDocument/2006/relationships/image" Target="../media/image299.svg"/><Relationship Id="rId32" Type="http://schemas.openxmlformats.org/officeDocument/2006/relationships/image" Target="../media/image320.png"/><Relationship Id="rId53" Type="http://schemas.openxmlformats.org/officeDocument/2006/relationships/image" Target="../media/image341.svg"/><Relationship Id="rId74" Type="http://schemas.openxmlformats.org/officeDocument/2006/relationships/image" Target="../media/image362.png"/><Relationship Id="rId128" Type="http://schemas.openxmlformats.org/officeDocument/2006/relationships/image" Target="../media/image416.png"/><Relationship Id="rId149" Type="http://schemas.openxmlformats.org/officeDocument/2006/relationships/image" Target="../media/image437.svg"/><Relationship Id="rId5" Type="http://schemas.openxmlformats.org/officeDocument/2006/relationships/image" Target="../media/image293.svg"/><Relationship Id="rId95" Type="http://schemas.openxmlformats.org/officeDocument/2006/relationships/image" Target="../media/image383.svg"/><Relationship Id="rId160" Type="http://schemas.openxmlformats.org/officeDocument/2006/relationships/image" Target="../media/image448.png"/><Relationship Id="rId181" Type="http://schemas.openxmlformats.org/officeDocument/2006/relationships/image" Target="../media/image469.svg"/><Relationship Id="rId216" Type="http://schemas.openxmlformats.org/officeDocument/2006/relationships/image" Target="../media/image504.png"/><Relationship Id="rId237" Type="http://schemas.openxmlformats.org/officeDocument/2006/relationships/image" Target="../media/image525.svg"/><Relationship Id="rId258" Type="http://schemas.openxmlformats.org/officeDocument/2006/relationships/image" Target="../media/image546.png"/><Relationship Id="rId22" Type="http://schemas.openxmlformats.org/officeDocument/2006/relationships/image" Target="../media/image310.png"/><Relationship Id="rId43" Type="http://schemas.openxmlformats.org/officeDocument/2006/relationships/image" Target="../media/image331.svg"/><Relationship Id="rId64" Type="http://schemas.openxmlformats.org/officeDocument/2006/relationships/image" Target="../media/image352.png"/><Relationship Id="rId118" Type="http://schemas.openxmlformats.org/officeDocument/2006/relationships/image" Target="../media/image406.png"/><Relationship Id="rId139" Type="http://schemas.openxmlformats.org/officeDocument/2006/relationships/image" Target="../media/image427.svg"/><Relationship Id="rId85" Type="http://schemas.openxmlformats.org/officeDocument/2006/relationships/image" Target="../media/image373.svg"/><Relationship Id="rId150" Type="http://schemas.openxmlformats.org/officeDocument/2006/relationships/image" Target="../media/image438.png"/><Relationship Id="rId171" Type="http://schemas.openxmlformats.org/officeDocument/2006/relationships/image" Target="../media/image459.svg"/><Relationship Id="rId192" Type="http://schemas.openxmlformats.org/officeDocument/2006/relationships/image" Target="../media/image480.png"/><Relationship Id="rId206" Type="http://schemas.openxmlformats.org/officeDocument/2006/relationships/image" Target="../media/image494.png"/><Relationship Id="rId227" Type="http://schemas.openxmlformats.org/officeDocument/2006/relationships/image" Target="../media/image515.svg"/><Relationship Id="rId248" Type="http://schemas.openxmlformats.org/officeDocument/2006/relationships/image" Target="../media/image536.png"/><Relationship Id="rId12" Type="http://schemas.openxmlformats.org/officeDocument/2006/relationships/image" Target="../media/image300.png"/><Relationship Id="rId33" Type="http://schemas.openxmlformats.org/officeDocument/2006/relationships/image" Target="../media/image321.svg"/><Relationship Id="rId108" Type="http://schemas.openxmlformats.org/officeDocument/2006/relationships/image" Target="../media/image396.png"/><Relationship Id="rId129" Type="http://schemas.openxmlformats.org/officeDocument/2006/relationships/image" Target="../media/image417.svg"/><Relationship Id="rId54" Type="http://schemas.openxmlformats.org/officeDocument/2006/relationships/image" Target="../media/image342.png"/><Relationship Id="rId75" Type="http://schemas.openxmlformats.org/officeDocument/2006/relationships/image" Target="../media/image363.svg"/><Relationship Id="rId96" Type="http://schemas.openxmlformats.org/officeDocument/2006/relationships/image" Target="../media/image384.png"/><Relationship Id="rId140" Type="http://schemas.openxmlformats.org/officeDocument/2006/relationships/image" Target="../media/image428.png"/><Relationship Id="rId161" Type="http://schemas.openxmlformats.org/officeDocument/2006/relationships/image" Target="../media/image449.svg"/><Relationship Id="rId182" Type="http://schemas.openxmlformats.org/officeDocument/2006/relationships/image" Target="../media/image470.png"/><Relationship Id="rId217" Type="http://schemas.openxmlformats.org/officeDocument/2006/relationships/image" Target="../media/image505.svg"/><Relationship Id="rId6" Type="http://schemas.openxmlformats.org/officeDocument/2006/relationships/image" Target="../media/image294.png"/><Relationship Id="rId238" Type="http://schemas.openxmlformats.org/officeDocument/2006/relationships/image" Target="../media/image526.png"/><Relationship Id="rId259" Type="http://schemas.openxmlformats.org/officeDocument/2006/relationships/image" Target="../media/image547.svg"/><Relationship Id="rId23" Type="http://schemas.openxmlformats.org/officeDocument/2006/relationships/image" Target="../media/image311.svg"/><Relationship Id="rId119" Type="http://schemas.openxmlformats.org/officeDocument/2006/relationships/image" Target="../media/image407.svg"/><Relationship Id="rId44" Type="http://schemas.openxmlformats.org/officeDocument/2006/relationships/image" Target="../media/image332.png"/><Relationship Id="rId65" Type="http://schemas.openxmlformats.org/officeDocument/2006/relationships/image" Target="../media/image353.svg"/><Relationship Id="rId86" Type="http://schemas.openxmlformats.org/officeDocument/2006/relationships/image" Target="../media/image374.png"/><Relationship Id="rId130" Type="http://schemas.openxmlformats.org/officeDocument/2006/relationships/image" Target="../media/image418.png"/><Relationship Id="rId151" Type="http://schemas.openxmlformats.org/officeDocument/2006/relationships/image" Target="../media/image439.svg"/><Relationship Id="rId172" Type="http://schemas.openxmlformats.org/officeDocument/2006/relationships/image" Target="../media/image460.png"/><Relationship Id="rId193" Type="http://schemas.openxmlformats.org/officeDocument/2006/relationships/image" Target="../media/image481.svg"/><Relationship Id="rId207" Type="http://schemas.openxmlformats.org/officeDocument/2006/relationships/image" Target="../media/image495.svg"/><Relationship Id="rId228" Type="http://schemas.openxmlformats.org/officeDocument/2006/relationships/image" Target="../media/image516.png"/><Relationship Id="rId249" Type="http://schemas.openxmlformats.org/officeDocument/2006/relationships/image" Target="../media/image537.svg"/><Relationship Id="rId13" Type="http://schemas.openxmlformats.org/officeDocument/2006/relationships/image" Target="../media/image301.svg"/><Relationship Id="rId109" Type="http://schemas.openxmlformats.org/officeDocument/2006/relationships/image" Target="../media/image397.svg"/><Relationship Id="rId34" Type="http://schemas.openxmlformats.org/officeDocument/2006/relationships/image" Target="../media/image322.png"/><Relationship Id="rId55" Type="http://schemas.openxmlformats.org/officeDocument/2006/relationships/image" Target="../media/image343.svg"/><Relationship Id="rId76" Type="http://schemas.openxmlformats.org/officeDocument/2006/relationships/image" Target="../media/image364.png"/><Relationship Id="rId97" Type="http://schemas.openxmlformats.org/officeDocument/2006/relationships/image" Target="../media/image385.svg"/><Relationship Id="rId120" Type="http://schemas.openxmlformats.org/officeDocument/2006/relationships/image" Target="../media/image408.png"/><Relationship Id="rId141" Type="http://schemas.openxmlformats.org/officeDocument/2006/relationships/image" Target="../media/image429.svg"/><Relationship Id="rId7" Type="http://schemas.openxmlformats.org/officeDocument/2006/relationships/image" Target="../media/image295.svg"/><Relationship Id="rId162" Type="http://schemas.openxmlformats.org/officeDocument/2006/relationships/image" Target="../media/image450.png"/><Relationship Id="rId183" Type="http://schemas.openxmlformats.org/officeDocument/2006/relationships/image" Target="../media/image471.svg"/><Relationship Id="rId218" Type="http://schemas.openxmlformats.org/officeDocument/2006/relationships/image" Target="../media/image506.png"/><Relationship Id="rId239" Type="http://schemas.openxmlformats.org/officeDocument/2006/relationships/image" Target="../media/image527.svg"/><Relationship Id="rId250" Type="http://schemas.openxmlformats.org/officeDocument/2006/relationships/image" Target="../media/image538.png"/><Relationship Id="rId24" Type="http://schemas.openxmlformats.org/officeDocument/2006/relationships/image" Target="../media/image312.png"/><Relationship Id="rId45" Type="http://schemas.openxmlformats.org/officeDocument/2006/relationships/image" Target="../media/image333.svg"/><Relationship Id="rId66" Type="http://schemas.openxmlformats.org/officeDocument/2006/relationships/image" Target="../media/image354.png"/><Relationship Id="rId87" Type="http://schemas.openxmlformats.org/officeDocument/2006/relationships/image" Target="../media/image375.svg"/><Relationship Id="rId110" Type="http://schemas.openxmlformats.org/officeDocument/2006/relationships/image" Target="../media/image398.png"/><Relationship Id="rId131" Type="http://schemas.openxmlformats.org/officeDocument/2006/relationships/image" Target="../media/image419.svg"/><Relationship Id="rId152" Type="http://schemas.openxmlformats.org/officeDocument/2006/relationships/image" Target="../media/image440.png"/><Relationship Id="rId173" Type="http://schemas.openxmlformats.org/officeDocument/2006/relationships/image" Target="../media/image461.svg"/><Relationship Id="rId194" Type="http://schemas.openxmlformats.org/officeDocument/2006/relationships/image" Target="../media/image482.png"/><Relationship Id="rId208" Type="http://schemas.openxmlformats.org/officeDocument/2006/relationships/image" Target="../media/image496.png"/><Relationship Id="rId229" Type="http://schemas.openxmlformats.org/officeDocument/2006/relationships/image" Target="../media/image517.svg"/><Relationship Id="rId240" Type="http://schemas.openxmlformats.org/officeDocument/2006/relationships/image" Target="../media/image528.png"/><Relationship Id="rId14" Type="http://schemas.openxmlformats.org/officeDocument/2006/relationships/image" Target="../media/image302.png"/><Relationship Id="rId35" Type="http://schemas.openxmlformats.org/officeDocument/2006/relationships/image" Target="../media/image323.svg"/><Relationship Id="rId56" Type="http://schemas.openxmlformats.org/officeDocument/2006/relationships/image" Target="../media/image344.png"/><Relationship Id="rId77" Type="http://schemas.openxmlformats.org/officeDocument/2006/relationships/image" Target="../media/image365.svg"/><Relationship Id="rId100" Type="http://schemas.openxmlformats.org/officeDocument/2006/relationships/image" Target="../media/image388.png"/><Relationship Id="rId8" Type="http://schemas.openxmlformats.org/officeDocument/2006/relationships/image" Target="../media/image296.png"/><Relationship Id="rId98" Type="http://schemas.openxmlformats.org/officeDocument/2006/relationships/image" Target="../media/image386.png"/><Relationship Id="rId121" Type="http://schemas.openxmlformats.org/officeDocument/2006/relationships/image" Target="../media/image409.svg"/><Relationship Id="rId142" Type="http://schemas.openxmlformats.org/officeDocument/2006/relationships/image" Target="../media/image430.png"/><Relationship Id="rId163" Type="http://schemas.openxmlformats.org/officeDocument/2006/relationships/image" Target="../media/image451.svg"/><Relationship Id="rId184" Type="http://schemas.openxmlformats.org/officeDocument/2006/relationships/image" Target="../media/image472.png"/><Relationship Id="rId219" Type="http://schemas.openxmlformats.org/officeDocument/2006/relationships/image" Target="../media/image507.svg"/><Relationship Id="rId230" Type="http://schemas.openxmlformats.org/officeDocument/2006/relationships/image" Target="../media/image518.png"/><Relationship Id="rId251" Type="http://schemas.openxmlformats.org/officeDocument/2006/relationships/image" Target="../media/image539.svg"/><Relationship Id="rId25" Type="http://schemas.openxmlformats.org/officeDocument/2006/relationships/image" Target="../media/image313.svg"/><Relationship Id="rId46" Type="http://schemas.openxmlformats.org/officeDocument/2006/relationships/image" Target="../media/image334.png"/><Relationship Id="rId67" Type="http://schemas.openxmlformats.org/officeDocument/2006/relationships/image" Target="../media/image355.svg"/><Relationship Id="rId88" Type="http://schemas.openxmlformats.org/officeDocument/2006/relationships/image" Target="../media/image376.png"/><Relationship Id="rId111" Type="http://schemas.openxmlformats.org/officeDocument/2006/relationships/image" Target="../media/image399.svg"/><Relationship Id="rId132" Type="http://schemas.openxmlformats.org/officeDocument/2006/relationships/image" Target="../media/image420.png"/><Relationship Id="rId153" Type="http://schemas.openxmlformats.org/officeDocument/2006/relationships/image" Target="../media/image441.svg"/><Relationship Id="rId174" Type="http://schemas.openxmlformats.org/officeDocument/2006/relationships/image" Target="../media/image462.png"/><Relationship Id="rId195" Type="http://schemas.openxmlformats.org/officeDocument/2006/relationships/image" Target="../media/image483.svg"/><Relationship Id="rId209" Type="http://schemas.openxmlformats.org/officeDocument/2006/relationships/image" Target="../media/image497.svg"/><Relationship Id="rId220" Type="http://schemas.openxmlformats.org/officeDocument/2006/relationships/image" Target="../media/image508.png"/><Relationship Id="rId241" Type="http://schemas.openxmlformats.org/officeDocument/2006/relationships/image" Target="../media/image529.svg"/><Relationship Id="rId15" Type="http://schemas.openxmlformats.org/officeDocument/2006/relationships/image" Target="../media/image303.svg"/><Relationship Id="rId36" Type="http://schemas.openxmlformats.org/officeDocument/2006/relationships/image" Target="../media/image324.png"/><Relationship Id="rId57" Type="http://schemas.openxmlformats.org/officeDocument/2006/relationships/image" Target="../media/image345.svg"/><Relationship Id="rId78" Type="http://schemas.openxmlformats.org/officeDocument/2006/relationships/image" Target="../media/image366.png"/><Relationship Id="rId99" Type="http://schemas.openxmlformats.org/officeDocument/2006/relationships/image" Target="../media/image387.svg"/><Relationship Id="rId101" Type="http://schemas.openxmlformats.org/officeDocument/2006/relationships/image" Target="../media/image389.svg"/><Relationship Id="rId122" Type="http://schemas.openxmlformats.org/officeDocument/2006/relationships/image" Target="../media/image410.png"/><Relationship Id="rId143" Type="http://schemas.openxmlformats.org/officeDocument/2006/relationships/image" Target="../media/image431.svg"/><Relationship Id="rId164" Type="http://schemas.openxmlformats.org/officeDocument/2006/relationships/image" Target="../media/image452.png"/><Relationship Id="rId185" Type="http://schemas.openxmlformats.org/officeDocument/2006/relationships/image" Target="../media/image473.svg"/><Relationship Id="rId9" Type="http://schemas.openxmlformats.org/officeDocument/2006/relationships/image" Target="../media/image297.svg"/><Relationship Id="rId210" Type="http://schemas.openxmlformats.org/officeDocument/2006/relationships/image" Target="../media/image498.png"/><Relationship Id="rId26" Type="http://schemas.openxmlformats.org/officeDocument/2006/relationships/image" Target="../media/image314.png"/><Relationship Id="rId231" Type="http://schemas.openxmlformats.org/officeDocument/2006/relationships/image" Target="../media/image519.svg"/><Relationship Id="rId252" Type="http://schemas.openxmlformats.org/officeDocument/2006/relationships/image" Target="../media/image540.png"/><Relationship Id="rId47" Type="http://schemas.openxmlformats.org/officeDocument/2006/relationships/image" Target="../media/image335.svg"/><Relationship Id="rId68" Type="http://schemas.openxmlformats.org/officeDocument/2006/relationships/image" Target="../media/image356.png"/><Relationship Id="rId89" Type="http://schemas.openxmlformats.org/officeDocument/2006/relationships/image" Target="../media/image377.svg"/><Relationship Id="rId112" Type="http://schemas.openxmlformats.org/officeDocument/2006/relationships/image" Target="../media/image400.png"/><Relationship Id="rId133" Type="http://schemas.openxmlformats.org/officeDocument/2006/relationships/image" Target="../media/image421.svg"/><Relationship Id="rId154" Type="http://schemas.openxmlformats.org/officeDocument/2006/relationships/image" Target="../media/image442.png"/><Relationship Id="rId175" Type="http://schemas.openxmlformats.org/officeDocument/2006/relationships/image" Target="../media/image463.svg"/><Relationship Id="rId196" Type="http://schemas.openxmlformats.org/officeDocument/2006/relationships/image" Target="../media/image484.png"/><Relationship Id="rId200" Type="http://schemas.openxmlformats.org/officeDocument/2006/relationships/image" Target="../media/image488.png"/><Relationship Id="rId16" Type="http://schemas.openxmlformats.org/officeDocument/2006/relationships/image" Target="../media/image304.png"/><Relationship Id="rId221" Type="http://schemas.openxmlformats.org/officeDocument/2006/relationships/image" Target="../media/image509.svg"/><Relationship Id="rId242" Type="http://schemas.openxmlformats.org/officeDocument/2006/relationships/image" Target="../media/image530.png"/><Relationship Id="rId37" Type="http://schemas.openxmlformats.org/officeDocument/2006/relationships/image" Target="../media/image325.svg"/><Relationship Id="rId58" Type="http://schemas.openxmlformats.org/officeDocument/2006/relationships/image" Target="../media/image346.png"/><Relationship Id="rId79" Type="http://schemas.openxmlformats.org/officeDocument/2006/relationships/image" Target="../media/image367.svg"/><Relationship Id="rId102" Type="http://schemas.openxmlformats.org/officeDocument/2006/relationships/image" Target="../media/image390.png"/><Relationship Id="rId123" Type="http://schemas.openxmlformats.org/officeDocument/2006/relationships/image" Target="../media/image411.svg"/><Relationship Id="rId144" Type="http://schemas.openxmlformats.org/officeDocument/2006/relationships/image" Target="../media/image432.png"/><Relationship Id="rId90" Type="http://schemas.openxmlformats.org/officeDocument/2006/relationships/image" Target="../media/image378.png"/><Relationship Id="rId165" Type="http://schemas.openxmlformats.org/officeDocument/2006/relationships/image" Target="../media/image453.svg"/><Relationship Id="rId186" Type="http://schemas.openxmlformats.org/officeDocument/2006/relationships/image" Target="../media/image474.png"/><Relationship Id="rId211" Type="http://schemas.openxmlformats.org/officeDocument/2006/relationships/image" Target="../media/image499.svg"/><Relationship Id="rId232" Type="http://schemas.openxmlformats.org/officeDocument/2006/relationships/image" Target="../media/image520.png"/><Relationship Id="rId253" Type="http://schemas.openxmlformats.org/officeDocument/2006/relationships/image" Target="../media/image541.svg"/><Relationship Id="rId27" Type="http://schemas.openxmlformats.org/officeDocument/2006/relationships/image" Target="../media/image315.svg"/><Relationship Id="rId48" Type="http://schemas.openxmlformats.org/officeDocument/2006/relationships/image" Target="../media/image336.png"/><Relationship Id="rId69" Type="http://schemas.openxmlformats.org/officeDocument/2006/relationships/image" Target="../media/image357.svg"/><Relationship Id="rId113" Type="http://schemas.openxmlformats.org/officeDocument/2006/relationships/image" Target="../media/image401.svg"/><Relationship Id="rId134" Type="http://schemas.openxmlformats.org/officeDocument/2006/relationships/image" Target="../media/image422.png"/><Relationship Id="rId80" Type="http://schemas.openxmlformats.org/officeDocument/2006/relationships/image" Target="../media/image368.png"/><Relationship Id="rId155" Type="http://schemas.openxmlformats.org/officeDocument/2006/relationships/image" Target="../media/image443.svg"/><Relationship Id="rId176" Type="http://schemas.openxmlformats.org/officeDocument/2006/relationships/image" Target="../media/image464.png"/><Relationship Id="rId197" Type="http://schemas.openxmlformats.org/officeDocument/2006/relationships/image" Target="../media/image485.svg"/><Relationship Id="rId201" Type="http://schemas.openxmlformats.org/officeDocument/2006/relationships/image" Target="../media/image489.svg"/><Relationship Id="rId222" Type="http://schemas.openxmlformats.org/officeDocument/2006/relationships/image" Target="../media/image510.png"/><Relationship Id="rId243" Type="http://schemas.openxmlformats.org/officeDocument/2006/relationships/image" Target="../media/image531.svg"/><Relationship Id="rId17" Type="http://schemas.openxmlformats.org/officeDocument/2006/relationships/image" Target="../media/image305.svg"/><Relationship Id="rId38" Type="http://schemas.openxmlformats.org/officeDocument/2006/relationships/image" Target="../media/image326.png"/><Relationship Id="rId59" Type="http://schemas.openxmlformats.org/officeDocument/2006/relationships/image" Target="../media/image347.svg"/><Relationship Id="rId103" Type="http://schemas.openxmlformats.org/officeDocument/2006/relationships/image" Target="../media/image391.svg"/><Relationship Id="rId124" Type="http://schemas.openxmlformats.org/officeDocument/2006/relationships/image" Target="../media/image412.png"/><Relationship Id="rId70" Type="http://schemas.openxmlformats.org/officeDocument/2006/relationships/image" Target="../media/image358.png"/><Relationship Id="rId91" Type="http://schemas.openxmlformats.org/officeDocument/2006/relationships/image" Target="../media/image379.svg"/><Relationship Id="rId145" Type="http://schemas.openxmlformats.org/officeDocument/2006/relationships/image" Target="../media/image433.svg"/><Relationship Id="rId166" Type="http://schemas.openxmlformats.org/officeDocument/2006/relationships/image" Target="../media/image454.png"/><Relationship Id="rId187" Type="http://schemas.openxmlformats.org/officeDocument/2006/relationships/image" Target="../media/image475.svg"/><Relationship Id="rId1" Type="http://schemas.openxmlformats.org/officeDocument/2006/relationships/slideLayout" Target="../slideLayouts/slideLayout28.xml"/><Relationship Id="rId212" Type="http://schemas.openxmlformats.org/officeDocument/2006/relationships/image" Target="../media/image500.png"/><Relationship Id="rId233" Type="http://schemas.openxmlformats.org/officeDocument/2006/relationships/image" Target="../media/image521.svg"/><Relationship Id="rId254" Type="http://schemas.openxmlformats.org/officeDocument/2006/relationships/image" Target="../media/image542.png"/><Relationship Id="rId28" Type="http://schemas.openxmlformats.org/officeDocument/2006/relationships/image" Target="../media/image316.png"/><Relationship Id="rId49" Type="http://schemas.openxmlformats.org/officeDocument/2006/relationships/image" Target="../media/image337.svg"/><Relationship Id="rId114" Type="http://schemas.openxmlformats.org/officeDocument/2006/relationships/image" Target="../media/image402.png"/><Relationship Id="rId60" Type="http://schemas.openxmlformats.org/officeDocument/2006/relationships/image" Target="../media/image348.png"/><Relationship Id="rId81" Type="http://schemas.openxmlformats.org/officeDocument/2006/relationships/image" Target="../media/image369.svg"/><Relationship Id="rId135" Type="http://schemas.openxmlformats.org/officeDocument/2006/relationships/image" Target="../media/image423.svg"/><Relationship Id="rId156" Type="http://schemas.openxmlformats.org/officeDocument/2006/relationships/image" Target="../media/image444.png"/><Relationship Id="rId177" Type="http://schemas.openxmlformats.org/officeDocument/2006/relationships/image" Target="../media/image465.svg"/><Relationship Id="rId198" Type="http://schemas.openxmlformats.org/officeDocument/2006/relationships/image" Target="../media/image486.png"/><Relationship Id="rId202" Type="http://schemas.openxmlformats.org/officeDocument/2006/relationships/image" Target="../media/image490.png"/><Relationship Id="rId223" Type="http://schemas.openxmlformats.org/officeDocument/2006/relationships/image" Target="../media/image511.svg"/><Relationship Id="rId244" Type="http://schemas.openxmlformats.org/officeDocument/2006/relationships/image" Target="../media/image532.png"/><Relationship Id="rId18" Type="http://schemas.openxmlformats.org/officeDocument/2006/relationships/image" Target="../media/image306.png"/><Relationship Id="rId39" Type="http://schemas.openxmlformats.org/officeDocument/2006/relationships/image" Target="../media/image327.svg"/><Relationship Id="rId50" Type="http://schemas.openxmlformats.org/officeDocument/2006/relationships/image" Target="../media/image338.png"/><Relationship Id="rId104" Type="http://schemas.openxmlformats.org/officeDocument/2006/relationships/image" Target="../media/image392.png"/><Relationship Id="rId125" Type="http://schemas.openxmlformats.org/officeDocument/2006/relationships/image" Target="../media/image413.svg"/><Relationship Id="rId146" Type="http://schemas.openxmlformats.org/officeDocument/2006/relationships/image" Target="../media/image434.png"/><Relationship Id="rId167" Type="http://schemas.openxmlformats.org/officeDocument/2006/relationships/image" Target="../media/image455.svg"/><Relationship Id="rId188" Type="http://schemas.openxmlformats.org/officeDocument/2006/relationships/image" Target="../media/image476.png"/><Relationship Id="rId71" Type="http://schemas.openxmlformats.org/officeDocument/2006/relationships/image" Target="../media/image359.svg"/><Relationship Id="rId92" Type="http://schemas.openxmlformats.org/officeDocument/2006/relationships/image" Target="../media/image380.png"/><Relationship Id="rId213" Type="http://schemas.openxmlformats.org/officeDocument/2006/relationships/image" Target="../media/image501.svg"/><Relationship Id="rId234" Type="http://schemas.openxmlformats.org/officeDocument/2006/relationships/image" Target="../media/image522.png"/><Relationship Id="rId2" Type="http://schemas.openxmlformats.org/officeDocument/2006/relationships/image" Target="../media/image290.png"/><Relationship Id="rId29" Type="http://schemas.openxmlformats.org/officeDocument/2006/relationships/image" Target="../media/image317.svg"/><Relationship Id="rId255" Type="http://schemas.openxmlformats.org/officeDocument/2006/relationships/image" Target="../media/image543.svg"/><Relationship Id="rId40" Type="http://schemas.openxmlformats.org/officeDocument/2006/relationships/image" Target="../media/image328.png"/><Relationship Id="rId115" Type="http://schemas.openxmlformats.org/officeDocument/2006/relationships/image" Target="../media/image403.svg"/><Relationship Id="rId136" Type="http://schemas.openxmlformats.org/officeDocument/2006/relationships/image" Target="../media/image424.png"/><Relationship Id="rId157" Type="http://schemas.openxmlformats.org/officeDocument/2006/relationships/image" Target="../media/image445.svg"/><Relationship Id="rId178" Type="http://schemas.openxmlformats.org/officeDocument/2006/relationships/image" Target="../media/image466.png"/><Relationship Id="rId61" Type="http://schemas.openxmlformats.org/officeDocument/2006/relationships/image" Target="../media/image349.svg"/><Relationship Id="rId82" Type="http://schemas.openxmlformats.org/officeDocument/2006/relationships/image" Target="../media/image370.png"/><Relationship Id="rId199" Type="http://schemas.openxmlformats.org/officeDocument/2006/relationships/image" Target="../media/image487.svg"/><Relationship Id="rId203" Type="http://schemas.openxmlformats.org/officeDocument/2006/relationships/image" Target="../media/image491.svg"/><Relationship Id="rId19" Type="http://schemas.openxmlformats.org/officeDocument/2006/relationships/image" Target="../media/image307.svg"/><Relationship Id="rId224" Type="http://schemas.openxmlformats.org/officeDocument/2006/relationships/image" Target="../media/image512.png"/><Relationship Id="rId245" Type="http://schemas.openxmlformats.org/officeDocument/2006/relationships/image" Target="../media/image533.svg"/><Relationship Id="rId30" Type="http://schemas.openxmlformats.org/officeDocument/2006/relationships/image" Target="../media/image318.png"/><Relationship Id="rId105" Type="http://schemas.openxmlformats.org/officeDocument/2006/relationships/image" Target="../media/image393.svg"/><Relationship Id="rId126" Type="http://schemas.openxmlformats.org/officeDocument/2006/relationships/image" Target="../media/image414.png"/><Relationship Id="rId147" Type="http://schemas.openxmlformats.org/officeDocument/2006/relationships/image" Target="../media/image435.svg"/><Relationship Id="rId168" Type="http://schemas.openxmlformats.org/officeDocument/2006/relationships/image" Target="../media/image456.png"/><Relationship Id="rId51" Type="http://schemas.openxmlformats.org/officeDocument/2006/relationships/image" Target="../media/image339.svg"/><Relationship Id="rId72" Type="http://schemas.openxmlformats.org/officeDocument/2006/relationships/image" Target="../media/image360.png"/><Relationship Id="rId93" Type="http://schemas.openxmlformats.org/officeDocument/2006/relationships/image" Target="../media/image381.svg"/><Relationship Id="rId189" Type="http://schemas.openxmlformats.org/officeDocument/2006/relationships/image" Target="../media/image477.svg"/><Relationship Id="rId3" Type="http://schemas.openxmlformats.org/officeDocument/2006/relationships/image" Target="../media/image291.svg"/><Relationship Id="rId214" Type="http://schemas.openxmlformats.org/officeDocument/2006/relationships/image" Target="../media/image502.png"/><Relationship Id="rId235" Type="http://schemas.openxmlformats.org/officeDocument/2006/relationships/image" Target="../media/image523.svg"/><Relationship Id="rId256" Type="http://schemas.openxmlformats.org/officeDocument/2006/relationships/image" Target="../media/image544.png"/><Relationship Id="rId116" Type="http://schemas.openxmlformats.org/officeDocument/2006/relationships/image" Target="../media/image404.png"/><Relationship Id="rId137" Type="http://schemas.openxmlformats.org/officeDocument/2006/relationships/image" Target="../media/image425.svg"/><Relationship Id="rId158" Type="http://schemas.openxmlformats.org/officeDocument/2006/relationships/image" Target="../media/image446.png"/><Relationship Id="rId20" Type="http://schemas.openxmlformats.org/officeDocument/2006/relationships/image" Target="../media/image308.png"/><Relationship Id="rId41" Type="http://schemas.openxmlformats.org/officeDocument/2006/relationships/image" Target="../media/image329.svg"/><Relationship Id="rId62" Type="http://schemas.openxmlformats.org/officeDocument/2006/relationships/image" Target="../media/image350.png"/><Relationship Id="rId83" Type="http://schemas.openxmlformats.org/officeDocument/2006/relationships/image" Target="../media/image371.svg"/><Relationship Id="rId179" Type="http://schemas.openxmlformats.org/officeDocument/2006/relationships/image" Target="../media/image467.svg"/><Relationship Id="rId190" Type="http://schemas.openxmlformats.org/officeDocument/2006/relationships/image" Target="../media/image478.png"/><Relationship Id="rId204" Type="http://schemas.openxmlformats.org/officeDocument/2006/relationships/image" Target="../media/image492.png"/><Relationship Id="rId225" Type="http://schemas.openxmlformats.org/officeDocument/2006/relationships/image" Target="../media/image513.svg"/><Relationship Id="rId246" Type="http://schemas.openxmlformats.org/officeDocument/2006/relationships/image" Target="../media/image534.png"/><Relationship Id="rId106" Type="http://schemas.openxmlformats.org/officeDocument/2006/relationships/image" Target="../media/image394.png"/><Relationship Id="rId127" Type="http://schemas.openxmlformats.org/officeDocument/2006/relationships/image" Target="../media/image415.svg"/><Relationship Id="rId10" Type="http://schemas.openxmlformats.org/officeDocument/2006/relationships/image" Target="../media/image298.png"/><Relationship Id="rId31" Type="http://schemas.openxmlformats.org/officeDocument/2006/relationships/image" Target="../media/image319.svg"/><Relationship Id="rId52" Type="http://schemas.openxmlformats.org/officeDocument/2006/relationships/image" Target="../media/image340.png"/><Relationship Id="rId73" Type="http://schemas.openxmlformats.org/officeDocument/2006/relationships/image" Target="../media/image361.svg"/><Relationship Id="rId94" Type="http://schemas.openxmlformats.org/officeDocument/2006/relationships/image" Target="../media/image382.png"/><Relationship Id="rId148" Type="http://schemas.openxmlformats.org/officeDocument/2006/relationships/image" Target="../media/image436.png"/><Relationship Id="rId169" Type="http://schemas.openxmlformats.org/officeDocument/2006/relationships/image" Target="../media/image457.svg"/><Relationship Id="rId4" Type="http://schemas.openxmlformats.org/officeDocument/2006/relationships/image" Target="../media/image292.png"/><Relationship Id="rId180" Type="http://schemas.openxmlformats.org/officeDocument/2006/relationships/image" Target="../media/image468.png"/><Relationship Id="rId215" Type="http://schemas.openxmlformats.org/officeDocument/2006/relationships/image" Target="../media/image503.svg"/><Relationship Id="rId236" Type="http://schemas.openxmlformats.org/officeDocument/2006/relationships/image" Target="../media/image524.png"/><Relationship Id="rId257" Type="http://schemas.openxmlformats.org/officeDocument/2006/relationships/image" Target="../media/image545.svg"/></Relationships>
</file>

<file path=ppt/slides/_rels/slide61.xml.rels><?xml version="1.0" encoding="UTF-8" standalone="yes"?>
<Relationships xmlns="http://schemas.openxmlformats.org/package/2006/relationships"><Relationship Id="rId26" Type="http://schemas.openxmlformats.org/officeDocument/2006/relationships/image" Target="../media/image571.svg"/><Relationship Id="rId21" Type="http://schemas.openxmlformats.org/officeDocument/2006/relationships/image" Target="../media/image566.png"/><Relationship Id="rId42" Type="http://schemas.openxmlformats.org/officeDocument/2006/relationships/image" Target="../media/image587.svg"/><Relationship Id="rId47" Type="http://schemas.openxmlformats.org/officeDocument/2006/relationships/image" Target="../media/image592.png"/><Relationship Id="rId63" Type="http://schemas.openxmlformats.org/officeDocument/2006/relationships/image" Target="../media/image608.png"/><Relationship Id="rId68" Type="http://schemas.openxmlformats.org/officeDocument/2006/relationships/image" Target="../media/image613.svg"/><Relationship Id="rId84" Type="http://schemas.openxmlformats.org/officeDocument/2006/relationships/image" Target="../media/image629.svg"/><Relationship Id="rId89" Type="http://schemas.openxmlformats.org/officeDocument/2006/relationships/image" Target="../media/image634.png"/><Relationship Id="rId16" Type="http://schemas.openxmlformats.org/officeDocument/2006/relationships/image" Target="../media/image561.svg"/><Relationship Id="rId11" Type="http://schemas.openxmlformats.org/officeDocument/2006/relationships/image" Target="../media/image556.png"/><Relationship Id="rId32" Type="http://schemas.openxmlformats.org/officeDocument/2006/relationships/image" Target="../media/image577.svg"/><Relationship Id="rId37" Type="http://schemas.openxmlformats.org/officeDocument/2006/relationships/image" Target="../media/image582.png"/><Relationship Id="rId53" Type="http://schemas.openxmlformats.org/officeDocument/2006/relationships/image" Target="../media/image598.png"/><Relationship Id="rId58" Type="http://schemas.openxmlformats.org/officeDocument/2006/relationships/image" Target="../media/image603.svg"/><Relationship Id="rId74" Type="http://schemas.openxmlformats.org/officeDocument/2006/relationships/image" Target="../media/image619.svg"/><Relationship Id="rId79" Type="http://schemas.openxmlformats.org/officeDocument/2006/relationships/image" Target="../media/image624.png"/><Relationship Id="rId5" Type="http://schemas.openxmlformats.org/officeDocument/2006/relationships/image" Target="../media/image550.png"/><Relationship Id="rId90" Type="http://schemas.openxmlformats.org/officeDocument/2006/relationships/image" Target="../media/image635.svg"/><Relationship Id="rId95" Type="http://schemas.openxmlformats.org/officeDocument/2006/relationships/image" Target="../media/image640.png"/><Relationship Id="rId22" Type="http://schemas.openxmlformats.org/officeDocument/2006/relationships/image" Target="../media/image567.svg"/><Relationship Id="rId27" Type="http://schemas.openxmlformats.org/officeDocument/2006/relationships/image" Target="../media/image572.png"/><Relationship Id="rId43" Type="http://schemas.openxmlformats.org/officeDocument/2006/relationships/image" Target="../media/image588.png"/><Relationship Id="rId48" Type="http://schemas.openxmlformats.org/officeDocument/2006/relationships/image" Target="../media/image593.svg"/><Relationship Id="rId64" Type="http://schemas.openxmlformats.org/officeDocument/2006/relationships/image" Target="../media/image609.svg"/><Relationship Id="rId69" Type="http://schemas.openxmlformats.org/officeDocument/2006/relationships/image" Target="../media/image614.png"/><Relationship Id="rId8" Type="http://schemas.openxmlformats.org/officeDocument/2006/relationships/image" Target="../media/image553.svg"/><Relationship Id="rId51" Type="http://schemas.openxmlformats.org/officeDocument/2006/relationships/image" Target="../media/image596.png"/><Relationship Id="rId72" Type="http://schemas.openxmlformats.org/officeDocument/2006/relationships/image" Target="../media/image617.svg"/><Relationship Id="rId80" Type="http://schemas.openxmlformats.org/officeDocument/2006/relationships/image" Target="../media/image625.svg"/><Relationship Id="rId85" Type="http://schemas.openxmlformats.org/officeDocument/2006/relationships/image" Target="../media/image630.png"/><Relationship Id="rId93" Type="http://schemas.openxmlformats.org/officeDocument/2006/relationships/image" Target="../media/image638.png"/><Relationship Id="rId3" Type="http://schemas.openxmlformats.org/officeDocument/2006/relationships/image" Target="../media/image548.png"/><Relationship Id="rId12" Type="http://schemas.openxmlformats.org/officeDocument/2006/relationships/image" Target="../media/image557.svg"/><Relationship Id="rId17" Type="http://schemas.openxmlformats.org/officeDocument/2006/relationships/image" Target="../media/image562.png"/><Relationship Id="rId25" Type="http://schemas.openxmlformats.org/officeDocument/2006/relationships/image" Target="../media/image570.png"/><Relationship Id="rId33" Type="http://schemas.openxmlformats.org/officeDocument/2006/relationships/image" Target="../media/image578.png"/><Relationship Id="rId38" Type="http://schemas.openxmlformats.org/officeDocument/2006/relationships/image" Target="../media/image583.svg"/><Relationship Id="rId46" Type="http://schemas.openxmlformats.org/officeDocument/2006/relationships/image" Target="../media/image591.svg"/><Relationship Id="rId59" Type="http://schemas.openxmlformats.org/officeDocument/2006/relationships/image" Target="../media/image604.png"/><Relationship Id="rId67" Type="http://schemas.openxmlformats.org/officeDocument/2006/relationships/image" Target="../media/image612.png"/><Relationship Id="rId20" Type="http://schemas.openxmlformats.org/officeDocument/2006/relationships/image" Target="../media/image565.svg"/><Relationship Id="rId41" Type="http://schemas.openxmlformats.org/officeDocument/2006/relationships/image" Target="../media/image586.png"/><Relationship Id="rId54" Type="http://schemas.openxmlformats.org/officeDocument/2006/relationships/image" Target="../media/image599.svg"/><Relationship Id="rId62" Type="http://schemas.openxmlformats.org/officeDocument/2006/relationships/image" Target="../media/image607.svg"/><Relationship Id="rId70" Type="http://schemas.openxmlformats.org/officeDocument/2006/relationships/image" Target="../media/image615.svg"/><Relationship Id="rId75" Type="http://schemas.openxmlformats.org/officeDocument/2006/relationships/image" Target="../media/image620.png"/><Relationship Id="rId83" Type="http://schemas.openxmlformats.org/officeDocument/2006/relationships/image" Target="../media/image628.png"/><Relationship Id="rId88" Type="http://schemas.openxmlformats.org/officeDocument/2006/relationships/image" Target="../media/image633.svg"/><Relationship Id="rId91" Type="http://schemas.openxmlformats.org/officeDocument/2006/relationships/image" Target="../media/image636.png"/><Relationship Id="rId96" Type="http://schemas.openxmlformats.org/officeDocument/2006/relationships/image" Target="../media/image641.svg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551.svg"/><Relationship Id="rId15" Type="http://schemas.openxmlformats.org/officeDocument/2006/relationships/image" Target="../media/image560.png"/><Relationship Id="rId23" Type="http://schemas.openxmlformats.org/officeDocument/2006/relationships/image" Target="../media/image568.png"/><Relationship Id="rId28" Type="http://schemas.openxmlformats.org/officeDocument/2006/relationships/image" Target="../media/image573.svg"/><Relationship Id="rId36" Type="http://schemas.openxmlformats.org/officeDocument/2006/relationships/image" Target="../media/image581.svg"/><Relationship Id="rId49" Type="http://schemas.openxmlformats.org/officeDocument/2006/relationships/image" Target="../media/image594.png"/><Relationship Id="rId57" Type="http://schemas.openxmlformats.org/officeDocument/2006/relationships/image" Target="../media/image602.png"/><Relationship Id="rId10" Type="http://schemas.openxmlformats.org/officeDocument/2006/relationships/image" Target="../media/image555.svg"/><Relationship Id="rId31" Type="http://schemas.openxmlformats.org/officeDocument/2006/relationships/image" Target="../media/image576.png"/><Relationship Id="rId44" Type="http://schemas.openxmlformats.org/officeDocument/2006/relationships/image" Target="../media/image589.svg"/><Relationship Id="rId52" Type="http://schemas.openxmlformats.org/officeDocument/2006/relationships/image" Target="../media/image597.svg"/><Relationship Id="rId60" Type="http://schemas.openxmlformats.org/officeDocument/2006/relationships/image" Target="../media/image605.svg"/><Relationship Id="rId65" Type="http://schemas.openxmlformats.org/officeDocument/2006/relationships/image" Target="../media/image610.png"/><Relationship Id="rId73" Type="http://schemas.openxmlformats.org/officeDocument/2006/relationships/image" Target="../media/image618.png"/><Relationship Id="rId78" Type="http://schemas.openxmlformats.org/officeDocument/2006/relationships/image" Target="../media/image623.svg"/><Relationship Id="rId81" Type="http://schemas.openxmlformats.org/officeDocument/2006/relationships/image" Target="../media/image626.png"/><Relationship Id="rId86" Type="http://schemas.openxmlformats.org/officeDocument/2006/relationships/image" Target="../media/image631.svg"/><Relationship Id="rId94" Type="http://schemas.openxmlformats.org/officeDocument/2006/relationships/image" Target="../media/image639.svg"/><Relationship Id="rId4" Type="http://schemas.openxmlformats.org/officeDocument/2006/relationships/image" Target="../media/image549.svg"/><Relationship Id="rId9" Type="http://schemas.openxmlformats.org/officeDocument/2006/relationships/image" Target="../media/image554.png"/><Relationship Id="rId13" Type="http://schemas.openxmlformats.org/officeDocument/2006/relationships/image" Target="../media/image558.png"/><Relationship Id="rId18" Type="http://schemas.openxmlformats.org/officeDocument/2006/relationships/image" Target="../media/image563.svg"/><Relationship Id="rId39" Type="http://schemas.openxmlformats.org/officeDocument/2006/relationships/image" Target="../media/image584.png"/><Relationship Id="rId34" Type="http://schemas.openxmlformats.org/officeDocument/2006/relationships/image" Target="../media/image579.svg"/><Relationship Id="rId50" Type="http://schemas.openxmlformats.org/officeDocument/2006/relationships/image" Target="../media/image595.svg"/><Relationship Id="rId55" Type="http://schemas.openxmlformats.org/officeDocument/2006/relationships/image" Target="../media/image600.png"/><Relationship Id="rId76" Type="http://schemas.openxmlformats.org/officeDocument/2006/relationships/image" Target="../media/image621.svg"/><Relationship Id="rId7" Type="http://schemas.openxmlformats.org/officeDocument/2006/relationships/image" Target="../media/image552.png"/><Relationship Id="rId71" Type="http://schemas.openxmlformats.org/officeDocument/2006/relationships/image" Target="../media/image616.png"/><Relationship Id="rId92" Type="http://schemas.openxmlformats.org/officeDocument/2006/relationships/image" Target="../media/image637.svg"/><Relationship Id="rId2" Type="http://schemas.openxmlformats.org/officeDocument/2006/relationships/notesSlide" Target="../notesSlides/notesSlide5.xml"/><Relationship Id="rId29" Type="http://schemas.openxmlformats.org/officeDocument/2006/relationships/image" Target="../media/image574.png"/><Relationship Id="rId24" Type="http://schemas.openxmlformats.org/officeDocument/2006/relationships/image" Target="../media/image569.svg"/><Relationship Id="rId40" Type="http://schemas.openxmlformats.org/officeDocument/2006/relationships/image" Target="../media/image585.svg"/><Relationship Id="rId45" Type="http://schemas.openxmlformats.org/officeDocument/2006/relationships/image" Target="../media/image590.png"/><Relationship Id="rId66" Type="http://schemas.openxmlformats.org/officeDocument/2006/relationships/image" Target="../media/image611.svg"/><Relationship Id="rId87" Type="http://schemas.openxmlformats.org/officeDocument/2006/relationships/image" Target="../media/image632.png"/><Relationship Id="rId61" Type="http://schemas.openxmlformats.org/officeDocument/2006/relationships/image" Target="../media/image606.png"/><Relationship Id="rId82" Type="http://schemas.openxmlformats.org/officeDocument/2006/relationships/image" Target="../media/image627.svg"/><Relationship Id="rId19" Type="http://schemas.openxmlformats.org/officeDocument/2006/relationships/image" Target="../media/image564.png"/><Relationship Id="rId14" Type="http://schemas.openxmlformats.org/officeDocument/2006/relationships/image" Target="../media/image559.svg"/><Relationship Id="rId30" Type="http://schemas.openxmlformats.org/officeDocument/2006/relationships/image" Target="../media/image575.svg"/><Relationship Id="rId35" Type="http://schemas.openxmlformats.org/officeDocument/2006/relationships/image" Target="../media/image580.png"/><Relationship Id="rId56" Type="http://schemas.openxmlformats.org/officeDocument/2006/relationships/image" Target="../media/image601.svg"/><Relationship Id="rId77" Type="http://schemas.openxmlformats.org/officeDocument/2006/relationships/image" Target="../media/image622.png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6EE037C-0F40-CB1D-0230-2F24D8149F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1122363"/>
            <a:ext cx="10972800" cy="2387600"/>
          </a:xfrm>
        </p:spPr>
        <p:txBody>
          <a:bodyPr/>
          <a:lstStyle/>
          <a:p>
            <a:r>
              <a:rPr lang="en-US" dirty="0"/>
              <a:t>AEM &amp; AEM as a Cloud Service (AEMaaCS)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A38C3212-7D69-F175-C616-FD64D134C3A9}"/>
              </a:ext>
            </a:extLst>
          </p:cNvPr>
          <p:cNvSpPr txBox="1">
            <a:spLocks/>
          </p:cNvSpPr>
          <p:nvPr/>
        </p:nvSpPr>
        <p:spPr>
          <a:xfrm>
            <a:off x="609600" y="3356150"/>
            <a:ext cx="10972800" cy="909114"/>
          </a:xfrm>
          <a:prstGeom prst="rect">
            <a:avLst/>
          </a:prstGeom>
        </p:spPr>
        <p:txBody>
          <a:bodyPr vert="horz" lIns="0" tIns="45720" rIns="0" bIns="4572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7700" kern="1200" spc="-12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latin typeface="+mn-lt"/>
              </a:rPr>
              <a:t>Architecture Overview</a:t>
            </a:r>
          </a:p>
        </p:txBody>
      </p:sp>
    </p:spTree>
    <p:extLst>
      <p:ext uri="{BB962C8B-B14F-4D97-AF65-F5344CB8AC3E}">
        <p14:creationId xmlns:p14="http://schemas.microsoft.com/office/powerpoint/2010/main" val="33312855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641CAC4-1DA4-EB27-5398-8ABB3C158C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876796" cy="6858000"/>
          </a:xfrm>
          <a:prstGeom prst="rect">
            <a:avLst/>
          </a:prstGeom>
          <a:solidFill>
            <a:srgbClr val="EB1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FC7108F9-304E-B009-FF85-23D082253E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2954" y="476865"/>
            <a:ext cx="4070556" cy="127419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45720" rIns="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200" kern="1200" spc="-3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kumimoji="0" lang="en-US" sz="4800" b="0" i="0" u="none" strike="noStrike" kern="1200" cap="none" spc="-12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Read before proceeding</a:t>
            </a:r>
          </a:p>
        </p:txBody>
      </p:sp>
      <p:sp>
        <p:nvSpPr>
          <p:cNvPr id="40" name="Subtitle">
            <a:extLst>
              <a:ext uri="{FF2B5EF4-FFF2-40B4-BE49-F238E27FC236}">
                <a16:creationId xmlns:a16="http://schemas.microsoft.com/office/drawing/2014/main" id="{A4CD1198-3130-FD58-45CB-22E9E7C22EEC}"/>
              </a:ext>
            </a:extLst>
          </p:cNvPr>
          <p:cNvSpPr txBox="1">
            <a:spLocks/>
          </p:cNvSpPr>
          <p:nvPr/>
        </p:nvSpPr>
        <p:spPr>
          <a:xfrm>
            <a:off x="412954" y="2144300"/>
            <a:ext cx="3843040" cy="1287853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45720" rIns="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200" kern="1200" spc="-3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0000"/>
              </a:lnSpc>
              <a:defRPr/>
            </a:pPr>
            <a:r>
              <a:rPr lang="en-US" sz="1800" b="1" spc="0">
                <a:solidFill>
                  <a:schemeClr val="bg1"/>
                </a:solidFill>
                <a:latin typeface="+mn-lt"/>
              </a:rPr>
              <a:t>Before using this presentation template, please familiarize yourself with our Adobe brand guidelines, located in </a:t>
            </a:r>
            <a:r>
              <a:rPr lang="en-US" sz="1800" b="1" spc="0">
                <a:solidFill>
                  <a:schemeClr val="bg1"/>
                </a:solidFill>
                <a:latin typeface="+mn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Brand Center</a:t>
            </a:r>
            <a:r>
              <a:rPr lang="en-US" sz="1800" b="1" spc="0">
                <a:solidFill>
                  <a:schemeClr val="bg1"/>
                </a:solidFill>
                <a:latin typeface="+mn-lt"/>
              </a:rPr>
              <a:t> on Inside Adobe.</a:t>
            </a:r>
            <a:endParaRPr lang="en-US" sz="1800" spc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5C6C75-2C45-D73A-A614-41C459EEF111}"/>
              </a:ext>
            </a:extLst>
          </p:cNvPr>
          <p:cNvSpPr txBox="1"/>
          <p:nvPr/>
        </p:nvSpPr>
        <p:spPr>
          <a:xfrm>
            <a:off x="5350374" y="5294929"/>
            <a:ext cx="5526561" cy="9767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sz="1100"/>
              <a:t>If you're seeing anything other than Adobe Clean, or to ensure you have the latest set of fonts, visit Brand Center. </a:t>
            </a:r>
            <a:r>
              <a:rPr lang="en-US" sz="1100" b="0" i="0" u="none" strike="noStrike">
                <a:effectLst/>
                <a:hlinkClick r:id="rId4"/>
              </a:rPr>
              <a:t>https://inside.corp.adobe.com/brand-center/font.html</a:t>
            </a:r>
            <a:endParaRPr lang="en-US" sz="1100"/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sz="1100">
                <a:latin typeface="Adobe Clean ExtraBold" panose="020B0903020404020204" pitchFamily="34" charset="0"/>
              </a:rPr>
              <a:t>For additional help</a:t>
            </a:r>
            <a:br>
              <a:rPr lang="en-US" sz="1100">
                <a:latin typeface="Adobe Clean ExtraBold" panose="020B0903020404020204" pitchFamily="34" charset="0"/>
              </a:rPr>
            </a:br>
            <a:r>
              <a:rPr lang="en-US" sz="1100"/>
              <a:t>Contact </a:t>
            </a:r>
            <a:r>
              <a:rPr lang="en-US" sz="1100">
                <a:hlinkClick r:id="rId5"/>
              </a:rPr>
              <a:t>brand@adobe.com</a:t>
            </a:r>
            <a:r>
              <a:rPr lang="en-US" sz="1100"/>
              <a:t> if you have questions about using this PowerPoint template.</a:t>
            </a:r>
            <a:endParaRPr lang="en-US" sz="1000"/>
          </a:p>
        </p:txBody>
      </p:sp>
      <p:grpSp>
        <p:nvGrpSpPr>
          <p:cNvPr id="3" name="Group 2" descr="Identifying the correct font">
            <a:extLst>
              <a:ext uri="{FF2B5EF4-FFF2-40B4-BE49-F238E27FC236}">
                <a16:creationId xmlns:a16="http://schemas.microsoft.com/office/drawing/2014/main" id="{B6D42AE7-684E-9294-1D76-0AC290C2A3E5}"/>
              </a:ext>
            </a:extLst>
          </p:cNvPr>
          <p:cNvGrpSpPr/>
          <p:nvPr/>
        </p:nvGrpSpPr>
        <p:grpSpPr>
          <a:xfrm>
            <a:off x="5350374" y="466946"/>
            <a:ext cx="6232026" cy="4417553"/>
            <a:chOff x="5350374" y="466946"/>
            <a:chExt cx="6232026" cy="4417553"/>
          </a:xfrm>
        </p:grpSpPr>
        <p:pic>
          <p:nvPicPr>
            <p:cNvPr id="23" name="Picture Placeholder 3" descr="Checkmark with solid fill">
              <a:extLst>
                <a:ext uri="{FF2B5EF4-FFF2-40B4-BE49-F238E27FC236}">
                  <a16:creationId xmlns:a16="http://schemas.microsoft.com/office/drawing/2014/main" id="{C3ACD873-5F4C-8028-4C7F-DF4D16C3101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t="18750" b="18750"/>
            <a:stretch>
              <a:fillRect/>
            </a:stretch>
          </p:blipFill>
          <p:spPr>
            <a:xfrm>
              <a:off x="9624369" y="3050656"/>
              <a:ext cx="95637" cy="59773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6E97C6E-1BD7-78D9-E305-20477C90E5C2}"/>
                </a:ext>
              </a:extLst>
            </p:cNvPr>
            <p:cNvSpPr txBox="1"/>
            <p:nvPr/>
          </p:nvSpPr>
          <p:spPr>
            <a:xfrm>
              <a:off x="5350374" y="466946"/>
              <a:ext cx="6232026" cy="7566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10000"/>
                </a:lnSpc>
                <a:spcBef>
                  <a:spcPts val="1200"/>
                </a:spcBef>
              </a:pPr>
              <a:r>
                <a:rPr lang="en-US" sz="2000">
                  <a:latin typeface="Adobe Clean ExtraBold" panose="020B0903020404020204" pitchFamily="34" charset="0"/>
                </a:rPr>
                <a:t>An important note about fonts:</a:t>
              </a:r>
            </a:p>
            <a:p>
              <a:pPr>
                <a:lnSpc>
                  <a:spcPct val="110000"/>
                </a:lnSpc>
                <a:spcBef>
                  <a:spcPts val="1200"/>
                </a:spcBef>
              </a:pPr>
              <a:r>
                <a:rPr lang="en-US" sz="1100"/>
                <a:t>This template uses weights of Adobe Clean that you may not have on your system.</a:t>
              </a: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0FEFF5F-6A45-4252-0AE8-9C4597C74D5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b="80047"/>
            <a:stretch/>
          </p:blipFill>
          <p:spPr>
            <a:xfrm>
              <a:off x="5351835" y="2885633"/>
              <a:ext cx="4568524" cy="314767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9CBE392-5587-9666-A6DA-44BDBA983DAF}"/>
                </a:ext>
              </a:extLst>
            </p:cNvPr>
            <p:cNvSpPr txBox="1"/>
            <p:nvPr/>
          </p:nvSpPr>
          <p:spPr>
            <a:xfrm>
              <a:off x="5350374" y="2585438"/>
              <a:ext cx="2000869" cy="2642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10000"/>
                </a:lnSpc>
                <a:spcBef>
                  <a:spcPts val="1200"/>
                </a:spcBef>
              </a:pPr>
              <a:r>
                <a:rPr lang="en-US" sz="1100"/>
                <a:t>Should look like this screenshot: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390B998-B7D1-B312-2F63-40B159E6DB4C}"/>
                </a:ext>
              </a:extLst>
            </p:cNvPr>
            <p:cNvSpPr txBox="1"/>
            <p:nvPr/>
          </p:nvSpPr>
          <p:spPr>
            <a:xfrm>
              <a:off x="9792357" y="3025848"/>
              <a:ext cx="678071" cy="10938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  <a:spcBef>
                  <a:spcPts val="1200"/>
                </a:spcBef>
              </a:pPr>
              <a:r>
                <a:rPr lang="en-US" sz="700"/>
                <a:t>Adobe Clean Black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EA6650DA-4FA2-3375-8098-A1CFB21CE8A9}"/>
                </a:ext>
              </a:extLst>
            </p:cNvPr>
            <p:cNvSpPr/>
            <p:nvPr/>
          </p:nvSpPr>
          <p:spPr>
            <a:xfrm>
              <a:off x="9605314" y="3013669"/>
              <a:ext cx="133747" cy="13374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6DF316DE-D107-E7CC-9C1D-73C125353EE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t="25655"/>
            <a:stretch/>
          </p:blipFill>
          <p:spPr>
            <a:xfrm>
              <a:off x="5351835" y="3845794"/>
              <a:ext cx="4046166" cy="1038705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A2DC35A-6F89-7E62-3A3F-DDA148191E4B}"/>
                </a:ext>
              </a:extLst>
            </p:cNvPr>
            <p:cNvSpPr txBox="1"/>
            <p:nvPr/>
          </p:nvSpPr>
          <p:spPr>
            <a:xfrm>
              <a:off x="5350374" y="3532394"/>
              <a:ext cx="1393330" cy="2642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10000"/>
                </a:lnSpc>
                <a:spcBef>
                  <a:spcPts val="1200"/>
                </a:spcBef>
              </a:pPr>
              <a:r>
                <a:rPr lang="en-US" sz="1100" b="1">
                  <a:latin typeface="+mj-lt"/>
                </a:rPr>
                <a:t>Not</a:t>
              </a:r>
              <a:r>
                <a:rPr lang="en-US" sz="1100"/>
                <a:t> like any of these: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3E29479-1777-F31B-5C8D-BAF5A7A76E0B}"/>
                </a:ext>
              </a:extLst>
            </p:cNvPr>
            <p:cNvSpPr txBox="1"/>
            <p:nvPr/>
          </p:nvSpPr>
          <p:spPr>
            <a:xfrm>
              <a:off x="9792357" y="3969898"/>
              <a:ext cx="230832" cy="10938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  <a:spcBef>
                  <a:spcPts val="1200"/>
                </a:spcBef>
              </a:pPr>
              <a:r>
                <a:rPr lang="en-US" sz="700"/>
                <a:t>Calibri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438808C-CA46-5026-CA24-B9E210D1F0F8}"/>
                </a:ext>
              </a:extLst>
            </p:cNvPr>
            <p:cNvSpPr txBox="1"/>
            <p:nvPr/>
          </p:nvSpPr>
          <p:spPr>
            <a:xfrm>
              <a:off x="9792357" y="4309011"/>
              <a:ext cx="771045" cy="10938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  <a:spcBef>
                  <a:spcPts val="1200"/>
                </a:spcBef>
              </a:pPr>
              <a:r>
                <a:rPr lang="en-US" sz="700"/>
                <a:t>Arial Bold (Windows)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C08E5EE-A4DD-6564-28B6-6BC6FD598B9A}"/>
                </a:ext>
              </a:extLst>
            </p:cNvPr>
            <p:cNvSpPr txBox="1"/>
            <p:nvPr/>
          </p:nvSpPr>
          <p:spPr>
            <a:xfrm>
              <a:off x="9792357" y="4646815"/>
              <a:ext cx="758221" cy="10938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  <a:spcBef>
                  <a:spcPts val="1200"/>
                </a:spcBef>
              </a:pPr>
              <a:r>
                <a:rPr lang="en-US" sz="700"/>
                <a:t>Helvetica Bold (Mac)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5E319AE9-BB27-F9BA-1D6F-99313FF7774B}"/>
                </a:ext>
              </a:extLst>
            </p:cNvPr>
            <p:cNvSpPr/>
            <p:nvPr/>
          </p:nvSpPr>
          <p:spPr>
            <a:xfrm>
              <a:off x="9586259" y="3924765"/>
              <a:ext cx="133747" cy="133747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6" name="Cross 25">
              <a:extLst>
                <a:ext uri="{FF2B5EF4-FFF2-40B4-BE49-F238E27FC236}">
                  <a16:creationId xmlns:a16="http://schemas.microsoft.com/office/drawing/2014/main" id="{6D000AC3-B8B3-1EB8-CFDE-72C2B5EE56FA}"/>
                </a:ext>
              </a:extLst>
            </p:cNvPr>
            <p:cNvSpPr/>
            <p:nvPr/>
          </p:nvSpPr>
          <p:spPr>
            <a:xfrm rot="2700000">
              <a:off x="9609285" y="3947791"/>
              <a:ext cx="87696" cy="87696"/>
            </a:xfrm>
            <a:prstGeom prst="plus">
              <a:avLst>
                <a:gd name="adj" fmla="val 44628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4B066F1D-92C8-0C4F-C382-1514128C2CC1}"/>
                </a:ext>
              </a:extLst>
            </p:cNvPr>
            <p:cNvSpPr/>
            <p:nvPr/>
          </p:nvSpPr>
          <p:spPr>
            <a:xfrm>
              <a:off x="9586259" y="4261872"/>
              <a:ext cx="133747" cy="133747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9" name="Cross 28">
              <a:extLst>
                <a:ext uri="{FF2B5EF4-FFF2-40B4-BE49-F238E27FC236}">
                  <a16:creationId xmlns:a16="http://schemas.microsoft.com/office/drawing/2014/main" id="{DA3BBE5F-0BC8-7A95-13C3-5C97E43AF299}"/>
                </a:ext>
              </a:extLst>
            </p:cNvPr>
            <p:cNvSpPr/>
            <p:nvPr/>
          </p:nvSpPr>
          <p:spPr>
            <a:xfrm rot="2700000">
              <a:off x="9609285" y="4284898"/>
              <a:ext cx="87696" cy="87696"/>
            </a:xfrm>
            <a:prstGeom prst="plus">
              <a:avLst>
                <a:gd name="adj" fmla="val 44628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8B94A3C1-4A81-0B9B-05C4-18A5F4B50915}"/>
                </a:ext>
              </a:extLst>
            </p:cNvPr>
            <p:cNvSpPr/>
            <p:nvPr/>
          </p:nvSpPr>
          <p:spPr>
            <a:xfrm>
              <a:off x="9586259" y="4602099"/>
              <a:ext cx="133747" cy="133747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2" name="Cross 31">
              <a:extLst>
                <a:ext uri="{FF2B5EF4-FFF2-40B4-BE49-F238E27FC236}">
                  <a16:creationId xmlns:a16="http://schemas.microsoft.com/office/drawing/2014/main" id="{69C3D60C-633C-AEE9-AF58-8C4BED5C3DAA}"/>
                </a:ext>
              </a:extLst>
            </p:cNvPr>
            <p:cNvSpPr/>
            <p:nvPr/>
          </p:nvSpPr>
          <p:spPr>
            <a:xfrm rot="2700000">
              <a:off x="9609285" y="4625125"/>
              <a:ext cx="87696" cy="87696"/>
            </a:xfrm>
            <a:prstGeom prst="plus">
              <a:avLst>
                <a:gd name="adj" fmla="val 44628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4CDB6B1-5EB9-2946-CF61-C98DD1736A6A}"/>
                </a:ext>
              </a:extLst>
            </p:cNvPr>
            <p:cNvSpPr txBox="1"/>
            <p:nvPr/>
          </p:nvSpPr>
          <p:spPr>
            <a:xfrm>
              <a:off x="9792357" y="1999821"/>
              <a:ext cx="678071" cy="10938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  <a:spcBef>
                  <a:spcPts val="1200"/>
                </a:spcBef>
              </a:pPr>
              <a:r>
                <a:rPr lang="en-US" sz="700"/>
                <a:t>Adobe Clean Black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425AFC84-74F8-7826-F5B4-1C1AF5335F84}"/>
                </a:ext>
              </a:extLst>
            </p:cNvPr>
            <p:cNvSpPr txBox="1"/>
            <p:nvPr/>
          </p:nvSpPr>
          <p:spPr>
            <a:xfrm>
              <a:off x="5350374" y="1517966"/>
              <a:ext cx="6096000" cy="6994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10000"/>
                </a:lnSpc>
                <a:spcBef>
                  <a:spcPts val="1200"/>
                </a:spcBef>
              </a:pPr>
              <a:r>
                <a:rPr lang="en-US" sz="1200"/>
                <a:t>The following editable text:</a:t>
              </a:r>
              <a:endParaRPr lang="en-US" sz="1600">
                <a:latin typeface="+mj-lt"/>
              </a:endParaRPr>
            </a:p>
            <a:p>
              <a:pPr>
                <a:lnSpc>
                  <a:spcPct val="110000"/>
                </a:lnSpc>
                <a:spcBef>
                  <a:spcPts val="1200"/>
                </a:spcBef>
              </a:pPr>
              <a:r>
                <a:rPr lang="en-US" sz="1600">
                  <a:latin typeface="+mj-lt"/>
                </a:rPr>
                <a:t>This is a headline for an Adobe presentation</a:t>
              </a:r>
              <a:endParaRPr lang="en-US" sz="1000"/>
            </a:p>
          </p:txBody>
        </p:sp>
      </p:grpSp>
    </p:spTree>
    <p:extLst>
      <p:ext uri="{BB962C8B-B14F-4D97-AF65-F5344CB8AC3E}">
        <p14:creationId xmlns:p14="http://schemas.microsoft.com/office/powerpoint/2010/main" val="30161805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002429E-D3CB-E8D9-8B23-8FA1F3E49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43" name="Content Placeholder 42">
            <a:extLst>
              <a:ext uri="{FF2B5EF4-FFF2-40B4-BE49-F238E27FC236}">
                <a16:creationId xmlns:a16="http://schemas.microsoft.com/office/drawing/2014/main" id="{D6AF037E-F83F-9F6C-C1D9-C7D5C029C4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Tx/>
              <a:buSzPct val="7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dobe Clean"/>
                <a:ea typeface="+mn-ea"/>
                <a:cs typeface="+mn-cs"/>
              </a:rPr>
              <a:t>Welcome to the Adobe Presentation Template!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Tx/>
              <a:buSzPct val="7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dobe Clean"/>
                <a:ea typeface="+mn-ea"/>
                <a:cs typeface="+mn-cs"/>
              </a:rPr>
              <a:t>Check out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dobe Clean"/>
                <a:ea typeface="+mn-ea"/>
                <a:cs typeface="+mn-cs"/>
                <a:hlinkClick r:id="rId3"/>
              </a:rPr>
              <a:t>Brand Center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dobe Clean"/>
                <a:ea typeface="+mn-ea"/>
                <a:cs typeface="+mn-cs"/>
              </a:rPr>
              <a:t>for all the latest resources and training files to help get you up and running</a:t>
            </a:r>
          </a:p>
          <a:p>
            <a:pPr marL="0" indent="0">
              <a:buNone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dobe Clean"/>
                <a:ea typeface="+mn-ea"/>
                <a:cs typeface="+mn-cs"/>
              </a:rPr>
              <a:t>Also join the new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dobe Clean"/>
                <a:ea typeface="+mn-ea"/>
                <a:cs typeface="+mn-cs"/>
              </a:rPr>
              <a:t>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dobe Clean"/>
                <a:ea typeface="+mn-ea"/>
                <a:cs typeface="+mn-cs"/>
                <a:hlinkClick r:id="rId4"/>
              </a:rPr>
              <a:t>#adobe-presentations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dobe Clean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dobe Clean"/>
                <a:ea typeface="+mn-ea"/>
                <a:cs typeface="+mn-cs"/>
              </a:rPr>
              <a:t>channel on Slack to chat about all things presentations and keep up to date on the latest releases of templates and resources.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Tx/>
              <a:buSzPct val="7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dobe Clean"/>
                <a:ea typeface="+mn-ea"/>
                <a:cs typeface="+mn-cs"/>
              </a:rPr>
              <a:t>Creating compelling presentations is a crucial skill across many roles. This guide is designed to help you harness the full potential of our corporate template to communicate your ideas with clarity and professionalism. 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Tx/>
              <a:buSzPct val="7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dobe Clean"/>
                <a:ea typeface="+mn-ea"/>
                <a:cs typeface="+mn-cs"/>
              </a:rPr>
              <a:t>Whether you are gearing up for a client presentation, developing a project plan, or eager to present innovative ideas to your stakeholders, the resources and tools provided here will streamline your process and enhance your impact.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5505E8E-CDE4-D31B-4275-14D39CAE24DD}"/>
              </a:ext>
            </a:extLst>
          </p:cNvPr>
          <p:cNvSpPr txBox="1"/>
          <p:nvPr/>
        </p:nvSpPr>
        <p:spPr>
          <a:xfrm>
            <a:off x="5726362" y="1334324"/>
            <a:ext cx="1388522" cy="3424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10000"/>
              </a:lnSpc>
              <a:spcBef>
                <a:spcPts val="900"/>
              </a:spcBef>
            </a:pPr>
            <a:r>
              <a:rPr lang="en-US" sz="1600" b="1" dirty="0">
                <a:latin typeface="+mj-lt"/>
                <a:hlinkClick r:id="rId5"/>
              </a:rPr>
              <a:t>Brand Center</a:t>
            </a:r>
            <a:endParaRPr lang="en-US" sz="1600" b="1" dirty="0">
              <a:latin typeface="+mj-lt"/>
            </a:endParaRPr>
          </a:p>
        </p:txBody>
      </p:sp>
      <p:grpSp>
        <p:nvGrpSpPr>
          <p:cNvPr id="13" name="Group 12" descr="Picture of Inside Adobe webpage showing the presentation templates and resources">
            <a:extLst>
              <a:ext uri="{FF2B5EF4-FFF2-40B4-BE49-F238E27FC236}">
                <a16:creationId xmlns:a16="http://schemas.microsoft.com/office/drawing/2014/main" id="{ADA17CB3-A216-63DF-9876-73B619838F09}"/>
              </a:ext>
            </a:extLst>
          </p:cNvPr>
          <p:cNvGrpSpPr/>
          <p:nvPr/>
        </p:nvGrpSpPr>
        <p:grpSpPr>
          <a:xfrm>
            <a:off x="5064981" y="1800640"/>
            <a:ext cx="3180522" cy="4087906"/>
            <a:chOff x="5064981" y="1676790"/>
            <a:chExt cx="3180522" cy="4087906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21482111-9C4E-507C-950A-DC8DC67AE7D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b="23713"/>
            <a:stretch/>
          </p:blipFill>
          <p:spPr>
            <a:xfrm>
              <a:off x="5123869" y="2038029"/>
              <a:ext cx="3030566" cy="3726667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124BF94-5362-769F-7CFF-0BB01E03E96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123870" y="1806171"/>
              <a:ext cx="3030566" cy="196078"/>
            </a:xfrm>
            <a:prstGeom prst="rect">
              <a:avLst/>
            </a:prstGeom>
          </p:spPr>
        </p:pic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0672790E-4859-0592-E7E6-AFA4C6181846}"/>
                </a:ext>
              </a:extLst>
            </p:cNvPr>
            <p:cNvSpPr/>
            <p:nvPr/>
          </p:nvSpPr>
          <p:spPr>
            <a:xfrm>
              <a:off x="5064981" y="1676790"/>
              <a:ext cx="3180522" cy="4087906"/>
            </a:xfrm>
            <a:prstGeom prst="roundRect">
              <a:avLst>
                <a:gd name="adj" fmla="val 1667"/>
              </a:avLst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D7891F35-B964-13B1-57E1-D0AFDAEDC334}"/>
              </a:ext>
            </a:extLst>
          </p:cNvPr>
          <p:cNvSpPr txBox="1"/>
          <p:nvPr/>
        </p:nvSpPr>
        <p:spPr>
          <a:xfrm>
            <a:off x="9217152" y="1334324"/>
            <a:ext cx="2202847" cy="3424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10000"/>
              </a:lnSpc>
              <a:spcBef>
                <a:spcPts val="900"/>
              </a:spcBef>
            </a:pPr>
            <a:r>
              <a:rPr lang="en-US" sz="1600" b="1" dirty="0">
                <a:latin typeface="+mj-lt"/>
                <a:hlinkClick r:id="rId4"/>
              </a:rPr>
              <a:t>#adobe-presentations</a:t>
            </a:r>
            <a:endParaRPr lang="en-US" sz="1600" b="1" dirty="0">
              <a:latin typeface="+mj-lt"/>
            </a:endParaRPr>
          </a:p>
        </p:txBody>
      </p:sp>
      <p:pic>
        <p:nvPicPr>
          <p:cNvPr id="7" name="Picture 6" descr="Slack logo">
            <a:extLst>
              <a:ext uri="{FF2B5EF4-FFF2-40B4-BE49-F238E27FC236}">
                <a16:creationId xmlns:a16="http://schemas.microsoft.com/office/drawing/2014/main" id="{B12055E0-4B43-2310-64A1-F04221C8120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7152" y="2649536"/>
            <a:ext cx="2362200" cy="236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45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8D8B17-891F-DD62-FB44-537BDCA9F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Brand at a glance</a:t>
            </a:r>
          </a:p>
        </p:txBody>
      </p:sp>
      <p:grpSp>
        <p:nvGrpSpPr>
          <p:cNvPr id="71" name="Icon" descr="Smiley Face Icon">
            <a:extLst>
              <a:ext uri="{FF2B5EF4-FFF2-40B4-BE49-F238E27FC236}">
                <a16:creationId xmlns:a16="http://schemas.microsoft.com/office/drawing/2014/main" id="{0DB99EAA-6CDB-0F21-2FD5-4E3AE15FA20A}"/>
              </a:ext>
            </a:extLst>
          </p:cNvPr>
          <p:cNvGrpSpPr/>
          <p:nvPr/>
        </p:nvGrpSpPr>
        <p:grpSpPr>
          <a:xfrm>
            <a:off x="1441554" y="1634082"/>
            <a:ext cx="530649" cy="530649"/>
            <a:chOff x="1395736" y="1556952"/>
            <a:chExt cx="530649" cy="530649"/>
          </a:xfrm>
        </p:grpSpPr>
        <p:sp>
          <p:nvSpPr>
            <p:cNvPr id="72" name="Arc 71">
              <a:extLst>
                <a:ext uri="{FF2B5EF4-FFF2-40B4-BE49-F238E27FC236}">
                  <a16:creationId xmlns:a16="http://schemas.microsoft.com/office/drawing/2014/main" id="{916DFF7F-E7CB-CA33-66CB-1844306052C7}"/>
                </a:ext>
              </a:extLst>
            </p:cNvPr>
            <p:cNvSpPr/>
            <p:nvPr/>
          </p:nvSpPr>
          <p:spPr>
            <a:xfrm>
              <a:off x="1529255" y="1690472"/>
              <a:ext cx="263610" cy="263608"/>
            </a:xfrm>
            <a:prstGeom prst="arc">
              <a:avLst>
                <a:gd name="adj1" fmla="val 2666268"/>
                <a:gd name="adj2" fmla="val 8265066"/>
              </a:avLst>
            </a:prstGeom>
            <a:ln w="41275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2C768328-D21E-DF49-B0D3-20BDE6E24F4B}"/>
                </a:ext>
              </a:extLst>
            </p:cNvPr>
            <p:cNvSpPr/>
            <p:nvPr/>
          </p:nvSpPr>
          <p:spPr>
            <a:xfrm>
              <a:off x="1395736" y="1556952"/>
              <a:ext cx="530649" cy="530649"/>
            </a:xfrm>
            <a:prstGeom prst="ellipse">
              <a:avLst/>
            </a:prstGeom>
            <a:ln w="41275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85A924E7-2FB4-7664-9C5A-3393EFEB20FA}"/>
                </a:ext>
              </a:extLst>
            </p:cNvPr>
            <p:cNvSpPr/>
            <p:nvPr/>
          </p:nvSpPr>
          <p:spPr>
            <a:xfrm>
              <a:off x="1529255" y="1719581"/>
              <a:ext cx="86820" cy="8682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FE7627FA-BFD9-DB8E-9304-18992592764A}"/>
                </a:ext>
              </a:extLst>
            </p:cNvPr>
            <p:cNvSpPr/>
            <p:nvPr/>
          </p:nvSpPr>
          <p:spPr>
            <a:xfrm>
              <a:off x="1710033" y="1719581"/>
              <a:ext cx="86820" cy="8682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CF31A1CD-46D4-7174-6D8F-4CEC1811ABF4}"/>
              </a:ext>
            </a:extLst>
          </p:cNvPr>
          <p:cNvSpPr txBox="1"/>
          <p:nvPr/>
        </p:nvSpPr>
        <p:spPr>
          <a:xfrm>
            <a:off x="819687" y="2483213"/>
            <a:ext cx="1743538" cy="702628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>
              <a:lnSpc>
                <a:spcPct val="110000"/>
              </a:lnSpc>
              <a:spcBef>
                <a:spcPts val="900"/>
              </a:spcBef>
            </a:pPr>
            <a:r>
              <a:rPr lang="en-US" sz="1000" b="1"/>
              <a:t>Keep it simple, clear &amp; concise</a:t>
            </a:r>
          </a:p>
          <a:p>
            <a:pPr algn="l">
              <a:lnSpc>
                <a:spcPct val="110000"/>
              </a:lnSpc>
              <a:spcBef>
                <a:spcPts val="900"/>
              </a:spcBef>
            </a:pPr>
            <a:r>
              <a:rPr lang="en-US" sz="1000"/>
              <a:t>Make sure your message is clear and can be understood quickly.</a:t>
            </a:r>
          </a:p>
        </p:txBody>
      </p:sp>
      <p:pic>
        <p:nvPicPr>
          <p:cNvPr id="49" name="Picture 48" descr="Icon of a slide">
            <a:extLst>
              <a:ext uri="{FF2B5EF4-FFF2-40B4-BE49-F238E27FC236}">
                <a16:creationId xmlns:a16="http://schemas.microsoft.com/office/drawing/2014/main" id="{202E3C16-65EF-9CB6-4A37-175EC361A71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21261" y="1548092"/>
            <a:ext cx="1160357" cy="70262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6227757-E796-1564-30A9-635D59408F63}"/>
              </a:ext>
            </a:extLst>
          </p:cNvPr>
          <p:cNvSpPr txBox="1"/>
          <p:nvPr/>
        </p:nvSpPr>
        <p:spPr>
          <a:xfrm>
            <a:off x="3018601" y="2483213"/>
            <a:ext cx="1743538" cy="87190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>
              <a:lnSpc>
                <a:spcPct val="110000"/>
              </a:lnSpc>
              <a:spcBef>
                <a:spcPts val="900"/>
              </a:spcBef>
            </a:pPr>
            <a:r>
              <a:rPr lang="en-US" sz="1000" b="1"/>
              <a:t>Layouts</a:t>
            </a:r>
          </a:p>
          <a:p>
            <a:pPr algn="l">
              <a:lnSpc>
                <a:spcPct val="110000"/>
              </a:lnSpc>
              <a:spcBef>
                <a:spcPts val="900"/>
              </a:spcBef>
            </a:pPr>
            <a:r>
              <a:rPr lang="en-US" sz="1000"/>
              <a:t>Information laid out in a grid is easier to read. Whitespace is crucial.</a:t>
            </a:r>
          </a:p>
        </p:txBody>
      </p:sp>
      <p:grpSp>
        <p:nvGrpSpPr>
          <p:cNvPr id="55" name="Group 54" descr="Color palette">
            <a:extLst>
              <a:ext uri="{FF2B5EF4-FFF2-40B4-BE49-F238E27FC236}">
                <a16:creationId xmlns:a16="http://schemas.microsoft.com/office/drawing/2014/main" id="{A0C8CCCB-9D4A-6E65-55CB-51E5C1DAAE1B}"/>
              </a:ext>
            </a:extLst>
          </p:cNvPr>
          <p:cNvGrpSpPr/>
          <p:nvPr/>
        </p:nvGrpSpPr>
        <p:grpSpPr>
          <a:xfrm>
            <a:off x="5391176" y="1695310"/>
            <a:ext cx="1409645" cy="408194"/>
            <a:chOff x="5294063" y="1552563"/>
            <a:chExt cx="1409645" cy="670099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D3A1B899-2538-81D4-E3BE-CF000661CCC9}"/>
                </a:ext>
              </a:extLst>
            </p:cNvPr>
            <p:cNvSpPr/>
            <p:nvPr/>
          </p:nvSpPr>
          <p:spPr>
            <a:xfrm>
              <a:off x="5294063" y="1552563"/>
              <a:ext cx="411480" cy="67009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3E4EDEE1-F991-89D0-0E13-64D3591D0F59}"/>
                </a:ext>
              </a:extLst>
            </p:cNvPr>
            <p:cNvSpPr/>
            <p:nvPr/>
          </p:nvSpPr>
          <p:spPr>
            <a:xfrm>
              <a:off x="5792106" y="1552563"/>
              <a:ext cx="411480" cy="6700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E3970EF3-8A7C-4459-EBE8-2CA797379B79}"/>
                </a:ext>
              </a:extLst>
            </p:cNvPr>
            <p:cNvSpPr/>
            <p:nvPr/>
          </p:nvSpPr>
          <p:spPr>
            <a:xfrm>
              <a:off x="6292228" y="1552563"/>
              <a:ext cx="411480" cy="670099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3524953D-D3DE-BEDD-9C3A-342C5C4B9A8C}"/>
              </a:ext>
            </a:extLst>
          </p:cNvPr>
          <p:cNvSpPr txBox="1"/>
          <p:nvPr/>
        </p:nvSpPr>
        <p:spPr>
          <a:xfrm>
            <a:off x="5206630" y="2483213"/>
            <a:ext cx="1743538" cy="104118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>
              <a:lnSpc>
                <a:spcPct val="110000"/>
              </a:lnSpc>
              <a:spcBef>
                <a:spcPts val="900"/>
              </a:spcBef>
            </a:pPr>
            <a:r>
              <a:rPr lang="en-US" sz="1000" b="1"/>
              <a:t>Colors</a:t>
            </a:r>
          </a:p>
          <a:p>
            <a:pPr algn="l">
              <a:lnSpc>
                <a:spcPct val="110000"/>
              </a:lnSpc>
              <a:spcBef>
                <a:spcPts val="900"/>
              </a:spcBef>
            </a:pPr>
            <a:r>
              <a:rPr lang="en-US" sz="1000"/>
              <a:t>Black, white, and red (#EB1000) are the corporate colors. Use bold, vibrant images to bring other color into your layouts.</a:t>
            </a:r>
          </a:p>
        </p:txBody>
      </p:sp>
      <p:graphicFrame>
        <p:nvGraphicFramePr>
          <p:cNvPr id="59" name="Chart 58" descr="Bar Chart">
            <a:extLst>
              <a:ext uri="{FF2B5EF4-FFF2-40B4-BE49-F238E27FC236}">
                <a16:creationId xmlns:a16="http://schemas.microsoft.com/office/drawing/2014/main" id="{44B40BD7-7E01-4A0E-119D-0B6A7CD061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89083382"/>
              </p:ext>
            </p:extLst>
          </p:nvPr>
        </p:nvGraphicFramePr>
        <p:xfrm>
          <a:off x="7709856" y="1428776"/>
          <a:ext cx="1161406" cy="9412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BA69BED3-E587-A81A-1F83-9B80AAE327AB}"/>
              </a:ext>
            </a:extLst>
          </p:cNvPr>
          <p:cNvSpPr txBox="1"/>
          <p:nvPr/>
        </p:nvSpPr>
        <p:spPr>
          <a:xfrm>
            <a:off x="7395490" y="2483213"/>
            <a:ext cx="1743538" cy="1041182"/>
          </a:xfrm>
          <a:prstGeom prst="rect">
            <a:avLst/>
          </a:prstGeom>
          <a:noFill/>
        </p:spPr>
        <p:txBody>
          <a:bodyPr wrap="square" lIns="0" tIns="45720" rIns="0" bIns="45720" rtlCol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900"/>
              </a:spcBef>
            </a:pPr>
            <a:r>
              <a:rPr lang="en-US" sz="1000" b="1"/>
              <a:t>Charts</a:t>
            </a:r>
          </a:p>
          <a:p>
            <a:pPr algn="l">
              <a:lnSpc>
                <a:spcPct val="110000"/>
              </a:lnSpc>
              <a:spcBef>
                <a:spcPts val="900"/>
              </a:spcBef>
            </a:pPr>
            <a:r>
              <a:rPr lang="en-US" sz="1000"/>
              <a:t>Most datapoints should be shades of gray, with important ones highlighted using the extended color palette.</a:t>
            </a:r>
          </a:p>
        </p:txBody>
      </p:sp>
      <p:pic>
        <p:nvPicPr>
          <p:cNvPr id="93" name="Picture 92" descr="Font examples">
            <a:extLst>
              <a:ext uri="{FF2B5EF4-FFF2-40B4-BE49-F238E27FC236}">
                <a16:creationId xmlns:a16="http://schemas.microsoft.com/office/drawing/2014/main" id="{DFFC9969-4111-9587-F3A4-EE72F7C4EF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68509" y="1695309"/>
            <a:ext cx="1423353" cy="408194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9D83E3BE-76B1-FAAA-8AAD-C27C12A8798D}"/>
              </a:ext>
            </a:extLst>
          </p:cNvPr>
          <p:cNvSpPr txBox="1"/>
          <p:nvPr/>
        </p:nvSpPr>
        <p:spPr>
          <a:xfrm>
            <a:off x="9588179" y="2483213"/>
            <a:ext cx="1792059" cy="104118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>
              <a:lnSpc>
                <a:spcPct val="110000"/>
              </a:lnSpc>
              <a:spcBef>
                <a:spcPts val="900"/>
              </a:spcBef>
            </a:pPr>
            <a:r>
              <a:rPr lang="en-US" sz="1000" b="1"/>
              <a:t>Font</a:t>
            </a:r>
          </a:p>
          <a:p>
            <a:pPr algn="l">
              <a:lnSpc>
                <a:spcPct val="110000"/>
              </a:lnSpc>
              <a:spcBef>
                <a:spcPts val="900"/>
              </a:spcBef>
            </a:pPr>
            <a:r>
              <a:rPr lang="en-US" sz="1000"/>
              <a:t>Always and only use Adobe Clean. Clean Black is for headlines, Clean Regular is for text, Clean Bold is for bolding key terms (use sparingly).</a:t>
            </a:r>
          </a:p>
        </p:txBody>
      </p:sp>
      <p:pic>
        <p:nvPicPr>
          <p:cNvPr id="63" name="Picture 62" descr="Photo example">
            <a:extLst>
              <a:ext uri="{FF2B5EF4-FFF2-40B4-BE49-F238E27FC236}">
                <a16:creationId xmlns:a16="http://schemas.microsoft.com/office/drawing/2014/main" id="{BF78D695-B751-3364-0D96-1B629BCAEB7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0116" y="4044939"/>
            <a:ext cx="1216360" cy="684520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9F80F779-4F9D-4673-154E-23566D9E4D44}"/>
              </a:ext>
            </a:extLst>
          </p:cNvPr>
          <p:cNvSpPr txBox="1"/>
          <p:nvPr/>
        </p:nvSpPr>
        <p:spPr>
          <a:xfrm>
            <a:off x="809897" y="4988339"/>
            <a:ext cx="1786372" cy="98732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>
              <a:lnSpc>
                <a:spcPct val="110000"/>
              </a:lnSpc>
              <a:spcBef>
                <a:spcPts val="900"/>
              </a:spcBef>
            </a:pPr>
            <a:r>
              <a:rPr lang="en-US" sz="1000" b="1"/>
              <a:t>Imagery</a:t>
            </a:r>
          </a:p>
          <a:p>
            <a:pPr algn="l">
              <a:lnSpc>
                <a:spcPct val="110000"/>
              </a:lnSpc>
              <a:spcBef>
                <a:spcPts val="900"/>
              </a:spcBef>
            </a:pPr>
            <a:r>
              <a:rPr lang="en-US" sz="1000"/>
              <a:t>Use bold, optimistic, relevant, and inclusive photos.</a:t>
            </a:r>
          </a:p>
          <a:p>
            <a:pPr algn="l">
              <a:lnSpc>
                <a:spcPct val="110000"/>
              </a:lnSpc>
              <a:spcBef>
                <a:spcPts val="900"/>
              </a:spcBef>
            </a:pPr>
            <a:r>
              <a:rPr lang="en-US" sz="1000"/>
              <a:t>Use images from the image library.</a:t>
            </a:r>
            <a:endParaRPr lang="en-US" sz="1000">
              <a:solidFill>
                <a:schemeClr val="accent3"/>
              </a:solidFill>
            </a:endParaRPr>
          </a:p>
        </p:txBody>
      </p:sp>
      <p:grpSp>
        <p:nvGrpSpPr>
          <p:cNvPr id="89" name="Group 88" descr="Example icons">
            <a:extLst>
              <a:ext uri="{FF2B5EF4-FFF2-40B4-BE49-F238E27FC236}">
                <a16:creationId xmlns:a16="http://schemas.microsoft.com/office/drawing/2014/main" id="{5C0D2248-FE67-443E-4F13-2DC08DC161C9}"/>
              </a:ext>
            </a:extLst>
          </p:cNvPr>
          <p:cNvGrpSpPr/>
          <p:nvPr/>
        </p:nvGrpSpPr>
        <p:grpSpPr>
          <a:xfrm>
            <a:off x="3032023" y="4130332"/>
            <a:ext cx="1738832" cy="513734"/>
            <a:chOff x="3063770" y="4040104"/>
            <a:chExt cx="1738832" cy="513734"/>
          </a:xfrm>
        </p:grpSpPr>
        <p:pic>
          <p:nvPicPr>
            <p:cNvPr id="90" name="Graphic 89">
              <a:extLst>
                <a:ext uri="{FF2B5EF4-FFF2-40B4-BE49-F238E27FC236}">
                  <a16:creationId xmlns:a16="http://schemas.microsoft.com/office/drawing/2014/main" id="{C5F87236-8B16-39AB-A347-7CA102A0984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288864" y="4040104"/>
              <a:ext cx="513738" cy="513734"/>
            </a:xfrm>
            <a:prstGeom prst="rect">
              <a:avLst/>
            </a:prstGeom>
          </p:spPr>
        </p:pic>
        <p:pic>
          <p:nvPicPr>
            <p:cNvPr id="91" name="Graphic 90">
              <a:extLst>
                <a:ext uri="{FF2B5EF4-FFF2-40B4-BE49-F238E27FC236}">
                  <a16:creationId xmlns:a16="http://schemas.microsoft.com/office/drawing/2014/main" id="{5D028B4E-E6F4-7807-9574-EC527112AFB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3676317" y="4040104"/>
              <a:ext cx="513738" cy="513734"/>
            </a:xfrm>
            <a:prstGeom prst="rect">
              <a:avLst/>
            </a:prstGeom>
          </p:spPr>
        </p:pic>
        <p:pic>
          <p:nvPicPr>
            <p:cNvPr id="92" name="Graphic 91">
              <a:extLst>
                <a:ext uri="{FF2B5EF4-FFF2-40B4-BE49-F238E27FC236}">
                  <a16:creationId xmlns:a16="http://schemas.microsoft.com/office/drawing/2014/main" id="{E9D95E68-53B4-3D4D-A23C-B600103E6A8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3063770" y="4040104"/>
              <a:ext cx="513738" cy="513734"/>
            </a:xfrm>
            <a:prstGeom prst="rect">
              <a:avLst/>
            </a:prstGeom>
          </p:spPr>
        </p:pic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5DB53FB5-0C5F-F3F3-EBFE-CDA8F27AF1BA}"/>
              </a:ext>
            </a:extLst>
          </p:cNvPr>
          <p:cNvSpPr txBox="1"/>
          <p:nvPr/>
        </p:nvSpPr>
        <p:spPr>
          <a:xfrm>
            <a:off x="3008811" y="4988339"/>
            <a:ext cx="1786372" cy="98732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>
              <a:lnSpc>
                <a:spcPct val="110000"/>
              </a:lnSpc>
              <a:spcBef>
                <a:spcPts val="900"/>
              </a:spcBef>
            </a:pPr>
            <a:r>
              <a:rPr lang="en-US" sz="1000" b="1"/>
              <a:t>Icons</a:t>
            </a:r>
          </a:p>
          <a:p>
            <a:pPr algn="l">
              <a:lnSpc>
                <a:spcPct val="110000"/>
              </a:lnSpc>
              <a:spcBef>
                <a:spcPts val="900"/>
              </a:spcBef>
            </a:pPr>
            <a:r>
              <a:rPr lang="en-US" sz="1000"/>
              <a:t>Only use Adobe’s icon set.</a:t>
            </a:r>
          </a:p>
          <a:p>
            <a:pPr algn="l">
              <a:lnSpc>
                <a:spcPct val="110000"/>
              </a:lnSpc>
              <a:spcBef>
                <a:spcPts val="900"/>
              </a:spcBef>
            </a:pPr>
            <a:r>
              <a:rPr lang="en-US" sz="1000"/>
              <a:t>Icons are only black or white, never colored</a:t>
            </a:r>
          </a:p>
        </p:txBody>
      </p:sp>
      <p:grpSp>
        <p:nvGrpSpPr>
          <p:cNvPr id="64" name="Group 63" descr="Creative cloud, Document Cloud, Experience Cloud tiles">
            <a:extLst>
              <a:ext uri="{FF2B5EF4-FFF2-40B4-BE49-F238E27FC236}">
                <a16:creationId xmlns:a16="http://schemas.microsoft.com/office/drawing/2014/main" id="{EEF50766-38C9-74DE-AAEA-42C45CF9DDF3}"/>
              </a:ext>
            </a:extLst>
          </p:cNvPr>
          <p:cNvGrpSpPr/>
          <p:nvPr/>
        </p:nvGrpSpPr>
        <p:grpSpPr>
          <a:xfrm>
            <a:off x="5391176" y="4187388"/>
            <a:ext cx="1409645" cy="399622"/>
            <a:chOff x="5228074" y="4153354"/>
            <a:chExt cx="1409645" cy="399622"/>
          </a:xfrm>
        </p:grpSpPr>
        <p:pic>
          <p:nvPicPr>
            <p:cNvPr id="65" name="Graphic 64">
              <a:extLst>
                <a:ext uri="{FF2B5EF4-FFF2-40B4-BE49-F238E27FC236}">
                  <a16:creationId xmlns:a16="http://schemas.microsoft.com/office/drawing/2014/main" id="{2EA57259-22CD-54D1-EB3A-C31D14D4FD09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6228934" y="4153758"/>
              <a:ext cx="408785" cy="398814"/>
            </a:xfrm>
            <a:prstGeom prst="rect">
              <a:avLst/>
            </a:prstGeom>
          </p:spPr>
        </p:pic>
        <p:pic>
          <p:nvPicPr>
            <p:cNvPr id="66" name="Graphic 65">
              <a:extLst>
                <a:ext uri="{FF2B5EF4-FFF2-40B4-BE49-F238E27FC236}">
                  <a16:creationId xmlns:a16="http://schemas.microsoft.com/office/drawing/2014/main" id="{2F217948-BD1E-AA60-51AC-D80616A40FEC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5727984" y="4153354"/>
              <a:ext cx="409613" cy="399622"/>
            </a:xfrm>
            <a:prstGeom prst="rect">
              <a:avLst/>
            </a:prstGeom>
          </p:spPr>
        </p:pic>
        <p:pic>
          <p:nvPicPr>
            <p:cNvPr id="67" name="Graphic 18" descr="Graphic 18">
              <a:extLst>
                <a:ext uri="{FF2B5EF4-FFF2-40B4-BE49-F238E27FC236}">
                  <a16:creationId xmlns:a16="http://schemas.microsoft.com/office/drawing/2014/main" id="{16FC9EB4-42ED-2BDD-277D-BCDEB178B833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5228074" y="4153862"/>
              <a:ext cx="408572" cy="398606"/>
            </a:xfrm>
            <a:prstGeom prst="rect">
              <a:avLst/>
            </a:prstGeom>
            <a:ln w="12700">
              <a:miter lim="400000"/>
            </a:ln>
          </p:spPr>
        </p:pic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54B310FF-223C-CD8F-7E9E-1A73EE67EAB3}"/>
              </a:ext>
            </a:extLst>
          </p:cNvPr>
          <p:cNvSpPr txBox="1"/>
          <p:nvPr/>
        </p:nvSpPr>
        <p:spPr>
          <a:xfrm>
            <a:off x="5196840" y="4988339"/>
            <a:ext cx="1786372" cy="121046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>
              <a:lnSpc>
                <a:spcPct val="110000"/>
              </a:lnSpc>
              <a:spcBef>
                <a:spcPts val="900"/>
              </a:spcBef>
            </a:pPr>
            <a:r>
              <a:rPr lang="en-US" sz="1000" b="1"/>
              <a:t>Use product logos</a:t>
            </a:r>
          </a:p>
          <a:p>
            <a:pPr algn="l">
              <a:lnSpc>
                <a:spcPct val="110000"/>
              </a:lnSpc>
              <a:spcBef>
                <a:spcPts val="900"/>
              </a:spcBef>
            </a:pPr>
            <a:r>
              <a:rPr lang="en-US" sz="1000"/>
              <a:t>Use the official product logos to represent our products and spell the name out next to it in editable text. Don’t use lockups with baked-in text.</a:t>
            </a:r>
          </a:p>
        </p:txBody>
      </p:sp>
      <p:grpSp>
        <p:nvGrpSpPr>
          <p:cNvPr id="68" name="Group 67" descr="Don't recolor the logo">
            <a:extLst>
              <a:ext uri="{FF2B5EF4-FFF2-40B4-BE49-F238E27FC236}">
                <a16:creationId xmlns:a16="http://schemas.microsoft.com/office/drawing/2014/main" id="{4F4AA01B-4EF4-0619-F6E3-E288ACE7B190}"/>
              </a:ext>
            </a:extLst>
          </p:cNvPr>
          <p:cNvGrpSpPr/>
          <p:nvPr/>
        </p:nvGrpSpPr>
        <p:grpSpPr>
          <a:xfrm>
            <a:off x="7792794" y="3904517"/>
            <a:ext cx="892547" cy="892543"/>
            <a:chOff x="7513224" y="4025930"/>
            <a:chExt cx="667809" cy="667809"/>
          </a:xfrm>
        </p:grpSpPr>
        <p:pic>
          <p:nvPicPr>
            <p:cNvPr id="69" name="Graphic 68">
              <a:extLst>
                <a:ext uri="{FF2B5EF4-FFF2-40B4-BE49-F238E27FC236}">
                  <a16:creationId xmlns:a16="http://schemas.microsoft.com/office/drawing/2014/main" id="{2CEEF5E3-0ED3-6770-B440-A11A2A56752D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7513224" y="4274345"/>
              <a:ext cx="603504" cy="145847"/>
            </a:xfrm>
            <a:prstGeom prst="rect">
              <a:avLst/>
            </a:prstGeom>
          </p:spPr>
        </p:pic>
        <p:sp>
          <p:nvSpPr>
            <p:cNvPr id="70" name="Multiply 69">
              <a:extLst>
                <a:ext uri="{FF2B5EF4-FFF2-40B4-BE49-F238E27FC236}">
                  <a16:creationId xmlns:a16="http://schemas.microsoft.com/office/drawing/2014/main" id="{B92D5179-53C0-7505-B6C0-F43413CC7345}"/>
                </a:ext>
              </a:extLst>
            </p:cNvPr>
            <p:cNvSpPr/>
            <p:nvPr/>
          </p:nvSpPr>
          <p:spPr>
            <a:xfrm>
              <a:off x="7513224" y="4025930"/>
              <a:ext cx="667809" cy="667809"/>
            </a:xfrm>
            <a:prstGeom prst="mathMultiply">
              <a:avLst>
                <a:gd name="adj1" fmla="val 7219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E8C34172-09A8-188F-9869-2092F8928675}"/>
              </a:ext>
            </a:extLst>
          </p:cNvPr>
          <p:cNvSpPr txBox="1"/>
          <p:nvPr/>
        </p:nvSpPr>
        <p:spPr>
          <a:xfrm>
            <a:off x="7406640" y="4988339"/>
            <a:ext cx="1786372" cy="702628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>
              <a:lnSpc>
                <a:spcPct val="110000"/>
              </a:lnSpc>
              <a:spcBef>
                <a:spcPts val="900"/>
              </a:spcBef>
            </a:pPr>
            <a:r>
              <a:rPr lang="en-US" sz="1000" b="1"/>
              <a:t>Don’t alter our corporate marks</a:t>
            </a:r>
          </a:p>
          <a:p>
            <a:pPr algn="l">
              <a:lnSpc>
                <a:spcPct val="110000"/>
              </a:lnSpc>
              <a:spcBef>
                <a:spcPts val="900"/>
              </a:spcBef>
            </a:pPr>
            <a:r>
              <a:rPr lang="en-US" sz="1000"/>
              <a:t>Don’t recolor or otherwise alter the any Adobe marks.</a:t>
            </a:r>
          </a:p>
        </p:txBody>
      </p:sp>
      <p:grpSp>
        <p:nvGrpSpPr>
          <p:cNvPr id="76" name="Group 75" descr="Don't recolor the thread">
            <a:extLst>
              <a:ext uri="{FF2B5EF4-FFF2-40B4-BE49-F238E27FC236}">
                <a16:creationId xmlns:a16="http://schemas.microsoft.com/office/drawing/2014/main" id="{3C1676AF-A9BA-796A-754A-F7EC37B96903}"/>
              </a:ext>
            </a:extLst>
          </p:cNvPr>
          <p:cNvGrpSpPr/>
          <p:nvPr/>
        </p:nvGrpSpPr>
        <p:grpSpPr>
          <a:xfrm>
            <a:off x="9582742" y="4026122"/>
            <a:ext cx="1886481" cy="551620"/>
            <a:chOff x="9606967" y="4000848"/>
            <a:chExt cx="1886481" cy="551620"/>
          </a:xfrm>
        </p:grpSpPr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FFA3C9C2-95A1-BC72-70FF-4F539AFDA22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606967" y="4085203"/>
              <a:ext cx="771667" cy="467265"/>
            </a:xfrm>
            <a:prstGeom prst="rect">
              <a:avLst/>
            </a:prstGeom>
          </p:spPr>
        </p:pic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593F3AAE-1334-1CD5-8209-ADFAF7615C8D}"/>
                </a:ext>
              </a:extLst>
            </p:cNvPr>
            <p:cNvSpPr/>
            <p:nvPr/>
          </p:nvSpPr>
          <p:spPr>
            <a:xfrm>
              <a:off x="9616989" y="4092531"/>
              <a:ext cx="27524" cy="44694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B92B55AB-DA14-75B5-2E09-1EC1440426B1}"/>
                </a:ext>
              </a:extLst>
            </p:cNvPr>
            <p:cNvGrpSpPr/>
            <p:nvPr/>
          </p:nvGrpSpPr>
          <p:grpSpPr>
            <a:xfrm>
              <a:off x="10462168" y="4080765"/>
              <a:ext cx="943014" cy="471703"/>
              <a:chOff x="9467434" y="4025930"/>
              <a:chExt cx="1613671" cy="807171"/>
            </a:xfrm>
          </p:grpSpPr>
          <p:pic>
            <p:nvPicPr>
              <p:cNvPr id="86" name="Picture 85">
                <a:extLst>
                  <a:ext uri="{FF2B5EF4-FFF2-40B4-BE49-F238E27FC236}">
                    <a16:creationId xmlns:a16="http://schemas.microsoft.com/office/drawing/2014/main" id="{C5B573F6-6364-12AD-968F-0F256843E22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9760641" y="4033524"/>
                <a:ext cx="1320464" cy="799577"/>
              </a:xfrm>
              <a:prstGeom prst="rect">
                <a:avLst/>
              </a:prstGeom>
            </p:spPr>
          </p:pic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423EC2B6-8E51-6113-BE04-FFDE489AB8BD}"/>
                  </a:ext>
                </a:extLst>
              </p:cNvPr>
              <p:cNvSpPr/>
              <p:nvPr/>
            </p:nvSpPr>
            <p:spPr>
              <a:xfrm>
                <a:off x="9777790" y="4046064"/>
                <a:ext cx="47098" cy="764797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88" name="Multiply 87">
                <a:extLst>
                  <a:ext uri="{FF2B5EF4-FFF2-40B4-BE49-F238E27FC236}">
                    <a16:creationId xmlns:a16="http://schemas.microsoft.com/office/drawing/2014/main" id="{78C199EC-6FAE-62C0-5D58-EE5BA2B909C7}"/>
                  </a:ext>
                </a:extLst>
              </p:cNvPr>
              <p:cNvSpPr/>
              <p:nvPr/>
            </p:nvSpPr>
            <p:spPr>
              <a:xfrm>
                <a:off x="9467434" y="4025930"/>
                <a:ext cx="667809" cy="667809"/>
              </a:xfrm>
              <a:prstGeom prst="mathMultiply">
                <a:avLst>
                  <a:gd name="adj1" fmla="val 7219"/>
                </a:avLst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4ED40049-0D1F-4CB5-20F4-03C8D31C1B29}"/>
                </a:ext>
              </a:extLst>
            </p:cNvPr>
            <p:cNvGrpSpPr/>
            <p:nvPr/>
          </p:nvGrpSpPr>
          <p:grpSpPr>
            <a:xfrm>
              <a:off x="10239549" y="4000849"/>
              <a:ext cx="183364" cy="183364"/>
              <a:chOff x="6305508" y="3641508"/>
              <a:chExt cx="374876" cy="374876"/>
            </a:xfrm>
          </p:grpSpPr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C48A5314-7734-DADF-6EDE-6C9212D86D51}"/>
                  </a:ext>
                </a:extLst>
              </p:cNvPr>
              <p:cNvSpPr/>
              <p:nvPr/>
            </p:nvSpPr>
            <p:spPr>
              <a:xfrm>
                <a:off x="6305508" y="3641508"/>
                <a:ext cx="374876" cy="374876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pic>
            <p:nvPicPr>
              <p:cNvPr id="85" name="Graphic 84" descr="Checkmark with solid fill">
                <a:extLst>
                  <a:ext uri="{FF2B5EF4-FFF2-40B4-BE49-F238E27FC236}">
                    <a16:creationId xmlns:a16="http://schemas.microsoft.com/office/drawing/2014/main" id="{3C561021-02FA-43F6-F99C-348C55DC22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 cstate="print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tretch>
                <a:fillRect/>
              </a:stretch>
            </p:blipFill>
            <p:spPr>
              <a:xfrm>
                <a:off x="6385762" y="3721762"/>
                <a:ext cx="214369" cy="214369"/>
              </a:xfrm>
              <a:prstGeom prst="rect">
                <a:avLst/>
              </a:prstGeom>
            </p:spPr>
          </p:pic>
        </p:grpSp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A2CF038D-CBE2-ABE1-F490-26C3F17D02F5}"/>
                </a:ext>
              </a:extLst>
            </p:cNvPr>
            <p:cNvGrpSpPr/>
            <p:nvPr/>
          </p:nvGrpSpPr>
          <p:grpSpPr>
            <a:xfrm>
              <a:off x="11316915" y="4000848"/>
              <a:ext cx="176533" cy="176533"/>
              <a:chOff x="11324830" y="3397610"/>
              <a:chExt cx="374876" cy="374876"/>
            </a:xfrm>
          </p:grpSpPr>
          <p:sp>
            <p:nvSpPr>
              <p:cNvPr id="82" name="Oval 81">
                <a:extLst>
                  <a:ext uri="{FF2B5EF4-FFF2-40B4-BE49-F238E27FC236}">
                    <a16:creationId xmlns:a16="http://schemas.microsoft.com/office/drawing/2014/main" id="{E64AE9E3-765A-4DEB-277C-7F38DC3ACF3B}"/>
                  </a:ext>
                </a:extLst>
              </p:cNvPr>
              <p:cNvSpPr/>
              <p:nvPr/>
            </p:nvSpPr>
            <p:spPr>
              <a:xfrm>
                <a:off x="11324830" y="3397610"/>
                <a:ext cx="374876" cy="374876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83" name="Cross 82">
                <a:extLst>
                  <a:ext uri="{FF2B5EF4-FFF2-40B4-BE49-F238E27FC236}">
                    <a16:creationId xmlns:a16="http://schemas.microsoft.com/office/drawing/2014/main" id="{B9AA7290-55C5-0111-2E87-0EFFF0DADCC0}"/>
                  </a:ext>
                </a:extLst>
              </p:cNvPr>
              <p:cNvSpPr/>
              <p:nvPr/>
            </p:nvSpPr>
            <p:spPr>
              <a:xfrm rot="2700000">
                <a:off x="11389368" y="3462148"/>
                <a:ext cx="245800" cy="245800"/>
              </a:xfrm>
              <a:prstGeom prst="plus">
                <a:avLst>
                  <a:gd name="adj" fmla="val 44628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D619C483-5AB1-8957-4413-A940C49F47BE}"/>
              </a:ext>
            </a:extLst>
          </p:cNvPr>
          <p:cNvSpPr txBox="1"/>
          <p:nvPr/>
        </p:nvSpPr>
        <p:spPr>
          <a:xfrm>
            <a:off x="9588180" y="4988339"/>
            <a:ext cx="1786372" cy="104118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>
              <a:lnSpc>
                <a:spcPct val="110000"/>
              </a:lnSpc>
              <a:spcBef>
                <a:spcPts val="900"/>
              </a:spcBef>
            </a:pPr>
            <a:r>
              <a:rPr lang="en-US" sz="1000" b="1"/>
              <a:t>Don’t alter the red thread</a:t>
            </a:r>
          </a:p>
          <a:p>
            <a:pPr algn="l">
              <a:lnSpc>
                <a:spcPct val="110000"/>
              </a:lnSpc>
              <a:spcBef>
                <a:spcPts val="900"/>
              </a:spcBef>
            </a:pPr>
            <a:r>
              <a:rPr lang="en-US" sz="1000"/>
              <a:t>The red stripe (thread) on the left side is an important brand element, not to be recolored, overlapped, or altered in any way.</a:t>
            </a:r>
          </a:p>
        </p:txBody>
      </p:sp>
    </p:spTree>
    <p:extLst>
      <p:ext uri="{BB962C8B-B14F-4D97-AF65-F5344CB8AC3E}">
        <p14:creationId xmlns:p14="http://schemas.microsoft.com/office/powerpoint/2010/main" val="18009436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81E7FB9-B7A5-8ACC-BDC9-A6BD1F69F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Installing the PowerPoint template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1E57BC-886D-BA86-535A-7CEBDFE9AB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334324"/>
            <a:ext cx="3286390" cy="4992624"/>
          </a:xfrm>
        </p:spPr>
        <p:txBody>
          <a:bodyPr/>
          <a:lstStyle/>
          <a:p>
            <a:pPr marL="0" indent="0">
              <a:buNone/>
            </a:pPr>
            <a:r>
              <a:rPr lang="en-US" sz="1200" b="1"/>
              <a:t>Want to keep the template handy, so you can easily start new decks from it? Save it as a PPT template!</a:t>
            </a:r>
          </a:p>
          <a:p>
            <a:pPr marL="0" indent="0">
              <a:buNone/>
            </a:pPr>
            <a:r>
              <a:rPr lang="en-US" sz="1200" b="1"/>
              <a:t>To save this document as a PowerPoint template:</a:t>
            </a:r>
          </a:p>
          <a:p>
            <a:pPr marL="231775" indent="-231775">
              <a:spcBef>
                <a:spcPts val="600"/>
              </a:spcBef>
              <a:buFont typeface="+mj-lt"/>
              <a:buAutoNum type="arabicPeriod"/>
            </a:pPr>
            <a:r>
              <a:rPr lang="en-US" sz="1200"/>
              <a:t>Have the unmodified version of this template open. The latest version can be found on </a:t>
            </a:r>
            <a:r>
              <a:rPr lang="en-US" sz="1200">
                <a:hlinkClick r:id="rId3"/>
              </a:rPr>
              <a:t>Brand Center.</a:t>
            </a:r>
            <a:endParaRPr lang="en-US" sz="1200"/>
          </a:p>
          <a:p>
            <a:pPr marL="231775" indent="-231775">
              <a:spcBef>
                <a:spcPts val="600"/>
              </a:spcBef>
              <a:buFont typeface="+mj-lt"/>
              <a:buAutoNum type="arabicPeriod"/>
            </a:pPr>
            <a:r>
              <a:rPr lang="en-US" sz="1200"/>
              <a:t>Go to the File menu and choose </a:t>
            </a:r>
            <a:r>
              <a:rPr lang="en-US" sz="1200" b="1"/>
              <a:t>Save as Template</a:t>
            </a:r>
            <a:r>
              <a:rPr lang="en-US" sz="1200"/>
              <a:t>.</a:t>
            </a:r>
          </a:p>
          <a:p>
            <a:pPr marL="231775" indent="-231775">
              <a:spcBef>
                <a:spcPts val="600"/>
              </a:spcBef>
              <a:buFont typeface="+mj-lt"/>
              <a:buAutoNum type="arabicPeriod"/>
            </a:pPr>
            <a:r>
              <a:rPr lang="en-US" sz="1200"/>
              <a:t>Make sure the .</a:t>
            </a:r>
            <a:r>
              <a:rPr lang="en-US" sz="1200" err="1"/>
              <a:t>potx</a:t>
            </a:r>
            <a:r>
              <a:rPr lang="en-US" sz="1200"/>
              <a:t> will be saved in the Templates folder and hit </a:t>
            </a:r>
            <a:r>
              <a:rPr lang="en-US" sz="1200" b="1"/>
              <a:t>Save</a:t>
            </a:r>
            <a:r>
              <a:rPr lang="en-US" sz="1200"/>
              <a:t>.</a:t>
            </a:r>
          </a:p>
          <a:p>
            <a:pPr marL="0" indent="0">
              <a:buNone/>
            </a:pPr>
            <a:r>
              <a:rPr lang="en-US" sz="1200" b="1"/>
              <a:t>To starting a new file from the saved template:</a:t>
            </a:r>
          </a:p>
          <a:p>
            <a:pPr marL="231775" indent="-231775">
              <a:spcBef>
                <a:spcPts val="600"/>
              </a:spcBef>
              <a:buFont typeface="+mj-lt"/>
              <a:buAutoNum type="arabicPeriod"/>
            </a:pPr>
            <a:r>
              <a:rPr lang="en-US" sz="1200"/>
              <a:t>Go to File&gt;New from Template...</a:t>
            </a:r>
          </a:p>
          <a:p>
            <a:pPr marL="231775" indent="-231775">
              <a:spcBef>
                <a:spcPts val="600"/>
              </a:spcBef>
              <a:buFont typeface="+mj-lt"/>
              <a:buAutoNum type="arabicPeriod"/>
            </a:pPr>
            <a:r>
              <a:rPr lang="en-US" sz="1200"/>
              <a:t>The template should be under the Personal section. Double click it and it will open a copy of this document that you can save as a new file and start editing.</a:t>
            </a:r>
          </a:p>
          <a:p>
            <a:pPr marL="231775" indent="-231775">
              <a:spcBef>
                <a:spcPts val="600"/>
              </a:spcBef>
              <a:buFont typeface="+mj-lt"/>
              <a:buAutoNum type="arabicPeriod"/>
            </a:pPr>
            <a:r>
              <a:rPr lang="en-US" sz="1200"/>
              <a:t>It’s also accessible from the Home section by clicking the little “More themes” link under the search bar in the upper right.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973FF20-B69B-048D-7ADB-4083E98AF8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253697" y="1333500"/>
            <a:ext cx="0" cy="4991104"/>
          </a:xfrm>
          <a:prstGeom prst="line">
            <a:avLst/>
          </a:prstGeom>
          <a:ln w="952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1">
            <a:extLst>
              <a:ext uri="{FF2B5EF4-FFF2-40B4-BE49-F238E27FC236}">
                <a16:creationId xmlns:a16="http://schemas.microsoft.com/office/drawing/2014/main" id="{C79FC5E0-37FA-AB01-664A-28BAFFE7BAA5}"/>
              </a:ext>
            </a:extLst>
          </p:cNvPr>
          <p:cNvSpPr txBox="1">
            <a:spLocks/>
          </p:cNvSpPr>
          <p:nvPr/>
        </p:nvSpPr>
        <p:spPr>
          <a:xfrm>
            <a:off x="5598328" y="1334324"/>
            <a:ext cx="1046761" cy="311175"/>
          </a:xfrm>
          <a:prstGeom prst="rect">
            <a:avLst/>
          </a:prstGeom>
        </p:spPr>
        <p:txBody>
          <a:bodyPr vert="horz" wrap="none" lIns="0" tIns="45720" rIns="0" bIns="45720" rtlCol="0">
            <a:spAutoFit/>
          </a:bodyPr>
          <a:lstStyle>
            <a:lvl1pPr marL="182563" indent="-182563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ct val="70000"/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2588" indent="-157163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ct val="7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81025" indent="-142875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ct val="70000"/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69925" indent="-123825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ct val="70000"/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46138" indent="-130175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ct val="7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sz="1400" b="1"/>
              <a:t>Saving a .</a:t>
            </a:r>
            <a:r>
              <a:rPr lang="en-US" sz="1400" b="1" err="1"/>
              <a:t>potx</a:t>
            </a:r>
            <a:endParaRPr lang="en-US" sz="1400">
              <a:solidFill>
                <a:schemeClr val="accent3"/>
              </a:solidFill>
            </a:endParaRPr>
          </a:p>
        </p:txBody>
      </p:sp>
      <p:grpSp>
        <p:nvGrpSpPr>
          <p:cNvPr id="6" name="Group 5" descr="Screenshots for saving a potx">
            <a:extLst>
              <a:ext uri="{FF2B5EF4-FFF2-40B4-BE49-F238E27FC236}">
                <a16:creationId xmlns:a16="http://schemas.microsoft.com/office/drawing/2014/main" id="{8931AC9B-6C45-44EE-0A8D-21EA1E0BBD19}"/>
              </a:ext>
            </a:extLst>
          </p:cNvPr>
          <p:cNvGrpSpPr/>
          <p:nvPr/>
        </p:nvGrpSpPr>
        <p:grpSpPr>
          <a:xfrm>
            <a:off x="5503825" y="1718991"/>
            <a:ext cx="2577353" cy="3804685"/>
            <a:chOff x="5503825" y="1718991"/>
            <a:chExt cx="2577353" cy="3804685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CE049C10-0881-36E6-07A9-7B79B9CF505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598328" y="1718991"/>
              <a:ext cx="2482850" cy="182245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16422834-C402-4DF9-E1A7-3542751DF0D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25150" t="2534" r="2357" b="10849"/>
            <a:stretch/>
          </p:blipFill>
          <p:spPr>
            <a:xfrm>
              <a:off x="5598328" y="3953496"/>
              <a:ext cx="2404872" cy="1570180"/>
            </a:xfrm>
            <a:prstGeom prst="roundRect">
              <a:avLst>
                <a:gd name="adj" fmla="val 4031"/>
              </a:avLst>
            </a:prstGeom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</p:pic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D3A6D7E0-D8F4-AE32-7303-240942228B87}"/>
                </a:ext>
              </a:extLst>
            </p:cNvPr>
            <p:cNvCxnSpPr/>
            <p:nvPr/>
          </p:nvCxnSpPr>
          <p:spPr>
            <a:xfrm>
              <a:off x="5503825" y="4333461"/>
              <a:ext cx="800085" cy="0"/>
            </a:xfrm>
            <a:prstGeom prst="straightConnector1">
              <a:avLst/>
            </a:prstGeom>
            <a:noFill/>
            <a:ln w="38100">
              <a:solidFill>
                <a:schemeClr val="accent6"/>
              </a:solidFill>
              <a:tailEnd type="triangle"/>
              <a:extLst>
                <a:ext uri="{C807C97D-BFC1-408E-A445-0C87EB9F89A2}">
                  <ask:lineSketchStyleProps xmlns:ask="http://schemas.microsoft.com/office/drawing/2018/sketchyshapes" sd="3978248048">
                    <a:custGeom>
                      <a:avLst/>
                      <a:gdLst>
                        <a:gd name="connsiteX0" fmla="*/ 0 w 1086304"/>
                        <a:gd name="connsiteY0" fmla="*/ 186416 h 372832"/>
                        <a:gd name="connsiteX1" fmla="*/ 543152 w 1086304"/>
                        <a:gd name="connsiteY1" fmla="*/ 0 h 372832"/>
                        <a:gd name="connsiteX2" fmla="*/ 1086304 w 1086304"/>
                        <a:gd name="connsiteY2" fmla="*/ 186416 h 372832"/>
                        <a:gd name="connsiteX3" fmla="*/ 543152 w 1086304"/>
                        <a:gd name="connsiteY3" fmla="*/ 372832 h 372832"/>
                        <a:gd name="connsiteX4" fmla="*/ 0 w 1086304"/>
                        <a:gd name="connsiteY4" fmla="*/ 186416 h 37283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086304" h="372832" fill="none" extrusionOk="0">
                          <a:moveTo>
                            <a:pt x="0" y="186416"/>
                          </a:moveTo>
                          <a:cubicBezTo>
                            <a:pt x="33111" y="111132"/>
                            <a:pt x="227293" y="-19919"/>
                            <a:pt x="543152" y="0"/>
                          </a:cubicBezTo>
                          <a:cubicBezTo>
                            <a:pt x="836389" y="423"/>
                            <a:pt x="1085609" y="86268"/>
                            <a:pt x="1086304" y="186416"/>
                          </a:cubicBezTo>
                          <a:cubicBezTo>
                            <a:pt x="1086432" y="251175"/>
                            <a:pt x="796428" y="388813"/>
                            <a:pt x="543152" y="372832"/>
                          </a:cubicBezTo>
                          <a:cubicBezTo>
                            <a:pt x="240667" y="369585"/>
                            <a:pt x="7937" y="284919"/>
                            <a:pt x="0" y="186416"/>
                          </a:cubicBezTo>
                          <a:close/>
                        </a:path>
                        <a:path w="1086304" h="372832" stroke="0" extrusionOk="0">
                          <a:moveTo>
                            <a:pt x="0" y="186416"/>
                          </a:moveTo>
                          <a:cubicBezTo>
                            <a:pt x="-8676" y="67462"/>
                            <a:pt x="252689" y="-4242"/>
                            <a:pt x="543152" y="0"/>
                          </a:cubicBezTo>
                          <a:cubicBezTo>
                            <a:pt x="847047" y="8311"/>
                            <a:pt x="1069711" y="91197"/>
                            <a:pt x="1086304" y="186416"/>
                          </a:cubicBezTo>
                          <a:cubicBezTo>
                            <a:pt x="1069464" y="274758"/>
                            <a:pt x="885022" y="357261"/>
                            <a:pt x="543152" y="372832"/>
                          </a:cubicBezTo>
                          <a:cubicBezTo>
                            <a:pt x="236618" y="365995"/>
                            <a:pt x="5797" y="293764"/>
                            <a:pt x="0" y="186416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5" name="Content Placeholder 1">
            <a:extLst>
              <a:ext uri="{FF2B5EF4-FFF2-40B4-BE49-F238E27FC236}">
                <a16:creationId xmlns:a16="http://schemas.microsoft.com/office/drawing/2014/main" id="{50415F2B-5164-AB08-FDAB-E51784121EE6}"/>
              </a:ext>
            </a:extLst>
          </p:cNvPr>
          <p:cNvSpPr txBox="1">
            <a:spLocks/>
          </p:cNvSpPr>
          <p:nvPr/>
        </p:nvSpPr>
        <p:spPr>
          <a:xfrm>
            <a:off x="9104056" y="1334324"/>
            <a:ext cx="2016578" cy="311175"/>
          </a:xfrm>
          <a:prstGeom prst="rect">
            <a:avLst/>
          </a:prstGeom>
        </p:spPr>
        <p:txBody>
          <a:bodyPr vert="horz" wrap="none" lIns="0" tIns="45720" rIns="0" bIns="45720" rtlCol="0">
            <a:spAutoFit/>
          </a:bodyPr>
          <a:lstStyle>
            <a:lvl1pPr marL="182563" indent="-182563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ct val="70000"/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2588" indent="-157163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ct val="7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81025" indent="-142875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ct val="70000"/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69925" indent="-123825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ct val="70000"/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46138" indent="-130175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ct val="7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sz="1400" b="1"/>
              <a:t>Starting from a saved .</a:t>
            </a:r>
            <a:r>
              <a:rPr lang="en-US" sz="1400" b="1" err="1"/>
              <a:t>potx</a:t>
            </a:r>
            <a:endParaRPr lang="en-US" sz="1400">
              <a:solidFill>
                <a:schemeClr val="accent3"/>
              </a:solidFill>
            </a:endParaRPr>
          </a:p>
        </p:txBody>
      </p:sp>
      <p:grpSp>
        <p:nvGrpSpPr>
          <p:cNvPr id="8" name="Group 7" descr="Screenshot for recalling a potx">
            <a:extLst>
              <a:ext uri="{FF2B5EF4-FFF2-40B4-BE49-F238E27FC236}">
                <a16:creationId xmlns:a16="http://schemas.microsoft.com/office/drawing/2014/main" id="{2868CEB3-BFE9-6562-7B1F-0DE62C8A6DD4}"/>
              </a:ext>
            </a:extLst>
          </p:cNvPr>
          <p:cNvGrpSpPr/>
          <p:nvPr/>
        </p:nvGrpSpPr>
        <p:grpSpPr>
          <a:xfrm>
            <a:off x="8866430" y="1718991"/>
            <a:ext cx="2712922" cy="4607957"/>
            <a:chOff x="8866430" y="1718991"/>
            <a:chExt cx="2712922" cy="4607957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13F7087C-2440-FA49-9606-D19A830A04F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102851" y="3953496"/>
              <a:ext cx="2168451" cy="2373452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27272BE6-E4EE-E385-602F-9DF5CD94232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102852" y="1718991"/>
              <a:ext cx="2476500" cy="1809750"/>
            </a:xfrm>
            <a:prstGeom prst="rect">
              <a:avLst/>
            </a:prstGeom>
          </p:spPr>
        </p:pic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1D03F32F-5669-40E8-AAE7-CB3EDFA2DBEF}"/>
                </a:ext>
              </a:extLst>
            </p:cNvPr>
            <p:cNvCxnSpPr/>
            <p:nvPr/>
          </p:nvCxnSpPr>
          <p:spPr>
            <a:xfrm>
              <a:off x="8866430" y="5844209"/>
              <a:ext cx="800085" cy="0"/>
            </a:xfrm>
            <a:prstGeom prst="straightConnector1">
              <a:avLst/>
            </a:prstGeom>
            <a:noFill/>
            <a:ln w="38100">
              <a:solidFill>
                <a:schemeClr val="accent6"/>
              </a:solidFill>
              <a:tailEnd type="triangle"/>
              <a:extLst>
                <a:ext uri="{C807C97D-BFC1-408E-A445-0C87EB9F89A2}">
                  <ask:lineSketchStyleProps xmlns:ask="http://schemas.microsoft.com/office/drawing/2018/sketchyshapes" sd="3978248048">
                    <a:custGeom>
                      <a:avLst/>
                      <a:gdLst>
                        <a:gd name="connsiteX0" fmla="*/ 0 w 1086304"/>
                        <a:gd name="connsiteY0" fmla="*/ 186416 h 372832"/>
                        <a:gd name="connsiteX1" fmla="*/ 543152 w 1086304"/>
                        <a:gd name="connsiteY1" fmla="*/ 0 h 372832"/>
                        <a:gd name="connsiteX2" fmla="*/ 1086304 w 1086304"/>
                        <a:gd name="connsiteY2" fmla="*/ 186416 h 372832"/>
                        <a:gd name="connsiteX3" fmla="*/ 543152 w 1086304"/>
                        <a:gd name="connsiteY3" fmla="*/ 372832 h 372832"/>
                        <a:gd name="connsiteX4" fmla="*/ 0 w 1086304"/>
                        <a:gd name="connsiteY4" fmla="*/ 186416 h 37283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086304" h="372832" fill="none" extrusionOk="0">
                          <a:moveTo>
                            <a:pt x="0" y="186416"/>
                          </a:moveTo>
                          <a:cubicBezTo>
                            <a:pt x="33111" y="111132"/>
                            <a:pt x="227293" y="-19919"/>
                            <a:pt x="543152" y="0"/>
                          </a:cubicBezTo>
                          <a:cubicBezTo>
                            <a:pt x="836389" y="423"/>
                            <a:pt x="1085609" y="86268"/>
                            <a:pt x="1086304" y="186416"/>
                          </a:cubicBezTo>
                          <a:cubicBezTo>
                            <a:pt x="1086432" y="251175"/>
                            <a:pt x="796428" y="388813"/>
                            <a:pt x="543152" y="372832"/>
                          </a:cubicBezTo>
                          <a:cubicBezTo>
                            <a:pt x="240667" y="369585"/>
                            <a:pt x="7937" y="284919"/>
                            <a:pt x="0" y="186416"/>
                          </a:cubicBezTo>
                          <a:close/>
                        </a:path>
                        <a:path w="1086304" h="372832" stroke="0" extrusionOk="0">
                          <a:moveTo>
                            <a:pt x="0" y="186416"/>
                          </a:moveTo>
                          <a:cubicBezTo>
                            <a:pt x="-8676" y="67462"/>
                            <a:pt x="252689" y="-4242"/>
                            <a:pt x="543152" y="0"/>
                          </a:cubicBezTo>
                          <a:cubicBezTo>
                            <a:pt x="847047" y="8311"/>
                            <a:pt x="1069711" y="91197"/>
                            <a:pt x="1086304" y="186416"/>
                          </a:cubicBezTo>
                          <a:cubicBezTo>
                            <a:pt x="1069464" y="274758"/>
                            <a:pt x="885022" y="357261"/>
                            <a:pt x="543152" y="372832"/>
                          </a:cubicBezTo>
                          <a:cubicBezTo>
                            <a:pt x="236618" y="365995"/>
                            <a:pt x="5797" y="293764"/>
                            <a:pt x="0" y="186416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</p:spTree>
    <p:extLst>
      <p:ext uri="{BB962C8B-B14F-4D97-AF65-F5344CB8AC3E}">
        <p14:creationId xmlns:p14="http://schemas.microsoft.com/office/powerpoint/2010/main" val="39274012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6EE037C-0F40-CB1D-0230-2F24D8149F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1122363"/>
            <a:ext cx="10972800" cy="2387600"/>
          </a:xfrm>
        </p:spPr>
        <p:txBody>
          <a:bodyPr/>
          <a:lstStyle/>
          <a:p>
            <a:r>
              <a:rPr lang="en-US"/>
              <a:t>Title slide</a:t>
            </a:r>
            <a:br>
              <a:rPr lang="en-US"/>
            </a:br>
            <a:r>
              <a:rPr lang="en-US"/>
              <a:t>Adobe Clean Black, 77pt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85CD386-4AE0-2DC3-59B7-3F3916E5F1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3602038"/>
            <a:ext cx="10972800" cy="1655762"/>
          </a:xfrm>
        </p:spPr>
        <p:txBody>
          <a:bodyPr>
            <a:normAutofit/>
          </a:bodyPr>
          <a:lstStyle/>
          <a:p>
            <a:r>
              <a:rPr lang="en-US"/>
              <a:t>Speaker Name |  Speaker Title, Speaker Team – 24pt</a:t>
            </a:r>
          </a:p>
        </p:txBody>
      </p:sp>
    </p:spTree>
    <p:extLst>
      <p:ext uri="{BB962C8B-B14F-4D97-AF65-F5344CB8AC3E}">
        <p14:creationId xmlns:p14="http://schemas.microsoft.com/office/powerpoint/2010/main" val="30071871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6EE037C-0F40-CB1D-0230-2F24D8149F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1122363"/>
            <a:ext cx="10972800" cy="2387600"/>
          </a:xfrm>
        </p:spPr>
        <p:txBody>
          <a:bodyPr/>
          <a:lstStyle/>
          <a:p>
            <a:r>
              <a:rPr lang="en-US"/>
              <a:t>Title slide  |  Light</a:t>
            </a:r>
            <a:br>
              <a:rPr lang="en-US"/>
            </a:br>
            <a:r>
              <a:rPr lang="en-US"/>
              <a:t>Adobe Clean Black, 77pt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85CD386-4AE0-2DC3-59B7-3F3916E5F1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3602038"/>
            <a:ext cx="10972800" cy="1655762"/>
          </a:xfrm>
        </p:spPr>
        <p:txBody>
          <a:bodyPr/>
          <a:lstStyle/>
          <a:p>
            <a:r>
              <a:rPr lang="en-US"/>
              <a:t>Speaker Name |  Speaker Title, Speaker Team – 24pt</a:t>
            </a:r>
          </a:p>
        </p:txBody>
      </p:sp>
    </p:spTree>
    <p:extLst>
      <p:ext uri="{BB962C8B-B14F-4D97-AF65-F5344CB8AC3E}">
        <p14:creationId xmlns:p14="http://schemas.microsoft.com/office/powerpoint/2010/main" val="2878754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BD1EA72-4C10-860B-96DB-F234944710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599" y="426061"/>
            <a:ext cx="5334001" cy="2387600"/>
          </a:xfrm>
        </p:spPr>
        <p:txBody>
          <a:bodyPr/>
          <a:lstStyle/>
          <a:p>
            <a:r>
              <a:rPr lang="en-US"/>
              <a:t>Title slide</a:t>
            </a:r>
            <a:br>
              <a:rPr lang="en-US"/>
            </a:br>
            <a:r>
              <a:rPr lang="en-US"/>
              <a:t>Image right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4002F0D0-E034-59F6-1473-022A627D28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9" y="3012926"/>
            <a:ext cx="5334002" cy="1655762"/>
          </a:xfrm>
        </p:spPr>
        <p:txBody>
          <a:bodyPr/>
          <a:lstStyle/>
          <a:p>
            <a:r>
              <a:rPr lang="en-US"/>
              <a:t>Speaker Name – 24pt </a:t>
            </a:r>
            <a:br>
              <a:rPr lang="en-US"/>
            </a:br>
            <a:r>
              <a:rPr lang="en-US"/>
              <a:t>Speaker Title, Speaker Team – 24pt</a:t>
            </a:r>
          </a:p>
        </p:txBody>
      </p:sp>
      <p:pic>
        <p:nvPicPr>
          <p:cNvPr id="2" name="Picture Placeholder 2" descr="Image Placeholder">
            <a:extLst>
              <a:ext uri="{FF2B5EF4-FFF2-40B4-BE49-F238E27FC236}">
                <a16:creationId xmlns:a16="http://schemas.microsoft.com/office/drawing/2014/main" id="{076CA802-A2F8-9D1E-A782-89C60A92A7B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56" r="5556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7304600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6EE037C-0F40-CB1D-0230-2F24D8149F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1122363"/>
            <a:ext cx="10972800" cy="2387600"/>
          </a:xfrm>
        </p:spPr>
        <p:txBody>
          <a:bodyPr/>
          <a:lstStyle/>
          <a:p>
            <a:r>
              <a:rPr lang="en-US"/>
              <a:t>Title slide  |  Dark</a:t>
            </a:r>
            <a:br>
              <a:rPr lang="en-US"/>
            </a:br>
            <a:r>
              <a:rPr lang="en-US"/>
              <a:t>Adobe Clean Black, 77pt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85CD386-4AE0-2DC3-59B7-3F3916E5F1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3602038"/>
            <a:ext cx="10972800" cy="1655762"/>
          </a:xfrm>
        </p:spPr>
        <p:txBody>
          <a:bodyPr/>
          <a:lstStyle/>
          <a:p>
            <a:r>
              <a:rPr lang="en-US"/>
              <a:t>Speaker Name |  Speaker Title, Speaker Team – 24pt</a:t>
            </a:r>
          </a:p>
        </p:txBody>
      </p:sp>
    </p:spTree>
    <p:extLst>
      <p:ext uri="{BB962C8B-B14F-4D97-AF65-F5344CB8AC3E}">
        <p14:creationId xmlns:p14="http://schemas.microsoft.com/office/powerpoint/2010/main" val="38149153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BD1EA72-4C10-860B-96DB-F234944710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599" y="426061"/>
            <a:ext cx="5334001" cy="2387600"/>
          </a:xfrm>
        </p:spPr>
        <p:txBody>
          <a:bodyPr/>
          <a:lstStyle/>
          <a:p>
            <a:r>
              <a:rPr lang="en-US"/>
              <a:t>Title slide</a:t>
            </a:r>
            <a:br>
              <a:rPr lang="en-US"/>
            </a:br>
            <a:r>
              <a:rPr lang="en-US"/>
              <a:t>Image right</a:t>
            </a:r>
            <a:br>
              <a:rPr lang="en-US"/>
            </a:br>
            <a:r>
              <a:rPr lang="en-US"/>
              <a:t>dark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4002F0D0-E034-59F6-1473-022A627D28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3012926"/>
            <a:ext cx="5334001" cy="1655762"/>
          </a:xfrm>
        </p:spPr>
        <p:txBody>
          <a:bodyPr/>
          <a:lstStyle/>
          <a:p>
            <a:r>
              <a:rPr lang="en-US"/>
              <a:t>Speaker Name – 24pt</a:t>
            </a:r>
            <a:br>
              <a:rPr lang="en-US"/>
            </a:br>
            <a:r>
              <a:rPr lang="en-US"/>
              <a:t>Speaker Title, Speaker Team – 24pt</a:t>
            </a:r>
          </a:p>
        </p:txBody>
      </p:sp>
      <p:pic>
        <p:nvPicPr>
          <p:cNvPr id="2" name="Picture Placeholder 2" descr="Image Placeholder">
            <a:extLst>
              <a:ext uri="{FF2B5EF4-FFF2-40B4-BE49-F238E27FC236}">
                <a16:creationId xmlns:a16="http://schemas.microsoft.com/office/drawing/2014/main" id="{4D50F505-0878-F0F4-6A66-2188B3C9724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56" r="5556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5182651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BD1EA72-4C10-860B-96DB-F23494471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496437"/>
            <a:ext cx="10972800" cy="1865126"/>
          </a:xfrm>
        </p:spPr>
        <p:txBody>
          <a:bodyPr/>
          <a:lstStyle/>
          <a:p>
            <a:r>
              <a:rPr lang="en-US"/>
              <a:t>Section divider  |  Light</a:t>
            </a:r>
          </a:p>
        </p:txBody>
      </p:sp>
    </p:spTree>
    <p:extLst>
      <p:ext uri="{BB962C8B-B14F-4D97-AF65-F5344CB8AC3E}">
        <p14:creationId xmlns:p14="http://schemas.microsoft.com/office/powerpoint/2010/main" val="36062096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BD1EA72-4C10-860B-96DB-F23494471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496437"/>
            <a:ext cx="10972800" cy="1865126"/>
          </a:xfrm>
        </p:spPr>
        <p:txBody>
          <a:bodyPr/>
          <a:lstStyle/>
          <a:p>
            <a:r>
              <a:rPr lang="en-US"/>
              <a:t>Section divider  |  Dark</a:t>
            </a:r>
          </a:p>
        </p:txBody>
      </p:sp>
    </p:spTree>
    <p:extLst>
      <p:ext uri="{BB962C8B-B14F-4D97-AF65-F5344CB8AC3E}">
        <p14:creationId xmlns:p14="http://schemas.microsoft.com/office/powerpoint/2010/main" val="41831175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A489D16-5BC4-95A1-0FE8-CCFD9668D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4085"/>
            <a:ext cx="10972800" cy="946389"/>
          </a:xfrm>
        </p:spPr>
        <p:txBody>
          <a:bodyPr/>
          <a:lstStyle/>
          <a:p>
            <a:r>
              <a:rPr lang="en-US"/>
              <a:t>Title and content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05DED2-1B51-4AF6-AA8D-A67C5BBB20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34324"/>
            <a:ext cx="10972800" cy="4992624"/>
          </a:xfrm>
        </p:spPr>
        <p:txBody>
          <a:bodyPr/>
          <a:lstStyle/>
          <a:p>
            <a:r>
              <a:rPr lang="en-US"/>
              <a:t>Bullet 1 – Adobe Clean, 20pt</a:t>
            </a:r>
          </a:p>
          <a:p>
            <a:pPr lvl="1"/>
            <a:r>
              <a:rPr lang="en-US"/>
              <a:t>Bullet 2 – Adobe Clean, 14pt</a:t>
            </a:r>
          </a:p>
          <a:p>
            <a:pPr lvl="2"/>
            <a:r>
              <a:rPr lang="en-US"/>
              <a:t>Bullet 3 – Adobe Clean, 12pt</a:t>
            </a:r>
          </a:p>
        </p:txBody>
      </p:sp>
    </p:spTree>
    <p:extLst>
      <p:ext uri="{BB962C8B-B14F-4D97-AF65-F5344CB8AC3E}">
        <p14:creationId xmlns:p14="http://schemas.microsoft.com/office/powerpoint/2010/main" val="29436186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785B1-90D7-4C54-A783-F7C842227C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265176"/>
            <a:ext cx="10972800" cy="950976"/>
          </a:xfrm>
        </p:spPr>
        <p:txBody>
          <a:bodyPr/>
          <a:lstStyle/>
          <a:p>
            <a:r>
              <a:rPr lang="en-US"/>
              <a:t>Agenda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371E0043-5C8C-47F5-AF39-83951C49DEF9}"/>
              </a:ext>
            </a:extLst>
          </p:cNvPr>
          <p:cNvGraphicFramePr>
            <a:graphicFrameLocks noGrp="1"/>
          </p:cNvGraphicFramePr>
          <p:nvPr>
            <p:ph type="tbl" sz="quarter" idx="10"/>
            <p:extLst>
              <p:ext uri="{D42A27DB-BD31-4B8C-83A1-F6EECF244321}">
                <p14:modId xmlns:p14="http://schemas.microsoft.com/office/powerpoint/2010/main" val="514644030"/>
              </p:ext>
            </p:extLst>
          </p:nvPr>
        </p:nvGraphicFramePr>
        <p:xfrm>
          <a:off x="609600" y="1576388"/>
          <a:ext cx="10972798" cy="377570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350300">
                  <a:extLst>
                    <a:ext uri="{9D8B030D-6E8A-4147-A177-3AD203B41FA5}">
                      <a16:colId xmlns:a16="http://schemas.microsoft.com/office/drawing/2014/main" val="4072726795"/>
                    </a:ext>
                  </a:extLst>
                </a:gridCol>
                <a:gridCol w="5037231">
                  <a:extLst>
                    <a:ext uri="{9D8B030D-6E8A-4147-A177-3AD203B41FA5}">
                      <a16:colId xmlns:a16="http://schemas.microsoft.com/office/drawing/2014/main" val="3905159293"/>
                    </a:ext>
                  </a:extLst>
                </a:gridCol>
                <a:gridCol w="2585267">
                  <a:extLst>
                    <a:ext uri="{9D8B030D-6E8A-4147-A177-3AD203B41FA5}">
                      <a16:colId xmlns:a16="http://schemas.microsoft.com/office/drawing/2014/main" val="1933190468"/>
                    </a:ext>
                  </a:extLst>
                </a:gridCol>
              </a:tblGrid>
              <a:tr h="539387">
                <a:tc>
                  <a:txBody>
                    <a:bodyPr/>
                    <a:lstStyle/>
                    <a:p>
                      <a:r>
                        <a:rPr lang="en-US" sz="1600">
                          <a:latin typeface="+mj-lt"/>
                        </a:rPr>
                        <a:t>Speaker Name</a:t>
                      </a:r>
                    </a:p>
                  </a:txBody>
                  <a:tcPr marL="91235" marR="91235" marT="45708" marB="45708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+mj-lt"/>
                        </a:rPr>
                        <a:t>Section</a:t>
                      </a:r>
                    </a:p>
                  </a:txBody>
                  <a:tcPr marL="91235" marR="91235" marT="45708" marB="45708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+mj-lt"/>
                        </a:rPr>
                        <a:t>Time</a:t>
                      </a:r>
                    </a:p>
                  </a:txBody>
                  <a:tcPr marL="91235" marR="91235" marT="45708" marB="45708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2091564"/>
                  </a:ext>
                </a:extLst>
              </a:tr>
              <a:tr h="539387">
                <a:tc>
                  <a:txBody>
                    <a:bodyPr/>
                    <a:lstStyle/>
                    <a:p>
                      <a:r>
                        <a:rPr lang="en-US" sz="1800"/>
                        <a:t>John Reese</a:t>
                      </a:r>
                    </a:p>
                  </a:txBody>
                  <a:tcPr marL="91235" marR="91235" marT="45708" marB="45708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Analyzing Data in the Field</a:t>
                      </a:r>
                    </a:p>
                  </a:txBody>
                  <a:tcPr marL="91235" marR="91235" marT="45708" marB="45708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9:00a-9:30a</a:t>
                      </a:r>
                    </a:p>
                  </a:txBody>
                  <a:tcPr marL="91235" marR="91235" marT="45708" marB="45708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7149474"/>
                  </a:ext>
                </a:extLst>
              </a:tr>
              <a:tr h="539387">
                <a:tc>
                  <a:txBody>
                    <a:bodyPr/>
                    <a:lstStyle/>
                    <a:p>
                      <a:r>
                        <a:rPr lang="en-US" sz="1800"/>
                        <a:t>Joss Carter</a:t>
                      </a:r>
                    </a:p>
                  </a:txBody>
                  <a:tcPr marL="91235" marR="91235" marT="45708" marB="45708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Governance and Regulations</a:t>
                      </a:r>
                    </a:p>
                  </a:txBody>
                  <a:tcPr marL="91235" marR="91235" marT="45708" marB="45708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9:30a-10:00a</a:t>
                      </a:r>
                    </a:p>
                  </a:txBody>
                  <a:tcPr marL="91235" marR="91235" marT="45708" marB="45708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2212563"/>
                  </a:ext>
                </a:extLst>
              </a:tr>
              <a:tr h="539387">
                <a:tc>
                  <a:txBody>
                    <a:bodyPr/>
                    <a:lstStyle/>
                    <a:p>
                      <a:r>
                        <a:rPr lang="en-US" sz="1800"/>
                        <a:t>Harold Finch</a:t>
                      </a:r>
                    </a:p>
                  </a:txBody>
                  <a:tcPr marL="91235" marR="91235" marT="45708" marB="45708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Data Aggregation via Alt Sources</a:t>
                      </a:r>
                    </a:p>
                  </a:txBody>
                  <a:tcPr marL="91235" marR="91235" marT="45708" marB="45708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10:00a-11:30a</a:t>
                      </a:r>
                    </a:p>
                  </a:txBody>
                  <a:tcPr marL="91235" marR="91235" marT="45708" marB="45708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324942"/>
                  </a:ext>
                </a:extLst>
              </a:tr>
              <a:tr h="539387">
                <a:tc>
                  <a:txBody>
                    <a:bodyPr/>
                    <a:lstStyle/>
                    <a:p>
                      <a:r>
                        <a:rPr lang="en-US" sz="1800"/>
                        <a:t>Break</a:t>
                      </a:r>
                    </a:p>
                  </a:txBody>
                  <a:tcPr marL="91235" marR="91235" marT="45708" marB="45708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235" marR="91235" marT="45708" marB="45708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11:30a-12:30p</a:t>
                      </a:r>
                    </a:p>
                  </a:txBody>
                  <a:tcPr marL="91235" marR="91235" marT="45708" marB="45708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171057"/>
                  </a:ext>
                </a:extLst>
              </a:tr>
              <a:tr h="539387">
                <a:tc>
                  <a:txBody>
                    <a:bodyPr/>
                    <a:lstStyle/>
                    <a:p>
                      <a:r>
                        <a:rPr lang="en-US" sz="1800"/>
                        <a:t>Carl Elias</a:t>
                      </a:r>
                    </a:p>
                  </a:txBody>
                  <a:tcPr marL="91235" marR="91235" marT="45708" marB="45708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Networking and Organization</a:t>
                      </a:r>
                    </a:p>
                  </a:txBody>
                  <a:tcPr marL="91235" marR="91235" marT="45708" marB="45708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12:30p-2:00p</a:t>
                      </a:r>
                    </a:p>
                  </a:txBody>
                  <a:tcPr marL="91235" marR="91235" marT="45708" marB="45708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9528391"/>
                  </a:ext>
                </a:extLst>
              </a:tr>
              <a:tr h="539387">
                <a:tc>
                  <a:txBody>
                    <a:bodyPr/>
                    <a:lstStyle/>
                    <a:p>
                      <a:r>
                        <a:rPr lang="en-US" sz="1800"/>
                        <a:t>Zoe Morgan</a:t>
                      </a:r>
                    </a:p>
                  </a:txBody>
                  <a:tcPr marL="91235" marR="91235" marT="45708" marB="45708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Customer Loyalty</a:t>
                      </a:r>
                    </a:p>
                  </a:txBody>
                  <a:tcPr marL="91235" marR="91235" marT="45708" marB="45708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2:00p-4:00p</a:t>
                      </a:r>
                    </a:p>
                  </a:txBody>
                  <a:tcPr marL="91235" marR="91235" marT="45708" marB="45708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80088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6691458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BD59E85-FF48-4164-E295-69D390C0A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1590115"/>
            <a:ext cx="10972800" cy="946389"/>
          </a:xfrm>
        </p:spPr>
        <p:txBody>
          <a:bodyPr/>
          <a:lstStyle/>
          <a:p>
            <a:r>
              <a:rPr lang="en-US"/>
              <a:t>Large Quote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8CD406-C1CC-6479-584F-B0F316C989A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09600" y="1333500"/>
            <a:ext cx="10972800" cy="4191000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“Remove bullet from quote itself.”</a:t>
            </a:r>
          </a:p>
          <a:p>
            <a:pPr lvl="1"/>
            <a:r>
              <a:rPr lang="en-US"/>
              <a:t>Attribution is a second level bullet</a:t>
            </a:r>
          </a:p>
        </p:txBody>
      </p:sp>
    </p:spTree>
    <p:extLst>
      <p:ext uri="{BB962C8B-B14F-4D97-AF65-F5344CB8AC3E}">
        <p14:creationId xmlns:p14="http://schemas.microsoft.com/office/powerpoint/2010/main" val="33336706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E423A4D-1E6F-AA04-7D09-A1EDC158B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4085"/>
            <a:ext cx="4937760" cy="946389"/>
          </a:xfrm>
        </p:spPr>
        <p:txBody>
          <a:bodyPr/>
          <a:lstStyle/>
          <a:p>
            <a:r>
              <a:rPr lang="en-US"/>
              <a:t>Image on right 1/2 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7225D7A-DEB6-4D27-7A72-20256F079C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" name="Picture Placeholder 2" descr="Image Placeholder">
            <a:extLst>
              <a:ext uri="{FF2B5EF4-FFF2-40B4-BE49-F238E27FC236}">
                <a16:creationId xmlns:a16="http://schemas.microsoft.com/office/drawing/2014/main" id="{C11C96CF-480E-94AB-4566-CD1A95623C7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56" r="5556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4130273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5035BCA-A4C0-CC54-C19D-22F840CFB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264085"/>
            <a:ext cx="6766560" cy="946389"/>
          </a:xfrm>
        </p:spPr>
        <p:txBody>
          <a:bodyPr/>
          <a:lstStyle/>
          <a:p>
            <a:r>
              <a:rPr lang="en-US"/>
              <a:t>Image on right 1/3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201E5B-D00E-943E-052F-AF7B50B3D6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" name="Picture Placeholder 2" descr="Image Placeholder">
            <a:extLst>
              <a:ext uri="{FF2B5EF4-FFF2-40B4-BE49-F238E27FC236}">
                <a16:creationId xmlns:a16="http://schemas.microsoft.com/office/drawing/2014/main" id="{2C40C8B6-2019-0417-4256-80EEBBA0251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69" r="18669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6297053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A489D16-5BC4-95A1-0FE8-CCFD9668D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4085"/>
            <a:ext cx="10972800" cy="946389"/>
          </a:xfrm>
        </p:spPr>
        <p:txBody>
          <a:bodyPr/>
          <a:lstStyle/>
          <a:p>
            <a:r>
              <a:rPr lang="en-US"/>
              <a:t>Title and content   |  Dark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05DED2-1B51-4AF6-AA8D-A67C5BBB20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34324"/>
            <a:ext cx="10972800" cy="4990276"/>
          </a:xfrm>
        </p:spPr>
        <p:txBody>
          <a:bodyPr/>
          <a:lstStyle/>
          <a:p>
            <a:r>
              <a:rPr lang="en-US"/>
              <a:t>Bullet 1 – Adobe Clean, 20pt</a:t>
            </a:r>
          </a:p>
          <a:p>
            <a:pPr lvl="1"/>
            <a:r>
              <a:rPr lang="en-US"/>
              <a:t>Bullet 2 – Adobe Clean, 14pt</a:t>
            </a:r>
          </a:p>
          <a:p>
            <a:pPr lvl="2"/>
            <a:r>
              <a:rPr lang="en-US"/>
              <a:t>Bullet 3 – Adobe Clean, 12pt</a:t>
            </a:r>
          </a:p>
          <a:p>
            <a:pPr lvl="2"/>
            <a:endParaRPr lang="en-US"/>
          </a:p>
          <a:p>
            <a:r>
              <a:rPr lang="en-US"/>
              <a:t>Keep text to a minimum on a black background</a:t>
            </a:r>
          </a:p>
        </p:txBody>
      </p:sp>
    </p:spTree>
    <p:extLst>
      <p:ext uri="{BB962C8B-B14F-4D97-AF65-F5344CB8AC3E}">
        <p14:creationId xmlns:p14="http://schemas.microsoft.com/office/powerpoint/2010/main" val="7251365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BD59E85-FF48-4164-E295-69D390C0A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Large Quote – Dark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8CD406-C1CC-6479-584F-B0F316C989A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“Remove bullet from quote itself.”</a:t>
            </a:r>
          </a:p>
          <a:p>
            <a:pPr lvl="1"/>
            <a:r>
              <a:rPr lang="en-US"/>
              <a:t>Attribution is a second level bullet</a:t>
            </a:r>
          </a:p>
        </p:txBody>
      </p:sp>
    </p:spTree>
    <p:extLst>
      <p:ext uri="{BB962C8B-B14F-4D97-AF65-F5344CB8AC3E}">
        <p14:creationId xmlns:p14="http://schemas.microsoft.com/office/powerpoint/2010/main" val="31103746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872F4AF-CA06-0921-0310-95989AF54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4085"/>
            <a:ext cx="4937760" cy="946389"/>
          </a:xfrm>
        </p:spPr>
        <p:txBody>
          <a:bodyPr/>
          <a:lstStyle/>
          <a:p>
            <a:r>
              <a:rPr lang="en-US"/>
              <a:t>Image on right  1/2  |  Dark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CE0425-F7F5-13E6-7694-6D96B904C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" name="Picture Placeholder 2" descr="Image Placeholder">
            <a:extLst>
              <a:ext uri="{FF2B5EF4-FFF2-40B4-BE49-F238E27FC236}">
                <a16:creationId xmlns:a16="http://schemas.microsoft.com/office/drawing/2014/main" id="{D8B2838A-EE82-D878-7878-27D691AC5E4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56" r="5556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1736872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5BF59C2-4B7B-6F9C-21ED-EE082289F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4085"/>
            <a:ext cx="6766560" cy="946389"/>
          </a:xfrm>
        </p:spPr>
        <p:txBody>
          <a:bodyPr/>
          <a:lstStyle/>
          <a:p>
            <a:r>
              <a:rPr lang="en-US"/>
              <a:t>Image on right 1/3  |  Dark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04346C-7B64-B3E8-D940-3609492557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" name="Picture Placeholder 2" descr="Image Placeholder">
            <a:extLst>
              <a:ext uri="{FF2B5EF4-FFF2-40B4-BE49-F238E27FC236}">
                <a16:creationId xmlns:a16="http://schemas.microsoft.com/office/drawing/2014/main" id="{7314FA99-0BA4-3A1B-56EF-AE1DB19BA31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69" r="18669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4255848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5CE9375-8B68-39C1-15BE-E24103EBC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939635"/>
            <a:ext cx="10972800" cy="978729"/>
          </a:xfrm>
        </p:spPr>
        <p:txBody>
          <a:bodyPr/>
          <a:lstStyle/>
          <a:p>
            <a:r>
              <a:rPr lang="en-US"/>
              <a:t>Buckets  |  Light</a:t>
            </a:r>
          </a:p>
        </p:txBody>
      </p:sp>
    </p:spTree>
    <p:extLst>
      <p:ext uri="{BB962C8B-B14F-4D97-AF65-F5344CB8AC3E}">
        <p14:creationId xmlns:p14="http://schemas.microsoft.com/office/powerpoint/2010/main" val="42674843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1673397-B4C7-60EF-C2EC-CE98C2C54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4085"/>
            <a:ext cx="10972800" cy="946389"/>
          </a:xfrm>
        </p:spPr>
        <p:txBody>
          <a:bodyPr/>
          <a:lstStyle/>
          <a:p>
            <a:r>
              <a:rPr lang="en-US"/>
              <a:t>Title and content, 2 columns (text)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6ACB5A5-2879-9757-D77A-DA6D746856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34324"/>
            <a:ext cx="4937760" cy="4992624"/>
          </a:xfrm>
        </p:spPr>
        <p:txBody>
          <a:bodyPr/>
          <a:lstStyle/>
          <a:p>
            <a:r>
              <a:rPr lang="en-US"/>
              <a:t>Bullet 1</a:t>
            </a:r>
          </a:p>
          <a:p>
            <a:pPr lvl="1"/>
            <a:r>
              <a:rPr lang="en-US"/>
              <a:t>Bullet 2</a:t>
            </a:r>
          </a:p>
          <a:p>
            <a:pPr lvl="2"/>
            <a:r>
              <a:rPr lang="en-US"/>
              <a:t>Bullet 3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3CD773-A0BC-7894-87A8-2E6F9F47236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644640" y="1334324"/>
            <a:ext cx="4937760" cy="4992624"/>
          </a:xfrm>
        </p:spPr>
        <p:txBody>
          <a:bodyPr/>
          <a:lstStyle/>
          <a:p>
            <a:r>
              <a:rPr lang="en-US"/>
              <a:t>Bullet 1</a:t>
            </a:r>
          </a:p>
          <a:p>
            <a:pPr lvl="1"/>
            <a:r>
              <a:rPr lang="en-US"/>
              <a:t>Bullet 2</a:t>
            </a:r>
          </a:p>
          <a:p>
            <a:pPr lvl="2"/>
            <a:r>
              <a:rPr lang="en-US"/>
              <a:t>Bullet 3</a:t>
            </a:r>
          </a:p>
        </p:txBody>
      </p:sp>
    </p:spTree>
    <p:extLst>
      <p:ext uri="{BB962C8B-B14F-4D97-AF65-F5344CB8AC3E}">
        <p14:creationId xmlns:p14="http://schemas.microsoft.com/office/powerpoint/2010/main" val="6380134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1673397-B4C7-60EF-C2EC-CE98C2C54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4085"/>
            <a:ext cx="10972800" cy="946389"/>
          </a:xfrm>
        </p:spPr>
        <p:txBody>
          <a:bodyPr/>
          <a:lstStyle/>
          <a:p>
            <a:r>
              <a:rPr lang="en-US"/>
              <a:t>Title and content, 3 columns (text)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6ACB5A5-2879-9757-D77A-DA6D746856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334324"/>
            <a:ext cx="3200400" cy="4992624"/>
          </a:xfrm>
        </p:spPr>
        <p:txBody>
          <a:bodyPr/>
          <a:lstStyle/>
          <a:p>
            <a:r>
              <a:rPr lang="en-US"/>
              <a:t>Bullet 1</a:t>
            </a:r>
          </a:p>
          <a:p>
            <a:pPr lvl="1"/>
            <a:r>
              <a:rPr lang="en-US"/>
              <a:t>Bullet 2</a:t>
            </a:r>
          </a:p>
          <a:p>
            <a:pPr lvl="2"/>
            <a:r>
              <a:rPr lang="en-US"/>
              <a:t>Bullet 3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3CD773-A0BC-7894-87A8-2E6F9F47236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497324" y="1334324"/>
            <a:ext cx="3200400" cy="4992624"/>
          </a:xfrm>
        </p:spPr>
        <p:txBody>
          <a:bodyPr/>
          <a:lstStyle/>
          <a:p>
            <a:r>
              <a:rPr lang="en-US"/>
              <a:t>Bullet 1</a:t>
            </a:r>
          </a:p>
          <a:p>
            <a:pPr lvl="1"/>
            <a:r>
              <a:rPr lang="en-US"/>
              <a:t>Bullet 2</a:t>
            </a:r>
          </a:p>
          <a:p>
            <a:pPr lvl="2"/>
            <a:r>
              <a:rPr lang="en-US"/>
              <a:t>Bullet 3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73BF477-179E-4128-80AA-46E50686B7B3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382000" y="1334324"/>
            <a:ext cx="3200400" cy="4992624"/>
          </a:xfrm>
        </p:spPr>
        <p:txBody>
          <a:bodyPr/>
          <a:lstStyle/>
          <a:p>
            <a:r>
              <a:rPr lang="en-US"/>
              <a:t>Bullet 1</a:t>
            </a:r>
          </a:p>
          <a:p>
            <a:pPr lvl="1"/>
            <a:r>
              <a:rPr lang="en-US"/>
              <a:t>Bullet 2</a:t>
            </a:r>
          </a:p>
          <a:p>
            <a:pPr lvl="2"/>
            <a:r>
              <a:rPr lang="en-US"/>
              <a:t>Bullet 3</a:t>
            </a:r>
          </a:p>
        </p:txBody>
      </p:sp>
    </p:spTree>
    <p:extLst>
      <p:ext uri="{BB962C8B-B14F-4D97-AF65-F5344CB8AC3E}">
        <p14:creationId xmlns:p14="http://schemas.microsoft.com/office/powerpoint/2010/main" val="21714695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1673397-B4C7-60EF-C2EC-CE98C2C54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Title and content, 4 columns (text)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6ACB5A5-2879-9757-D77A-DA6D746856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Bullet 1</a:t>
            </a:r>
          </a:p>
          <a:p>
            <a:pPr lvl="1"/>
            <a:r>
              <a:rPr lang="en-US"/>
              <a:t>Bullet 2</a:t>
            </a:r>
          </a:p>
          <a:p>
            <a:pPr lvl="2"/>
            <a:r>
              <a:rPr lang="en-US"/>
              <a:t>Bullet 3</a:t>
            </a:r>
          </a:p>
          <a:p>
            <a:pPr marL="0" indent="0">
              <a:buNone/>
            </a:pPr>
            <a:r>
              <a:rPr lang="en-US"/>
              <a:t>	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3CD773-A0BC-7894-87A8-2E6F9F472364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/>
              <a:t>Bullet 1</a:t>
            </a:r>
          </a:p>
          <a:p>
            <a:pPr lvl="1"/>
            <a:r>
              <a:rPr lang="en-US"/>
              <a:t>Bullet 2</a:t>
            </a:r>
          </a:p>
          <a:p>
            <a:pPr lvl="2"/>
            <a:r>
              <a:rPr lang="en-US"/>
              <a:t>Bullet 3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30BDC5C-5B01-6B2C-6F0A-7C7BCBE6EA53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/>
              <a:t>Bullet 1</a:t>
            </a:r>
          </a:p>
          <a:p>
            <a:pPr lvl="1"/>
            <a:r>
              <a:rPr lang="en-US"/>
              <a:t>Bullet 2</a:t>
            </a:r>
          </a:p>
          <a:p>
            <a:pPr lvl="2"/>
            <a:r>
              <a:rPr lang="en-US"/>
              <a:t>Bullet 3</a:t>
            </a:r>
          </a:p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1E00E8-D64F-B3C3-7C33-EA58D844CD79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r>
              <a:rPr lang="en-US"/>
              <a:t>Bullet 1</a:t>
            </a:r>
          </a:p>
          <a:p>
            <a:pPr lvl="1"/>
            <a:r>
              <a:rPr lang="en-US"/>
              <a:t>Bullet 2</a:t>
            </a:r>
          </a:p>
          <a:p>
            <a:pPr lvl="2"/>
            <a:r>
              <a:rPr lang="en-US"/>
              <a:t>Bullet 3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0904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1673397-B4C7-60EF-C2EC-CE98C2C54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Title and content, 5 columns (text)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6ACB5A5-2879-9757-D77A-DA6D746856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Bullet 1</a:t>
            </a:r>
          </a:p>
          <a:p>
            <a:pPr lvl="1"/>
            <a:r>
              <a:rPr lang="en-US"/>
              <a:t>Bullet 2</a:t>
            </a:r>
          </a:p>
          <a:p>
            <a:pPr lvl="2"/>
            <a:r>
              <a:rPr lang="en-US"/>
              <a:t>Bullet 3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3CD773-A0BC-7894-87A8-2E6F9F472364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/>
              <a:t>Bullet 1</a:t>
            </a:r>
          </a:p>
          <a:p>
            <a:pPr lvl="1"/>
            <a:r>
              <a:rPr lang="en-US"/>
              <a:t>Bullet 2</a:t>
            </a:r>
          </a:p>
          <a:p>
            <a:pPr lvl="2"/>
            <a:r>
              <a:rPr lang="en-US"/>
              <a:t>Bullet 3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30BDC5C-5B01-6B2C-6F0A-7C7BCBE6EA53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/>
              <a:t>Bullet 1</a:t>
            </a:r>
          </a:p>
          <a:p>
            <a:pPr lvl="1"/>
            <a:r>
              <a:rPr lang="en-US"/>
              <a:t>Bullet 2</a:t>
            </a:r>
          </a:p>
          <a:p>
            <a:pPr lvl="2"/>
            <a:r>
              <a:rPr lang="en-US"/>
              <a:t>Bullet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1E00E8-D64F-B3C3-7C33-EA58D844CD79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r>
              <a:rPr lang="en-US"/>
              <a:t>Bullet 1</a:t>
            </a:r>
          </a:p>
          <a:p>
            <a:pPr lvl="1"/>
            <a:r>
              <a:rPr lang="en-US"/>
              <a:t>Bullet 2</a:t>
            </a:r>
          </a:p>
          <a:p>
            <a:pPr lvl="2"/>
            <a:r>
              <a:rPr lang="en-US"/>
              <a:t>Bullet 3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7B1597B-9360-4A51-ACDA-E35E3AA1997E}"/>
              </a:ext>
            </a:extLst>
          </p:cNvPr>
          <p:cNvSpPr>
            <a:spLocks noGrp="1"/>
          </p:cNvSpPr>
          <p:nvPr>
            <p:ph idx="16"/>
          </p:nvPr>
        </p:nvSpPr>
        <p:spPr/>
        <p:txBody>
          <a:bodyPr/>
          <a:lstStyle/>
          <a:p>
            <a:r>
              <a:rPr lang="en-US"/>
              <a:t>Bullet 1</a:t>
            </a:r>
          </a:p>
          <a:p>
            <a:pPr lvl="1"/>
            <a:r>
              <a:rPr lang="en-US"/>
              <a:t>Bullet 2</a:t>
            </a:r>
          </a:p>
          <a:p>
            <a:pPr lvl="2"/>
            <a:r>
              <a:rPr lang="en-US"/>
              <a:t>Bullet 3</a:t>
            </a:r>
          </a:p>
        </p:txBody>
      </p:sp>
    </p:spTree>
    <p:extLst>
      <p:ext uri="{BB962C8B-B14F-4D97-AF65-F5344CB8AC3E}">
        <p14:creationId xmlns:p14="http://schemas.microsoft.com/office/powerpoint/2010/main" val="18066729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1673397-B4C7-60EF-C2EC-CE98C2C54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4085"/>
            <a:ext cx="10972800" cy="946389"/>
          </a:xfrm>
        </p:spPr>
        <p:txBody>
          <a:bodyPr/>
          <a:lstStyle/>
          <a:p>
            <a:r>
              <a:rPr lang="en-US"/>
              <a:t>Title and content, 2 columns (text + images)</a:t>
            </a:r>
          </a:p>
        </p:txBody>
      </p:sp>
      <p:pic>
        <p:nvPicPr>
          <p:cNvPr id="3" name="Picture Placeholder 2" descr="Image Placeholder">
            <a:extLst>
              <a:ext uri="{FF2B5EF4-FFF2-40B4-BE49-F238E27FC236}">
                <a16:creationId xmlns:a16="http://schemas.microsoft.com/office/drawing/2014/main" id="{91C0CB8C-230F-7C49-AF5E-9CE638E7F1B3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534" b="24534"/>
          <a:stretch>
            <a:fillRect/>
          </a:stretch>
        </p:blipFill>
        <p:spPr/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6ACB5A5-2879-9757-D77A-DA6D746856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4023360"/>
            <a:ext cx="4846320" cy="2286000"/>
          </a:xfrm>
        </p:spPr>
        <p:txBody>
          <a:bodyPr/>
          <a:lstStyle/>
          <a:p>
            <a:r>
              <a:rPr lang="en-US"/>
              <a:t>Bullet 1</a:t>
            </a:r>
          </a:p>
          <a:p>
            <a:pPr lvl="1"/>
            <a:r>
              <a:rPr lang="en-US"/>
              <a:t>Bullet 2</a:t>
            </a:r>
          </a:p>
          <a:p>
            <a:pPr lvl="2"/>
            <a:r>
              <a:rPr lang="en-US"/>
              <a:t>Bullet 3</a:t>
            </a:r>
          </a:p>
        </p:txBody>
      </p:sp>
      <p:pic>
        <p:nvPicPr>
          <p:cNvPr id="7" name="Picture Placeholder 2" descr="Image Placeholder">
            <a:extLst>
              <a:ext uri="{FF2B5EF4-FFF2-40B4-BE49-F238E27FC236}">
                <a16:creationId xmlns:a16="http://schemas.microsoft.com/office/drawing/2014/main" id="{A75ACC48-C5DE-09C4-82A1-F795A49EABC8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534" b="24534"/>
          <a:stretch>
            <a:fillRect/>
          </a:stretch>
        </p:blipFill>
        <p:spPr/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3CD773-A0BC-7894-87A8-2E6F9F47236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644640" y="4023360"/>
            <a:ext cx="4846320" cy="2286000"/>
          </a:xfrm>
        </p:spPr>
        <p:txBody>
          <a:bodyPr/>
          <a:lstStyle/>
          <a:p>
            <a:r>
              <a:rPr lang="en-US"/>
              <a:t>Bullet 1</a:t>
            </a:r>
          </a:p>
          <a:p>
            <a:pPr lvl="1"/>
            <a:r>
              <a:rPr lang="en-US"/>
              <a:t>Bullet 2</a:t>
            </a:r>
          </a:p>
          <a:p>
            <a:pPr lvl="2"/>
            <a:r>
              <a:rPr lang="en-US"/>
              <a:t>Bullet 3</a:t>
            </a:r>
          </a:p>
        </p:txBody>
      </p:sp>
    </p:spTree>
    <p:extLst>
      <p:ext uri="{BB962C8B-B14F-4D97-AF65-F5344CB8AC3E}">
        <p14:creationId xmlns:p14="http://schemas.microsoft.com/office/powerpoint/2010/main" val="39796646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1673397-B4C7-60EF-C2EC-CE98C2C54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4085"/>
            <a:ext cx="10972800" cy="946389"/>
          </a:xfrm>
        </p:spPr>
        <p:txBody>
          <a:bodyPr/>
          <a:lstStyle/>
          <a:p>
            <a:r>
              <a:rPr lang="en-US"/>
              <a:t>Title and content, 3 columns (text + images)</a:t>
            </a:r>
          </a:p>
        </p:txBody>
      </p:sp>
      <p:pic>
        <p:nvPicPr>
          <p:cNvPr id="3" name="Picture Placeholder 2" descr="Image Placeholder">
            <a:extLst>
              <a:ext uri="{FF2B5EF4-FFF2-40B4-BE49-F238E27FC236}">
                <a16:creationId xmlns:a16="http://schemas.microsoft.com/office/drawing/2014/main" id="{CE890B34-8397-7985-5A3B-E1F3E3721886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385" b="11385"/>
          <a:stretch>
            <a:fillRect/>
          </a:stretch>
        </p:blipFill>
        <p:spPr/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6ACB5A5-2879-9757-D77A-DA6D746856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4023360"/>
            <a:ext cx="3200400" cy="2286000"/>
          </a:xfrm>
        </p:spPr>
        <p:txBody>
          <a:bodyPr/>
          <a:lstStyle/>
          <a:p>
            <a:r>
              <a:rPr lang="en-US"/>
              <a:t>Bullet 1</a:t>
            </a:r>
          </a:p>
          <a:p>
            <a:pPr lvl="1"/>
            <a:r>
              <a:rPr lang="en-US"/>
              <a:t>Bullet 2</a:t>
            </a:r>
          </a:p>
          <a:p>
            <a:pPr lvl="2"/>
            <a:r>
              <a:rPr lang="en-US"/>
              <a:t>Bullet 3</a:t>
            </a:r>
          </a:p>
        </p:txBody>
      </p:sp>
      <p:pic>
        <p:nvPicPr>
          <p:cNvPr id="7" name="Picture Placeholder 2" descr="Image Placeholder">
            <a:extLst>
              <a:ext uri="{FF2B5EF4-FFF2-40B4-BE49-F238E27FC236}">
                <a16:creationId xmlns:a16="http://schemas.microsoft.com/office/drawing/2014/main" id="{6B427DF0-4146-8FC6-DB14-1F795DF21346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366" b="11366"/>
          <a:stretch>
            <a:fillRect/>
          </a:stretch>
        </p:blipFill>
        <p:spPr/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3CD773-A0BC-7894-87A8-2E6F9F47236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468368" y="4023360"/>
            <a:ext cx="3200400" cy="2286000"/>
          </a:xfrm>
        </p:spPr>
        <p:txBody>
          <a:bodyPr/>
          <a:lstStyle/>
          <a:p>
            <a:r>
              <a:rPr lang="en-US"/>
              <a:t>Bullet 1</a:t>
            </a:r>
          </a:p>
          <a:p>
            <a:pPr lvl="1"/>
            <a:r>
              <a:rPr lang="en-US"/>
              <a:t>Bullet 2</a:t>
            </a:r>
          </a:p>
          <a:p>
            <a:pPr lvl="2"/>
            <a:r>
              <a:rPr lang="en-US"/>
              <a:t>Bullet 3</a:t>
            </a:r>
          </a:p>
        </p:txBody>
      </p:sp>
      <p:pic>
        <p:nvPicPr>
          <p:cNvPr id="8" name="Picture Placeholder 2" descr="Image Placeholder">
            <a:extLst>
              <a:ext uri="{FF2B5EF4-FFF2-40B4-BE49-F238E27FC236}">
                <a16:creationId xmlns:a16="http://schemas.microsoft.com/office/drawing/2014/main" id="{EDE29CAA-BE91-1DD4-42CF-B8292640ADD0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385" b="11385"/>
          <a:stretch>
            <a:fillRect/>
          </a:stretch>
        </p:blipFill>
        <p:spPr/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3E8A9F6-C459-AB84-43E4-D776306932C2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327136" y="4023360"/>
            <a:ext cx="3200400" cy="2286000"/>
          </a:xfrm>
        </p:spPr>
        <p:txBody>
          <a:bodyPr/>
          <a:lstStyle/>
          <a:p>
            <a:r>
              <a:rPr lang="en-US"/>
              <a:t>Bullet 1</a:t>
            </a:r>
          </a:p>
          <a:p>
            <a:pPr lvl="1"/>
            <a:r>
              <a:rPr lang="en-US"/>
              <a:t>Bullet 2</a:t>
            </a:r>
          </a:p>
          <a:p>
            <a:pPr lvl="2"/>
            <a:r>
              <a:rPr lang="en-US"/>
              <a:t>Bullet 3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171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845BC6B0-12A6-DF75-9672-47C76F4E1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4085"/>
            <a:ext cx="10972800" cy="946389"/>
          </a:xfrm>
        </p:spPr>
        <p:txBody>
          <a:bodyPr/>
          <a:lstStyle/>
          <a:p>
            <a:r>
              <a:rPr lang="en-US"/>
              <a:t>Title and content, 4 columns (text + images)</a:t>
            </a:r>
          </a:p>
        </p:txBody>
      </p:sp>
      <p:pic>
        <p:nvPicPr>
          <p:cNvPr id="2" name="Picture Placeholder 2" descr="Image Placeholder">
            <a:extLst>
              <a:ext uri="{FF2B5EF4-FFF2-40B4-BE49-F238E27FC236}">
                <a16:creationId xmlns:a16="http://schemas.microsoft.com/office/drawing/2014/main" id="{6BCB1BFE-C607-CD74-EED1-BB51CE85F952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61" r="5461"/>
          <a:stretch>
            <a:fillRect/>
          </a:stretch>
        </p:blipFill>
        <p:spPr/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CD32B38-AD82-9F29-1FB0-9B357C4494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4023360"/>
            <a:ext cx="2194560" cy="2286000"/>
          </a:xfrm>
        </p:spPr>
        <p:txBody>
          <a:bodyPr/>
          <a:lstStyle/>
          <a:p>
            <a:r>
              <a:rPr lang="en-US"/>
              <a:t>Bullet 1</a:t>
            </a:r>
          </a:p>
          <a:p>
            <a:pPr lvl="1"/>
            <a:r>
              <a:rPr lang="en-US"/>
              <a:t>Bullet 2</a:t>
            </a:r>
          </a:p>
          <a:p>
            <a:pPr lvl="2"/>
            <a:r>
              <a:rPr lang="en-US"/>
              <a:t>Bullet 3</a:t>
            </a:r>
          </a:p>
          <a:p>
            <a:endParaRPr lang="en-US"/>
          </a:p>
        </p:txBody>
      </p:sp>
      <p:pic>
        <p:nvPicPr>
          <p:cNvPr id="3" name="Picture Placeholder 2" descr="Image Placeholder">
            <a:extLst>
              <a:ext uri="{FF2B5EF4-FFF2-40B4-BE49-F238E27FC236}">
                <a16:creationId xmlns:a16="http://schemas.microsoft.com/office/drawing/2014/main" id="{87FE948E-2C83-BA49-9AA5-49BE68D124DE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61" r="5461"/>
          <a:stretch>
            <a:fillRect/>
          </a:stretch>
        </p:blipFill>
        <p:spPr/>
      </p:pic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2EFCC738-9F00-846D-355E-B82750B31D6A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522472" y="4023360"/>
            <a:ext cx="2194560" cy="2286000"/>
          </a:xfrm>
        </p:spPr>
        <p:txBody>
          <a:bodyPr/>
          <a:lstStyle/>
          <a:p>
            <a:r>
              <a:rPr lang="en-US"/>
              <a:t>Bullet 1</a:t>
            </a:r>
          </a:p>
          <a:p>
            <a:pPr lvl="1"/>
            <a:r>
              <a:rPr lang="en-US"/>
              <a:t>Bullet 2</a:t>
            </a:r>
          </a:p>
          <a:p>
            <a:pPr lvl="2"/>
            <a:r>
              <a:rPr lang="en-US"/>
              <a:t>Bullet 3</a:t>
            </a:r>
          </a:p>
          <a:p>
            <a:endParaRPr lang="en-US"/>
          </a:p>
        </p:txBody>
      </p:sp>
      <p:pic>
        <p:nvPicPr>
          <p:cNvPr id="4" name="Picture Placeholder 2" descr="Image Placeholder">
            <a:extLst>
              <a:ext uri="{FF2B5EF4-FFF2-40B4-BE49-F238E27FC236}">
                <a16:creationId xmlns:a16="http://schemas.microsoft.com/office/drawing/2014/main" id="{06010D76-B68C-E6EE-0DB6-9D2FA6D39438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61" r="5461"/>
          <a:stretch>
            <a:fillRect/>
          </a:stretch>
        </p:blipFill>
        <p:spPr/>
      </p:pic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7934626F-E4BE-0D76-C493-DE08C9162886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432296" y="4023360"/>
            <a:ext cx="2194560" cy="2286000"/>
          </a:xfrm>
        </p:spPr>
        <p:txBody>
          <a:bodyPr/>
          <a:lstStyle/>
          <a:p>
            <a:r>
              <a:rPr lang="en-US"/>
              <a:t>Bullet 1</a:t>
            </a:r>
          </a:p>
          <a:p>
            <a:pPr lvl="1"/>
            <a:r>
              <a:rPr lang="en-US"/>
              <a:t>Bullet 2</a:t>
            </a:r>
          </a:p>
          <a:p>
            <a:pPr lvl="2"/>
            <a:r>
              <a:rPr lang="en-US"/>
              <a:t>Bullet 3</a:t>
            </a:r>
          </a:p>
          <a:p>
            <a:endParaRPr lang="en-US"/>
          </a:p>
        </p:txBody>
      </p:sp>
      <p:pic>
        <p:nvPicPr>
          <p:cNvPr id="5" name="Picture Placeholder 2" descr="Image Placeholder">
            <a:extLst>
              <a:ext uri="{FF2B5EF4-FFF2-40B4-BE49-F238E27FC236}">
                <a16:creationId xmlns:a16="http://schemas.microsoft.com/office/drawing/2014/main" id="{3DDEEBD4-48FB-937B-44F0-A03A8CDA5463}"/>
              </a:ext>
            </a:extLst>
          </p:cNvPr>
          <p:cNvPicPr>
            <a:picLocks noGrp="1" noChangeAspect="1"/>
          </p:cNvPicPr>
          <p:nvPr>
            <p:ph type="pic" sz="quarter" idx="19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61" r="5461"/>
          <a:stretch>
            <a:fillRect/>
          </a:stretch>
        </p:blipFill>
        <p:spPr/>
      </p:pic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45E24A43-7CB1-3BB2-9969-A5A6883C80CE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9342120" y="4023360"/>
            <a:ext cx="2194560" cy="2286000"/>
          </a:xfrm>
        </p:spPr>
        <p:txBody>
          <a:bodyPr/>
          <a:lstStyle/>
          <a:p>
            <a:r>
              <a:rPr lang="en-US"/>
              <a:t>Bullet 1</a:t>
            </a:r>
          </a:p>
          <a:p>
            <a:pPr lvl="1"/>
            <a:r>
              <a:rPr lang="en-US"/>
              <a:t>Bullet 2</a:t>
            </a:r>
          </a:p>
          <a:p>
            <a:pPr lvl="2"/>
            <a:r>
              <a:rPr lang="en-US"/>
              <a:t>Bullet 3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9478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845BC6B0-12A6-DF75-9672-47C76F4E1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Title and content, 5 columns (text + images)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CD32B38-AD82-9F29-1FB0-9B357C4494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Bullet 1</a:t>
            </a:r>
          </a:p>
          <a:p>
            <a:pPr lvl="1"/>
            <a:r>
              <a:rPr lang="en-US"/>
              <a:t>Bullet 2</a:t>
            </a:r>
          </a:p>
          <a:p>
            <a:pPr lvl="2"/>
            <a:r>
              <a:rPr lang="en-US"/>
              <a:t>Bullet 3</a:t>
            </a:r>
          </a:p>
          <a:p>
            <a:endParaRPr lang="en-US"/>
          </a:p>
        </p:txBody>
      </p:sp>
      <p:pic>
        <p:nvPicPr>
          <p:cNvPr id="2" name="Picture Placeholder 2" descr="Image Placeholder">
            <a:extLst>
              <a:ext uri="{FF2B5EF4-FFF2-40B4-BE49-F238E27FC236}">
                <a16:creationId xmlns:a16="http://schemas.microsoft.com/office/drawing/2014/main" id="{6BCB1BFE-C607-CD74-EED1-BB51CE85F952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36" r="13636"/>
          <a:stretch/>
        </p:blipFill>
        <p:spPr/>
      </p:pic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2EFCC738-9F00-846D-355E-B82750B31D6A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/>
              <a:t>Bullet 1</a:t>
            </a:r>
          </a:p>
          <a:p>
            <a:pPr lvl="1"/>
            <a:r>
              <a:rPr lang="en-US"/>
              <a:t>Bullet 2</a:t>
            </a:r>
          </a:p>
          <a:p>
            <a:pPr lvl="2"/>
            <a:r>
              <a:rPr lang="en-US"/>
              <a:t>Bullet 3</a:t>
            </a:r>
          </a:p>
          <a:p>
            <a:endParaRPr lang="en-US"/>
          </a:p>
        </p:txBody>
      </p:sp>
      <p:pic>
        <p:nvPicPr>
          <p:cNvPr id="3" name="Picture Placeholder 2" descr="Image Placeholder">
            <a:extLst>
              <a:ext uri="{FF2B5EF4-FFF2-40B4-BE49-F238E27FC236}">
                <a16:creationId xmlns:a16="http://schemas.microsoft.com/office/drawing/2014/main" id="{87FE948E-2C83-BA49-9AA5-49BE68D124DE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36" r="13636"/>
          <a:stretch/>
        </p:blipFill>
        <p:spPr/>
      </p:pic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7934626F-E4BE-0D76-C493-DE08C9162886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/>
              <a:t>Bullet 1</a:t>
            </a:r>
          </a:p>
          <a:p>
            <a:pPr lvl="1"/>
            <a:r>
              <a:rPr lang="en-US"/>
              <a:t>Bullet 2</a:t>
            </a:r>
          </a:p>
          <a:p>
            <a:pPr lvl="2"/>
            <a:r>
              <a:rPr lang="en-US"/>
              <a:t>Bullet 3</a:t>
            </a:r>
          </a:p>
          <a:p>
            <a:endParaRPr lang="en-US"/>
          </a:p>
        </p:txBody>
      </p:sp>
      <p:pic>
        <p:nvPicPr>
          <p:cNvPr id="4" name="Picture Placeholder 2" descr="Image Placeholder">
            <a:extLst>
              <a:ext uri="{FF2B5EF4-FFF2-40B4-BE49-F238E27FC236}">
                <a16:creationId xmlns:a16="http://schemas.microsoft.com/office/drawing/2014/main" id="{06010D76-B68C-E6EE-0DB6-9D2FA6D39438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36" r="13636"/>
          <a:stretch/>
        </p:blipFill>
        <p:spPr/>
      </p:pic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45E24A43-7CB1-3BB2-9969-A5A6883C80CE}"/>
              </a:ext>
            </a:extLst>
          </p:cNvPr>
          <p:cNvSpPr>
            <a:spLocks noGrp="1"/>
          </p:cNvSpPr>
          <p:nvPr>
            <p:ph idx="18"/>
          </p:nvPr>
        </p:nvSpPr>
        <p:spPr/>
        <p:txBody>
          <a:bodyPr/>
          <a:lstStyle/>
          <a:p>
            <a:r>
              <a:rPr lang="en-US"/>
              <a:t>Bullet 1</a:t>
            </a:r>
          </a:p>
          <a:p>
            <a:pPr lvl="1"/>
            <a:r>
              <a:rPr lang="en-US"/>
              <a:t>Bullet 2</a:t>
            </a:r>
          </a:p>
          <a:p>
            <a:pPr lvl="2"/>
            <a:r>
              <a:rPr lang="en-US"/>
              <a:t>Bullet 3</a:t>
            </a:r>
          </a:p>
          <a:p>
            <a:endParaRPr lang="en-US"/>
          </a:p>
        </p:txBody>
      </p:sp>
      <p:pic>
        <p:nvPicPr>
          <p:cNvPr id="5" name="Picture Placeholder 2" descr="Image Placeholder">
            <a:extLst>
              <a:ext uri="{FF2B5EF4-FFF2-40B4-BE49-F238E27FC236}">
                <a16:creationId xmlns:a16="http://schemas.microsoft.com/office/drawing/2014/main" id="{3DDEEBD4-48FB-937B-44F0-A03A8CDA5463}"/>
              </a:ext>
            </a:extLst>
          </p:cNvPr>
          <p:cNvPicPr>
            <a:picLocks noGrp="1" noChangeAspect="1"/>
          </p:cNvPicPr>
          <p:nvPr>
            <p:ph type="pic" sz="quarter" idx="19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36" r="13636"/>
          <a:stretch/>
        </p:blipFill>
        <p:spPr/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9C9F0A2-7A6E-1209-A63B-C3D09C9828CB}"/>
              </a:ext>
            </a:extLst>
          </p:cNvPr>
          <p:cNvSpPr>
            <a:spLocks noGrp="1"/>
          </p:cNvSpPr>
          <p:nvPr>
            <p:ph idx="21"/>
          </p:nvPr>
        </p:nvSpPr>
        <p:spPr/>
        <p:txBody>
          <a:bodyPr/>
          <a:lstStyle/>
          <a:p>
            <a:r>
              <a:rPr lang="en-US"/>
              <a:t>Bullet 1</a:t>
            </a:r>
          </a:p>
          <a:p>
            <a:pPr lvl="1"/>
            <a:r>
              <a:rPr lang="en-US"/>
              <a:t>Bullet 2</a:t>
            </a:r>
          </a:p>
          <a:p>
            <a:pPr lvl="2"/>
            <a:r>
              <a:rPr lang="en-US"/>
              <a:t>Bullet 3</a:t>
            </a:r>
          </a:p>
          <a:p>
            <a:endParaRPr lang="en-US"/>
          </a:p>
          <a:p>
            <a:endParaRPr lang="en-US"/>
          </a:p>
        </p:txBody>
      </p:sp>
      <p:pic>
        <p:nvPicPr>
          <p:cNvPr id="8" name="Picture Placeholder 2" descr="Image Placeholder">
            <a:extLst>
              <a:ext uri="{FF2B5EF4-FFF2-40B4-BE49-F238E27FC236}">
                <a16:creationId xmlns:a16="http://schemas.microsoft.com/office/drawing/2014/main" id="{1B10346E-F33B-DFD8-EC47-95E4CC873588}"/>
              </a:ext>
            </a:extLst>
          </p:cNvPr>
          <p:cNvPicPr>
            <a:picLocks noGrp="1" noChangeAspect="1"/>
          </p:cNvPicPr>
          <p:nvPr>
            <p:ph type="pic" sz="quarter" idx="2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36" r="13636"/>
          <a:stretch/>
        </p:blipFill>
        <p:spPr/>
      </p:pic>
    </p:spTree>
    <p:extLst>
      <p:ext uri="{BB962C8B-B14F-4D97-AF65-F5344CB8AC3E}">
        <p14:creationId xmlns:p14="http://schemas.microsoft.com/office/powerpoint/2010/main" val="41760906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1673397-B4C7-60EF-C2EC-CE98C2C54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4085"/>
            <a:ext cx="10972800" cy="946389"/>
          </a:xfrm>
        </p:spPr>
        <p:txBody>
          <a:bodyPr/>
          <a:lstStyle/>
          <a:p>
            <a:r>
              <a:rPr lang="en-US"/>
              <a:t>Title and content, 2 columns (image + title)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6ACB5A5-2879-9757-D77A-DA6D746856C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9600" y="1566127"/>
            <a:ext cx="4846320" cy="342466"/>
          </a:xfrm>
        </p:spPr>
        <p:txBody>
          <a:bodyPr/>
          <a:lstStyle/>
          <a:p>
            <a:r>
              <a:rPr lang="en-US"/>
              <a:t>Column 1 title</a:t>
            </a:r>
          </a:p>
        </p:txBody>
      </p:sp>
      <p:pic>
        <p:nvPicPr>
          <p:cNvPr id="2" name="Picture Placeholder 2" descr="Image Placeholder">
            <a:extLst>
              <a:ext uri="{FF2B5EF4-FFF2-40B4-BE49-F238E27FC236}">
                <a16:creationId xmlns:a16="http://schemas.microsoft.com/office/drawing/2014/main" id="{2071C721-DE93-5F19-8A00-88C3AAC4FC6E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260" b="9260"/>
          <a:stretch>
            <a:fillRect/>
          </a:stretch>
        </p:blipFill>
        <p:spPr/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3CD773-A0BC-7894-87A8-2E6F9F472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44640" y="1566127"/>
            <a:ext cx="4846320" cy="342466"/>
          </a:xfrm>
        </p:spPr>
        <p:txBody>
          <a:bodyPr/>
          <a:lstStyle/>
          <a:p>
            <a:r>
              <a:rPr lang="en-US"/>
              <a:t>Column 2 title</a:t>
            </a:r>
          </a:p>
        </p:txBody>
      </p:sp>
      <p:pic>
        <p:nvPicPr>
          <p:cNvPr id="3" name="Picture Placeholder 2" descr="Image Placeholder">
            <a:extLst>
              <a:ext uri="{FF2B5EF4-FFF2-40B4-BE49-F238E27FC236}">
                <a16:creationId xmlns:a16="http://schemas.microsoft.com/office/drawing/2014/main" id="{D54A3E48-79A8-F623-7D95-8F34E20560A3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260" b="9260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09187569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1673397-B4C7-60EF-C2EC-CE98C2C54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Title and content, 3 columns (image + title)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6ACB5A5-2879-9757-D77A-DA6D746856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Column 1 title</a:t>
            </a:r>
          </a:p>
        </p:txBody>
      </p:sp>
      <p:pic>
        <p:nvPicPr>
          <p:cNvPr id="3" name="Picture Placeholder 2" descr="Image Placeholder">
            <a:extLst>
              <a:ext uri="{FF2B5EF4-FFF2-40B4-BE49-F238E27FC236}">
                <a16:creationId xmlns:a16="http://schemas.microsoft.com/office/drawing/2014/main" id="{3616DC3F-0700-225B-641F-40625ECB670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30" r="9530"/>
          <a:stretch>
            <a:fillRect/>
          </a:stretch>
        </p:blipFill>
        <p:spPr/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3CD773-A0BC-7894-87A8-2E6F9F47236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Column 2 title</a:t>
            </a:r>
          </a:p>
        </p:txBody>
      </p:sp>
      <p:pic>
        <p:nvPicPr>
          <p:cNvPr id="7" name="Picture Placeholder 2" descr="Image Placeholder">
            <a:extLst>
              <a:ext uri="{FF2B5EF4-FFF2-40B4-BE49-F238E27FC236}">
                <a16:creationId xmlns:a16="http://schemas.microsoft.com/office/drawing/2014/main" id="{0720E116-1093-F4CE-B49E-12C993FC8082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50" r="9550"/>
          <a:stretch>
            <a:fillRect/>
          </a:stretch>
        </p:blipFill>
        <p:spPr/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73BF477-179E-4128-80AA-46E50686B7B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Column 3 title</a:t>
            </a:r>
          </a:p>
        </p:txBody>
      </p:sp>
      <p:pic>
        <p:nvPicPr>
          <p:cNvPr id="8" name="Picture Placeholder 2" descr="Image Placeholder">
            <a:extLst>
              <a:ext uri="{FF2B5EF4-FFF2-40B4-BE49-F238E27FC236}">
                <a16:creationId xmlns:a16="http://schemas.microsoft.com/office/drawing/2014/main" id="{00C63744-987F-D17B-5BA7-208FB8FB53FE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30" r="9530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39709329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1673397-B4C7-60EF-C2EC-CE98C2C54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Title and content, 4 columns (image + title)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6ACB5A5-2879-9757-D77A-DA6D746856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Column 1 title</a:t>
            </a:r>
          </a:p>
        </p:txBody>
      </p:sp>
      <p:pic>
        <p:nvPicPr>
          <p:cNvPr id="9" name="Picture Placeholder 2" descr="Image Placeholder">
            <a:extLst>
              <a:ext uri="{FF2B5EF4-FFF2-40B4-BE49-F238E27FC236}">
                <a16:creationId xmlns:a16="http://schemas.microsoft.com/office/drawing/2014/main" id="{72DA905F-0A04-1FF1-7B5F-CFF6FA63ED8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59" r="22159"/>
          <a:stretch>
            <a:fillRect/>
          </a:stretch>
        </p:blipFill>
        <p:spPr/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3CD773-A0BC-7894-87A8-2E6F9F47236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Column 2 title</a:t>
            </a:r>
          </a:p>
        </p:txBody>
      </p:sp>
      <p:pic>
        <p:nvPicPr>
          <p:cNvPr id="10" name="Picture Placeholder 2" descr="Image Placeholder">
            <a:extLst>
              <a:ext uri="{FF2B5EF4-FFF2-40B4-BE49-F238E27FC236}">
                <a16:creationId xmlns:a16="http://schemas.microsoft.com/office/drawing/2014/main" id="{3D9AA905-C2EC-E9B7-AD2C-AB97EA306997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59" r="22159"/>
          <a:stretch>
            <a:fillRect/>
          </a:stretch>
        </p:blipFill>
        <p:spPr/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73BF477-179E-4128-80AA-46E50686B7B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/>
              <a:t>Column 3 title</a:t>
            </a:r>
          </a:p>
        </p:txBody>
      </p:sp>
      <p:pic>
        <p:nvPicPr>
          <p:cNvPr id="11" name="Picture Placeholder 2" descr="Image Placeholder">
            <a:extLst>
              <a:ext uri="{FF2B5EF4-FFF2-40B4-BE49-F238E27FC236}">
                <a16:creationId xmlns:a16="http://schemas.microsoft.com/office/drawing/2014/main" id="{4666E618-967E-0172-D39B-44010C8E751B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59" r="22159"/>
          <a:stretch>
            <a:fillRect/>
          </a:stretch>
        </p:blipFill>
        <p:spPr/>
      </p:pic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4FE42045-232D-7794-2B15-11BA9BBD2D4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342120" y="1581772"/>
            <a:ext cx="2240280" cy="311175"/>
          </a:xfrm>
        </p:spPr>
        <p:txBody>
          <a:bodyPr/>
          <a:lstStyle/>
          <a:p>
            <a:r>
              <a:rPr lang="en-US"/>
              <a:t>Column 4 title</a:t>
            </a:r>
          </a:p>
        </p:txBody>
      </p:sp>
      <p:pic>
        <p:nvPicPr>
          <p:cNvPr id="14" name="Picture Placeholder 2" descr="Image Placeholder">
            <a:extLst>
              <a:ext uri="{FF2B5EF4-FFF2-40B4-BE49-F238E27FC236}">
                <a16:creationId xmlns:a16="http://schemas.microsoft.com/office/drawing/2014/main" id="{1EA546DF-719F-2CE2-CA6B-1034C3531DF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59" r="22159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66857439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1673397-B4C7-60EF-C2EC-CE98C2C54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Title and content, 5 columns (image + title)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6ACB5A5-2879-9757-D77A-DA6D746856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Column 1 title</a:t>
            </a:r>
          </a:p>
        </p:txBody>
      </p:sp>
      <p:pic>
        <p:nvPicPr>
          <p:cNvPr id="3" name="Picture Placeholder 2" descr="Image Placeholder">
            <a:extLst>
              <a:ext uri="{FF2B5EF4-FFF2-40B4-BE49-F238E27FC236}">
                <a16:creationId xmlns:a16="http://schemas.microsoft.com/office/drawing/2014/main" id="{C31C52A0-F5AA-C73E-43B6-1AA33163A26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69" r="27269"/>
          <a:stretch/>
        </p:blipFill>
        <p:spPr/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3CD773-A0BC-7894-87A8-2E6F9F47236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Column 2 title</a:t>
            </a:r>
          </a:p>
        </p:txBody>
      </p:sp>
      <p:pic>
        <p:nvPicPr>
          <p:cNvPr id="7" name="Picture Placeholder 2" descr="Image Placeholder">
            <a:extLst>
              <a:ext uri="{FF2B5EF4-FFF2-40B4-BE49-F238E27FC236}">
                <a16:creationId xmlns:a16="http://schemas.microsoft.com/office/drawing/2014/main" id="{51BE8D0D-2723-F0A7-267B-477C9BE7107F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69" r="27269"/>
          <a:stretch/>
        </p:blipFill>
        <p:spPr/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73BF477-179E-4128-80AA-46E50686B7B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/>
              <a:t>Column 3 title</a:t>
            </a:r>
          </a:p>
        </p:txBody>
      </p:sp>
      <p:pic>
        <p:nvPicPr>
          <p:cNvPr id="8" name="Picture Placeholder 2" descr="Image Placeholder">
            <a:extLst>
              <a:ext uri="{FF2B5EF4-FFF2-40B4-BE49-F238E27FC236}">
                <a16:creationId xmlns:a16="http://schemas.microsoft.com/office/drawing/2014/main" id="{61931981-F882-8AEF-BD97-DB27A8325450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69" r="27269"/>
          <a:stretch/>
        </p:blipFill>
        <p:spPr/>
      </p:pic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4FE42045-232D-7794-2B15-11BA9BBD2D4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/>
              <a:t>Column 4 title</a:t>
            </a:r>
          </a:p>
        </p:txBody>
      </p:sp>
      <p:pic>
        <p:nvPicPr>
          <p:cNvPr id="12" name="Picture Placeholder 2" descr="Image Placeholder">
            <a:extLst>
              <a:ext uri="{FF2B5EF4-FFF2-40B4-BE49-F238E27FC236}">
                <a16:creationId xmlns:a16="http://schemas.microsoft.com/office/drawing/2014/main" id="{88739EDD-6D1A-9284-4938-EEF9CC0EAE9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69" r="27269"/>
          <a:stretch/>
        </p:blipFill>
        <p:spPr/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0044EDD-F614-0551-5A90-DE60650B248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/>
              <a:t>Column 5 title</a:t>
            </a:r>
          </a:p>
        </p:txBody>
      </p:sp>
      <p:pic>
        <p:nvPicPr>
          <p:cNvPr id="11" name="Picture Placeholder 2" descr="Image Placeholder">
            <a:extLst>
              <a:ext uri="{FF2B5EF4-FFF2-40B4-BE49-F238E27FC236}">
                <a16:creationId xmlns:a16="http://schemas.microsoft.com/office/drawing/2014/main" id="{D2545216-4E43-29BF-DDE8-56A6475C2131}"/>
              </a:ext>
            </a:extLst>
          </p:cNvPr>
          <p:cNvPicPr>
            <a:picLocks noGrp="1" noChangeAspect="1"/>
          </p:cNvPicPr>
          <p:nvPr>
            <p:ph type="pic" sz="quarter" idx="2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69" r="27269"/>
          <a:stretch/>
        </p:blipFill>
        <p:spPr/>
      </p:pic>
    </p:spTree>
    <p:extLst>
      <p:ext uri="{BB962C8B-B14F-4D97-AF65-F5344CB8AC3E}">
        <p14:creationId xmlns:p14="http://schemas.microsoft.com/office/powerpoint/2010/main" val="398330796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5CE9375-8B68-39C1-15BE-E24103EBC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939635"/>
            <a:ext cx="10972800" cy="978729"/>
          </a:xfrm>
        </p:spPr>
        <p:txBody>
          <a:bodyPr/>
          <a:lstStyle/>
          <a:p>
            <a:r>
              <a:rPr lang="en-US"/>
              <a:t>Buckets  |  Dark</a:t>
            </a:r>
          </a:p>
        </p:txBody>
      </p:sp>
    </p:spTree>
    <p:extLst>
      <p:ext uri="{BB962C8B-B14F-4D97-AF65-F5344CB8AC3E}">
        <p14:creationId xmlns:p14="http://schemas.microsoft.com/office/powerpoint/2010/main" val="228698610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1673397-B4C7-60EF-C2EC-CE98C2C54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4085"/>
            <a:ext cx="10972800" cy="946389"/>
          </a:xfrm>
        </p:spPr>
        <p:txBody>
          <a:bodyPr/>
          <a:lstStyle/>
          <a:p>
            <a:r>
              <a:rPr lang="en-US"/>
              <a:t>Title and content, 2 columns (text)  |  Dark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6ACB5A5-2879-9757-D77A-DA6D746856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34324"/>
            <a:ext cx="4937760" cy="4992624"/>
          </a:xfrm>
        </p:spPr>
        <p:txBody>
          <a:bodyPr/>
          <a:lstStyle/>
          <a:p>
            <a:r>
              <a:rPr lang="en-US"/>
              <a:t>Bullet 1</a:t>
            </a:r>
          </a:p>
          <a:p>
            <a:pPr lvl="1"/>
            <a:r>
              <a:rPr lang="en-US"/>
              <a:t>Bullet 2</a:t>
            </a:r>
          </a:p>
          <a:p>
            <a:pPr lvl="2"/>
            <a:r>
              <a:rPr lang="en-US"/>
              <a:t>Bullet 3</a:t>
            </a:r>
          </a:p>
          <a:p>
            <a:pPr lvl="2"/>
            <a:endParaRPr lang="en-US"/>
          </a:p>
          <a:p>
            <a:r>
              <a:rPr lang="en-US"/>
              <a:t>Keep text to a minimum on a black background	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3CD773-A0BC-7894-87A8-2E6F9F47236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644640" y="1334324"/>
            <a:ext cx="4937760" cy="4992624"/>
          </a:xfrm>
        </p:spPr>
        <p:txBody>
          <a:bodyPr/>
          <a:lstStyle/>
          <a:p>
            <a:r>
              <a:rPr lang="en-US"/>
              <a:t>Bullet 1</a:t>
            </a:r>
          </a:p>
          <a:p>
            <a:pPr lvl="1"/>
            <a:r>
              <a:rPr lang="en-US"/>
              <a:t>Bullet 2</a:t>
            </a:r>
          </a:p>
          <a:p>
            <a:pPr lvl="2"/>
            <a:r>
              <a:rPr lang="en-US"/>
              <a:t>Bullet 3</a:t>
            </a:r>
          </a:p>
        </p:txBody>
      </p:sp>
    </p:spTree>
    <p:extLst>
      <p:ext uri="{BB962C8B-B14F-4D97-AF65-F5344CB8AC3E}">
        <p14:creationId xmlns:p14="http://schemas.microsoft.com/office/powerpoint/2010/main" val="281722991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1673397-B4C7-60EF-C2EC-CE98C2C54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4085"/>
            <a:ext cx="10972800" cy="946389"/>
          </a:xfrm>
        </p:spPr>
        <p:txBody>
          <a:bodyPr/>
          <a:lstStyle/>
          <a:p>
            <a:r>
              <a:rPr lang="en-US"/>
              <a:t>Title and content, 3 columns (text)  |  dark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6ACB5A5-2879-9757-D77A-DA6D746856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34324"/>
            <a:ext cx="3200400" cy="4992624"/>
          </a:xfrm>
        </p:spPr>
        <p:txBody>
          <a:bodyPr/>
          <a:lstStyle/>
          <a:p>
            <a:r>
              <a:rPr lang="en-US"/>
              <a:t>Bullet 1</a:t>
            </a:r>
          </a:p>
          <a:p>
            <a:pPr lvl="1"/>
            <a:r>
              <a:rPr lang="en-US"/>
              <a:t>Bullet 2</a:t>
            </a:r>
          </a:p>
          <a:p>
            <a:pPr lvl="2"/>
            <a:r>
              <a:rPr lang="en-US"/>
              <a:t>Bullet 3</a:t>
            </a:r>
          </a:p>
          <a:p>
            <a:pPr lvl="2"/>
            <a:endParaRPr lang="en-US"/>
          </a:p>
          <a:p>
            <a:r>
              <a:rPr lang="en-US"/>
              <a:t>Keep text to a minimum on a black background	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3CD773-A0BC-7894-87A8-2E6F9F47236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495800" y="1334324"/>
            <a:ext cx="3200400" cy="4992624"/>
          </a:xfrm>
        </p:spPr>
        <p:txBody>
          <a:bodyPr/>
          <a:lstStyle/>
          <a:p>
            <a:r>
              <a:rPr lang="en-US"/>
              <a:t>Bullet 1</a:t>
            </a:r>
          </a:p>
          <a:p>
            <a:pPr lvl="1"/>
            <a:r>
              <a:rPr lang="en-US"/>
              <a:t>Bullet 2</a:t>
            </a:r>
          </a:p>
          <a:p>
            <a:pPr lvl="2"/>
            <a:r>
              <a:rPr lang="en-US"/>
              <a:t>Bullet 3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30BDC5C-5B01-6B2C-6F0A-7C7BCBE6EA53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382000" y="1334324"/>
            <a:ext cx="3200400" cy="4992624"/>
          </a:xfrm>
        </p:spPr>
        <p:txBody>
          <a:bodyPr/>
          <a:lstStyle/>
          <a:p>
            <a:r>
              <a:rPr lang="en-US"/>
              <a:t>Bullet 1</a:t>
            </a:r>
          </a:p>
          <a:p>
            <a:pPr lvl="1"/>
            <a:r>
              <a:rPr lang="en-US"/>
              <a:t>Bullet 2</a:t>
            </a:r>
          </a:p>
          <a:p>
            <a:pPr lvl="2"/>
            <a:r>
              <a:rPr lang="en-US"/>
              <a:t>Bullet 3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68711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1673397-B4C7-60EF-C2EC-CE98C2C54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Title and content, 4 columns (text)  |  dark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6ACB5A5-2879-9757-D77A-DA6D746856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Bullet 1</a:t>
            </a:r>
          </a:p>
          <a:p>
            <a:pPr lvl="1"/>
            <a:r>
              <a:rPr lang="en-US"/>
              <a:t>Bullet 2</a:t>
            </a:r>
          </a:p>
          <a:p>
            <a:pPr lvl="2"/>
            <a:r>
              <a:rPr lang="en-US"/>
              <a:t>Bullet 3</a:t>
            </a:r>
          </a:p>
          <a:p>
            <a:pPr lvl="2"/>
            <a:endParaRPr lang="en-US"/>
          </a:p>
          <a:p>
            <a:r>
              <a:rPr lang="en-US"/>
              <a:t>Keep text to a minimum on a black background	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3CD773-A0BC-7894-87A8-2E6F9F472364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/>
              <a:t>Bullet 1</a:t>
            </a:r>
          </a:p>
          <a:p>
            <a:pPr lvl="1"/>
            <a:r>
              <a:rPr lang="en-US"/>
              <a:t>Bullet 2</a:t>
            </a:r>
          </a:p>
          <a:p>
            <a:pPr lvl="2"/>
            <a:r>
              <a:rPr lang="en-US"/>
              <a:t>Bullet 3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30BDC5C-5B01-6B2C-6F0A-7C7BCBE6EA53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/>
              <a:t>Bullet 1</a:t>
            </a:r>
          </a:p>
          <a:p>
            <a:pPr lvl="1"/>
            <a:r>
              <a:rPr lang="en-US"/>
              <a:t>Bullet 2</a:t>
            </a:r>
          </a:p>
          <a:p>
            <a:pPr lvl="2"/>
            <a:r>
              <a:rPr lang="en-US"/>
              <a:t>Bullet 3</a:t>
            </a:r>
          </a:p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74FD99-CB15-D545-A087-C63FAB72FD2A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r>
              <a:rPr lang="en-US"/>
              <a:t>Bullet 1</a:t>
            </a:r>
          </a:p>
          <a:p>
            <a:pPr lvl="1"/>
            <a:r>
              <a:rPr lang="en-US"/>
              <a:t>Bullet 2</a:t>
            </a:r>
          </a:p>
          <a:p>
            <a:pPr lvl="2"/>
            <a:r>
              <a:rPr lang="en-US"/>
              <a:t>Bullet 3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41047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1673397-B4C7-60EF-C2EC-CE98C2C54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Title and content, 5 columns (text)  |  dark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6ACB5A5-2879-9757-D77A-DA6D746856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Bullet 1</a:t>
            </a:r>
          </a:p>
          <a:p>
            <a:pPr lvl="1"/>
            <a:r>
              <a:rPr lang="en-US"/>
              <a:t>Bullet 2</a:t>
            </a:r>
          </a:p>
          <a:p>
            <a:pPr lvl="2"/>
            <a:r>
              <a:rPr lang="en-US"/>
              <a:t>Bullet 3</a:t>
            </a:r>
          </a:p>
          <a:p>
            <a:pPr lvl="2"/>
            <a:endParaRPr lang="en-US"/>
          </a:p>
          <a:p>
            <a:r>
              <a:rPr lang="en-US"/>
              <a:t>Keep text to a minimum on a black background	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3CD773-A0BC-7894-87A8-2E6F9F472364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/>
              <a:t>Bullet 1</a:t>
            </a:r>
          </a:p>
          <a:p>
            <a:pPr lvl="1"/>
            <a:r>
              <a:rPr lang="en-US"/>
              <a:t>Bullet 2</a:t>
            </a:r>
          </a:p>
          <a:p>
            <a:pPr lvl="2"/>
            <a:r>
              <a:rPr lang="en-US"/>
              <a:t>Bullet 3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30BDC5C-5B01-6B2C-6F0A-7C7BCBE6EA53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/>
              <a:t>Bullet 1</a:t>
            </a:r>
          </a:p>
          <a:p>
            <a:pPr lvl="1"/>
            <a:r>
              <a:rPr lang="en-US"/>
              <a:t>Bullet 2</a:t>
            </a:r>
          </a:p>
          <a:p>
            <a:pPr lvl="2"/>
            <a:r>
              <a:rPr lang="en-US"/>
              <a:t>Bullet 3</a:t>
            </a:r>
          </a:p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74FD99-CB15-D545-A087-C63FAB72FD2A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r>
              <a:rPr lang="en-US"/>
              <a:t>Bullet 1</a:t>
            </a:r>
          </a:p>
          <a:p>
            <a:pPr lvl="1"/>
            <a:r>
              <a:rPr lang="en-US"/>
              <a:t>Bullet 2</a:t>
            </a:r>
          </a:p>
          <a:p>
            <a:pPr lvl="2"/>
            <a:r>
              <a:rPr lang="en-US"/>
              <a:t>Bullet 3</a:t>
            </a:r>
          </a:p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67646FB-0832-A34B-6A41-A7E19D30E926}"/>
              </a:ext>
            </a:extLst>
          </p:cNvPr>
          <p:cNvSpPr>
            <a:spLocks noGrp="1"/>
          </p:cNvSpPr>
          <p:nvPr>
            <p:ph idx="19"/>
          </p:nvPr>
        </p:nvSpPr>
        <p:spPr/>
        <p:txBody>
          <a:bodyPr/>
          <a:lstStyle/>
          <a:p>
            <a:r>
              <a:rPr lang="en-US"/>
              <a:t>Bullet 1</a:t>
            </a:r>
          </a:p>
          <a:p>
            <a:pPr lvl="1"/>
            <a:r>
              <a:rPr lang="en-US"/>
              <a:t>Bullet 2</a:t>
            </a:r>
          </a:p>
          <a:p>
            <a:pPr lvl="2"/>
            <a:r>
              <a:rPr lang="en-US"/>
              <a:t>Bullet 3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85623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1673397-B4C7-60EF-C2EC-CE98C2C54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Title and content, 2 columns (text + images)  |  Dark</a:t>
            </a:r>
          </a:p>
        </p:txBody>
      </p:sp>
      <p:pic>
        <p:nvPicPr>
          <p:cNvPr id="2" name="Picture Placeholder 2" descr="Image Placeholder">
            <a:extLst>
              <a:ext uri="{FF2B5EF4-FFF2-40B4-BE49-F238E27FC236}">
                <a16:creationId xmlns:a16="http://schemas.microsoft.com/office/drawing/2014/main" id="{4AEA32E6-3473-7511-EF7D-85443F88AFDC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534" b="24534"/>
          <a:stretch>
            <a:fillRect/>
          </a:stretch>
        </p:blipFill>
        <p:spPr/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6ACB5A5-2879-9757-D77A-DA6D746856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Bullet 1</a:t>
            </a:r>
          </a:p>
          <a:p>
            <a:pPr lvl="1"/>
            <a:r>
              <a:rPr lang="en-US"/>
              <a:t>Bullet 2</a:t>
            </a:r>
          </a:p>
          <a:p>
            <a:pPr lvl="2"/>
            <a:r>
              <a:rPr lang="en-US"/>
              <a:t>Bullet 3</a:t>
            </a:r>
          </a:p>
          <a:p>
            <a:pPr lvl="2"/>
            <a:endParaRPr lang="en-US"/>
          </a:p>
        </p:txBody>
      </p:sp>
      <p:pic>
        <p:nvPicPr>
          <p:cNvPr id="3" name="Picture Placeholder 2" descr="Image Placeholder">
            <a:extLst>
              <a:ext uri="{FF2B5EF4-FFF2-40B4-BE49-F238E27FC236}">
                <a16:creationId xmlns:a16="http://schemas.microsoft.com/office/drawing/2014/main" id="{9C984CE1-F219-E196-844E-E21B7D3F06D8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534" b="24534"/>
          <a:stretch>
            <a:fillRect/>
          </a:stretch>
        </p:blipFill>
        <p:spPr/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3CD773-A0BC-7894-87A8-2E6F9F472364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/>
              <a:t>Bullet 1</a:t>
            </a:r>
          </a:p>
          <a:p>
            <a:pPr lvl="1"/>
            <a:r>
              <a:rPr lang="en-US"/>
              <a:t>Bullet 2</a:t>
            </a:r>
          </a:p>
          <a:p>
            <a:pPr lvl="2"/>
            <a:r>
              <a:rPr lang="en-US"/>
              <a:t>Bullet 3</a:t>
            </a:r>
          </a:p>
        </p:txBody>
      </p:sp>
    </p:spTree>
    <p:extLst>
      <p:ext uri="{BB962C8B-B14F-4D97-AF65-F5344CB8AC3E}">
        <p14:creationId xmlns:p14="http://schemas.microsoft.com/office/powerpoint/2010/main" val="27420212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1673397-B4C7-60EF-C2EC-CE98C2C54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4085"/>
            <a:ext cx="10972800" cy="946389"/>
          </a:xfrm>
        </p:spPr>
        <p:txBody>
          <a:bodyPr/>
          <a:lstStyle/>
          <a:p>
            <a:r>
              <a:rPr lang="en-US"/>
              <a:t>Title and content, 3 columns (text + images)  |  Dark</a:t>
            </a:r>
          </a:p>
        </p:txBody>
      </p:sp>
      <p:pic>
        <p:nvPicPr>
          <p:cNvPr id="3" name="Picture Placeholder 2" descr="Image Placeholder">
            <a:extLst>
              <a:ext uri="{FF2B5EF4-FFF2-40B4-BE49-F238E27FC236}">
                <a16:creationId xmlns:a16="http://schemas.microsoft.com/office/drawing/2014/main" id="{D12FC76E-A258-161B-5F6C-42434D335111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385" b="11385"/>
          <a:stretch>
            <a:fillRect/>
          </a:stretch>
        </p:blipFill>
        <p:spPr/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6ACB5A5-2879-9757-D77A-DA6D746856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4040372"/>
            <a:ext cx="3200400" cy="2286575"/>
          </a:xfrm>
        </p:spPr>
        <p:txBody>
          <a:bodyPr/>
          <a:lstStyle/>
          <a:p>
            <a:r>
              <a:rPr lang="en-US"/>
              <a:t>Bullet 1</a:t>
            </a:r>
          </a:p>
          <a:p>
            <a:pPr lvl="1"/>
            <a:r>
              <a:rPr lang="en-US"/>
              <a:t>Bullet 2</a:t>
            </a:r>
          </a:p>
          <a:p>
            <a:pPr lvl="2"/>
            <a:r>
              <a:rPr lang="en-US"/>
              <a:t>Bullet 3</a:t>
            </a:r>
          </a:p>
          <a:p>
            <a:pPr lvl="2"/>
            <a:endParaRPr lang="en-US"/>
          </a:p>
        </p:txBody>
      </p:sp>
      <p:pic>
        <p:nvPicPr>
          <p:cNvPr id="7" name="Picture Placeholder 2" descr="Image Placeholder">
            <a:extLst>
              <a:ext uri="{FF2B5EF4-FFF2-40B4-BE49-F238E27FC236}">
                <a16:creationId xmlns:a16="http://schemas.microsoft.com/office/drawing/2014/main" id="{D527CF2B-DB9F-3AA2-5C32-A18D84487BEF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366" b="11366"/>
          <a:stretch>
            <a:fillRect/>
          </a:stretch>
        </p:blipFill>
        <p:spPr/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3CD773-A0BC-7894-87A8-2E6F9F47236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468368" y="4040372"/>
            <a:ext cx="3200400" cy="2286575"/>
          </a:xfrm>
        </p:spPr>
        <p:txBody>
          <a:bodyPr/>
          <a:lstStyle/>
          <a:p>
            <a:r>
              <a:rPr lang="en-US"/>
              <a:t>Bullet 1</a:t>
            </a:r>
          </a:p>
          <a:p>
            <a:pPr lvl="1"/>
            <a:r>
              <a:rPr lang="en-US"/>
              <a:t>Bullet 2</a:t>
            </a:r>
          </a:p>
          <a:p>
            <a:pPr lvl="2"/>
            <a:r>
              <a:rPr lang="en-US"/>
              <a:t>Bullet 3</a:t>
            </a:r>
          </a:p>
        </p:txBody>
      </p:sp>
      <p:pic>
        <p:nvPicPr>
          <p:cNvPr id="8" name="Picture Placeholder 2" descr="Image Placeholder">
            <a:extLst>
              <a:ext uri="{FF2B5EF4-FFF2-40B4-BE49-F238E27FC236}">
                <a16:creationId xmlns:a16="http://schemas.microsoft.com/office/drawing/2014/main" id="{886E6CE5-7EFF-3D08-F765-4AD1AF6D938C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385" b="11385"/>
          <a:stretch>
            <a:fillRect/>
          </a:stretch>
        </p:blipFill>
        <p:spPr/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2219AF0-CC23-C290-2F89-ED4F2E73C828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327136" y="4040372"/>
            <a:ext cx="3200400" cy="2286575"/>
          </a:xfrm>
        </p:spPr>
        <p:txBody>
          <a:bodyPr/>
          <a:lstStyle/>
          <a:p>
            <a:r>
              <a:rPr lang="en-US"/>
              <a:t>Bullet 1</a:t>
            </a:r>
          </a:p>
          <a:p>
            <a:pPr lvl="1"/>
            <a:r>
              <a:rPr lang="en-US"/>
              <a:t>Bullet 2</a:t>
            </a:r>
          </a:p>
          <a:p>
            <a:pPr lvl="2"/>
            <a:r>
              <a:rPr lang="en-US"/>
              <a:t>Bullet 3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89953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845BC6B0-12A6-DF75-9672-47C76F4E1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Title and content, 4 columns (text + images)  |  Dark</a:t>
            </a:r>
          </a:p>
        </p:txBody>
      </p:sp>
      <p:pic>
        <p:nvPicPr>
          <p:cNvPr id="6" name="Picture Placeholder 2" descr="Image Placeholder">
            <a:extLst>
              <a:ext uri="{FF2B5EF4-FFF2-40B4-BE49-F238E27FC236}">
                <a16:creationId xmlns:a16="http://schemas.microsoft.com/office/drawing/2014/main" id="{076B6862-422E-F1AF-B6BB-47929FB7F4F7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91" r="5291"/>
          <a:stretch>
            <a:fillRect/>
          </a:stretch>
        </p:blipFill>
        <p:spPr/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CD32B38-AD82-9F29-1FB0-9B357C4494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Bullet 1</a:t>
            </a:r>
          </a:p>
          <a:p>
            <a:pPr lvl="1"/>
            <a:r>
              <a:rPr lang="en-US"/>
              <a:t>Bullet 2</a:t>
            </a:r>
          </a:p>
          <a:p>
            <a:pPr lvl="2"/>
            <a:r>
              <a:rPr lang="en-US"/>
              <a:t>Bullet 3</a:t>
            </a:r>
          </a:p>
          <a:p>
            <a:endParaRPr lang="en-US"/>
          </a:p>
        </p:txBody>
      </p:sp>
      <p:pic>
        <p:nvPicPr>
          <p:cNvPr id="7" name="Picture Placeholder 2" descr="Image Placeholder">
            <a:extLst>
              <a:ext uri="{FF2B5EF4-FFF2-40B4-BE49-F238E27FC236}">
                <a16:creationId xmlns:a16="http://schemas.microsoft.com/office/drawing/2014/main" id="{9E85B78D-A3D6-3499-8D81-D91A1CF76A27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91" r="5291"/>
          <a:stretch>
            <a:fillRect/>
          </a:stretch>
        </p:blipFill>
        <p:spPr/>
      </p:pic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2EFCC738-9F00-846D-355E-B82750B31D6A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/>
              <a:t>Bullet 1</a:t>
            </a:r>
          </a:p>
          <a:p>
            <a:pPr lvl="1"/>
            <a:r>
              <a:rPr lang="en-US"/>
              <a:t>Bullet 2</a:t>
            </a:r>
          </a:p>
          <a:p>
            <a:pPr lvl="2"/>
            <a:r>
              <a:rPr lang="en-US"/>
              <a:t>Bullet 3</a:t>
            </a:r>
          </a:p>
          <a:p>
            <a:endParaRPr lang="en-US"/>
          </a:p>
        </p:txBody>
      </p:sp>
      <p:pic>
        <p:nvPicPr>
          <p:cNvPr id="8" name="Picture Placeholder 2" descr="Image Placeholder">
            <a:extLst>
              <a:ext uri="{FF2B5EF4-FFF2-40B4-BE49-F238E27FC236}">
                <a16:creationId xmlns:a16="http://schemas.microsoft.com/office/drawing/2014/main" id="{931462AD-4E0F-0D53-DF3A-DBEFB80FF404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92" r="5292"/>
          <a:stretch>
            <a:fillRect/>
          </a:stretch>
        </p:blipFill>
        <p:spPr/>
      </p:pic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7934626F-E4BE-0D76-C493-DE08C9162886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/>
              <a:t>Bullet 1</a:t>
            </a:r>
          </a:p>
          <a:p>
            <a:pPr lvl="1"/>
            <a:r>
              <a:rPr lang="en-US"/>
              <a:t>Bullet 2</a:t>
            </a:r>
          </a:p>
          <a:p>
            <a:pPr lvl="2"/>
            <a:r>
              <a:rPr lang="en-US"/>
              <a:t>Bullet 3</a:t>
            </a:r>
          </a:p>
          <a:p>
            <a:endParaRPr lang="en-US"/>
          </a:p>
        </p:txBody>
      </p:sp>
      <p:pic>
        <p:nvPicPr>
          <p:cNvPr id="13" name="Picture Placeholder 2" descr="Image Placeholder">
            <a:extLst>
              <a:ext uri="{FF2B5EF4-FFF2-40B4-BE49-F238E27FC236}">
                <a16:creationId xmlns:a16="http://schemas.microsoft.com/office/drawing/2014/main" id="{C5FE61C2-8CE2-9C59-48F4-CE9AA065E592}"/>
              </a:ext>
            </a:extLst>
          </p:cNvPr>
          <p:cNvPicPr>
            <a:picLocks noGrp="1" noChangeAspect="1"/>
          </p:cNvPicPr>
          <p:nvPr>
            <p:ph type="pic" sz="quarter" idx="19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92" r="5292"/>
          <a:stretch>
            <a:fillRect/>
          </a:stretch>
        </p:blipFill>
        <p:spPr/>
      </p:pic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45E24A43-7CB1-3BB2-9969-A5A6883C80CE}"/>
              </a:ext>
            </a:extLst>
          </p:cNvPr>
          <p:cNvSpPr>
            <a:spLocks noGrp="1"/>
          </p:cNvSpPr>
          <p:nvPr>
            <p:ph idx="18"/>
          </p:nvPr>
        </p:nvSpPr>
        <p:spPr/>
        <p:txBody>
          <a:bodyPr/>
          <a:lstStyle/>
          <a:p>
            <a:r>
              <a:rPr lang="en-US"/>
              <a:t>Bullet 1</a:t>
            </a:r>
          </a:p>
          <a:p>
            <a:pPr lvl="1"/>
            <a:r>
              <a:rPr lang="en-US"/>
              <a:t>Bullet 2</a:t>
            </a:r>
          </a:p>
          <a:p>
            <a:pPr lvl="2"/>
            <a:r>
              <a:rPr lang="en-US"/>
              <a:t>Bullet 3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85852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845BC6B0-12A6-DF75-9672-47C76F4E1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Title and content, 5 columns (text + images)  |  Dark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CD32B38-AD82-9F29-1FB0-9B357C4494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Bullet 1</a:t>
            </a:r>
          </a:p>
          <a:p>
            <a:pPr lvl="1"/>
            <a:r>
              <a:rPr lang="en-US"/>
              <a:t>Bullet 2</a:t>
            </a:r>
          </a:p>
          <a:p>
            <a:pPr lvl="2"/>
            <a:r>
              <a:rPr lang="en-US"/>
              <a:t>Bullet 3</a:t>
            </a:r>
          </a:p>
        </p:txBody>
      </p:sp>
      <p:pic>
        <p:nvPicPr>
          <p:cNvPr id="6" name="Picture Placeholder 2" descr="Image Placeholder">
            <a:extLst>
              <a:ext uri="{FF2B5EF4-FFF2-40B4-BE49-F238E27FC236}">
                <a16:creationId xmlns:a16="http://schemas.microsoft.com/office/drawing/2014/main" id="{076B6862-422E-F1AF-B6BB-47929FB7F4F7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98" r="13498"/>
          <a:stretch/>
        </p:blipFill>
        <p:spPr/>
      </p:pic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2EFCC738-9F00-846D-355E-B82750B31D6A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/>
              <a:t>Bullet 1</a:t>
            </a:r>
          </a:p>
          <a:p>
            <a:pPr lvl="1"/>
            <a:r>
              <a:rPr lang="en-US"/>
              <a:t>Bullet 2</a:t>
            </a:r>
          </a:p>
          <a:p>
            <a:pPr lvl="2"/>
            <a:r>
              <a:rPr lang="en-US"/>
              <a:t>Bullet 3</a:t>
            </a:r>
          </a:p>
        </p:txBody>
      </p:sp>
      <p:pic>
        <p:nvPicPr>
          <p:cNvPr id="7" name="Picture Placeholder 2" descr="Image Placeholder">
            <a:extLst>
              <a:ext uri="{FF2B5EF4-FFF2-40B4-BE49-F238E27FC236}">
                <a16:creationId xmlns:a16="http://schemas.microsoft.com/office/drawing/2014/main" id="{9E85B78D-A3D6-3499-8D81-D91A1CF76A27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98" r="13498"/>
          <a:stretch/>
        </p:blipFill>
        <p:spPr/>
      </p:pic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7934626F-E4BE-0D76-C493-DE08C9162886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/>
              <a:t>Bullet 1</a:t>
            </a:r>
          </a:p>
          <a:p>
            <a:pPr lvl="1"/>
            <a:r>
              <a:rPr lang="en-US"/>
              <a:t>Bullet 2</a:t>
            </a:r>
          </a:p>
          <a:p>
            <a:pPr lvl="2"/>
            <a:r>
              <a:rPr lang="en-US"/>
              <a:t>Bullet 3</a:t>
            </a:r>
          </a:p>
        </p:txBody>
      </p:sp>
      <p:pic>
        <p:nvPicPr>
          <p:cNvPr id="8" name="Picture Placeholder 2" descr="Image Placeholder">
            <a:extLst>
              <a:ext uri="{FF2B5EF4-FFF2-40B4-BE49-F238E27FC236}">
                <a16:creationId xmlns:a16="http://schemas.microsoft.com/office/drawing/2014/main" id="{931462AD-4E0F-0D53-DF3A-DBEFB80FF404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98" r="13498"/>
          <a:stretch/>
        </p:blipFill>
        <p:spPr/>
      </p:pic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45E24A43-7CB1-3BB2-9969-A5A6883C80CE}"/>
              </a:ext>
            </a:extLst>
          </p:cNvPr>
          <p:cNvSpPr>
            <a:spLocks noGrp="1"/>
          </p:cNvSpPr>
          <p:nvPr>
            <p:ph idx="18"/>
          </p:nvPr>
        </p:nvSpPr>
        <p:spPr/>
        <p:txBody>
          <a:bodyPr/>
          <a:lstStyle/>
          <a:p>
            <a:r>
              <a:rPr lang="en-US"/>
              <a:t>Bullet 1</a:t>
            </a:r>
          </a:p>
          <a:p>
            <a:pPr lvl="1"/>
            <a:r>
              <a:rPr lang="en-US"/>
              <a:t>Bullet 2</a:t>
            </a:r>
          </a:p>
          <a:p>
            <a:pPr lvl="2"/>
            <a:r>
              <a:rPr lang="en-US"/>
              <a:t>Bullet 3</a:t>
            </a:r>
          </a:p>
        </p:txBody>
      </p:sp>
      <p:pic>
        <p:nvPicPr>
          <p:cNvPr id="13" name="Picture Placeholder 2" descr="Image Placeholder">
            <a:extLst>
              <a:ext uri="{FF2B5EF4-FFF2-40B4-BE49-F238E27FC236}">
                <a16:creationId xmlns:a16="http://schemas.microsoft.com/office/drawing/2014/main" id="{C5FE61C2-8CE2-9C59-48F4-CE9AA065E592}"/>
              </a:ext>
            </a:extLst>
          </p:cNvPr>
          <p:cNvPicPr>
            <a:picLocks noGrp="1" noChangeAspect="1"/>
          </p:cNvPicPr>
          <p:nvPr>
            <p:ph type="pic" sz="quarter" idx="19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98" r="13498"/>
          <a:stretch/>
        </p:blipFill>
        <p:spPr/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4F8EA0-D0C9-81A8-0AF7-A459E230BA3C}"/>
              </a:ext>
            </a:extLst>
          </p:cNvPr>
          <p:cNvSpPr>
            <a:spLocks noGrp="1"/>
          </p:cNvSpPr>
          <p:nvPr>
            <p:ph idx="21"/>
          </p:nvPr>
        </p:nvSpPr>
        <p:spPr/>
        <p:txBody>
          <a:bodyPr/>
          <a:lstStyle/>
          <a:p>
            <a:r>
              <a:rPr lang="en-US"/>
              <a:t>Bullet 1</a:t>
            </a:r>
          </a:p>
          <a:p>
            <a:pPr lvl="1"/>
            <a:r>
              <a:rPr lang="en-US"/>
              <a:t>Bullet 2</a:t>
            </a:r>
          </a:p>
          <a:p>
            <a:pPr lvl="2"/>
            <a:r>
              <a:rPr lang="en-US"/>
              <a:t>Bullet 3</a:t>
            </a:r>
          </a:p>
          <a:p>
            <a:endParaRPr lang="en-US"/>
          </a:p>
        </p:txBody>
      </p:sp>
      <p:pic>
        <p:nvPicPr>
          <p:cNvPr id="4" name="Picture Placeholder 2" descr="Image Placeholder">
            <a:extLst>
              <a:ext uri="{FF2B5EF4-FFF2-40B4-BE49-F238E27FC236}">
                <a16:creationId xmlns:a16="http://schemas.microsoft.com/office/drawing/2014/main" id="{E5FE5C4F-DAD7-1497-2BEA-B7A71CB20E5E}"/>
              </a:ext>
            </a:extLst>
          </p:cNvPr>
          <p:cNvPicPr>
            <a:picLocks noGrp="1" noChangeAspect="1"/>
          </p:cNvPicPr>
          <p:nvPr>
            <p:ph type="pic" sz="quarter" idx="2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98" r="13498"/>
          <a:stretch/>
        </p:blipFill>
        <p:spPr/>
      </p:pic>
    </p:spTree>
    <p:extLst>
      <p:ext uri="{BB962C8B-B14F-4D97-AF65-F5344CB8AC3E}">
        <p14:creationId xmlns:p14="http://schemas.microsoft.com/office/powerpoint/2010/main" val="396950607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1673397-B4C7-60EF-C2EC-CE98C2C54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Title and content, 2 columns (image + title)  |  Dark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6ACB5A5-2879-9757-D77A-DA6D746856C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Column 1 title</a:t>
            </a:r>
          </a:p>
        </p:txBody>
      </p:sp>
      <p:pic>
        <p:nvPicPr>
          <p:cNvPr id="7" name="Picture Placeholder 2" descr="Image Placeholder">
            <a:extLst>
              <a:ext uri="{FF2B5EF4-FFF2-40B4-BE49-F238E27FC236}">
                <a16:creationId xmlns:a16="http://schemas.microsoft.com/office/drawing/2014/main" id="{71A07FE0-66B2-C547-A551-B7E5AE1034B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260" b="9260"/>
          <a:stretch>
            <a:fillRect/>
          </a:stretch>
        </p:blipFill>
        <p:spPr/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3CD773-A0BC-7894-87A8-2E6F9F472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Column 2 title</a:t>
            </a:r>
          </a:p>
        </p:txBody>
      </p:sp>
      <p:pic>
        <p:nvPicPr>
          <p:cNvPr id="8" name="Picture Placeholder 2" descr="Image Placeholder">
            <a:extLst>
              <a:ext uri="{FF2B5EF4-FFF2-40B4-BE49-F238E27FC236}">
                <a16:creationId xmlns:a16="http://schemas.microsoft.com/office/drawing/2014/main" id="{32D0670C-A8A4-7B3C-008D-20C3DC784391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260" b="9260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61664154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1673397-B4C7-60EF-C2EC-CE98C2C54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Title and content, 3 columns (image + title)  |  Dark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6ACB5A5-2879-9757-D77A-DA6D746856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Column 1 title</a:t>
            </a:r>
          </a:p>
        </p:txBody>
      </p:sp>
      <p:pic>
        <p:nvPicPr>
          <p:cNvPr id="9" name="Picture Placeholder 2" descr="Image Placeholder">
            <a:extLst>
              <a:ext uri="{FF2B5EF4-FFF2-40B4-BE49-F238E27FC236}">
                <a16:creationId xmlns:a16="http://schemas.microsoft.com/office/drawing/2014/main" id="{59B86B22-1090-917D-67E7-FFADDA78693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30" r="9530"/>
          <a:stretch>
            <a:fillRect/>
          </a:stretch>
        </p:blipFill>
        <p:spPr/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3CD773-A0BC-7894-87A8-2E6F9F47236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Column 2 title</a:t>
            </a:r>
          </a:p>
        </p:txBody>
      </p:sp>
      <p:pic>
        <p:nvPicPr>
          <p:cNvPr id="10" name="Picture Placeholder 2" descr="Image Placeholder">
            <a:extLst>
              <a:ext uri="{FF2B5EF4-FFF2-40B4-BE49-F238E27FC236}">
                <a16:creationId xmlns:a16="http://schemas.microsoft.com/office/drawing/2014/main" id="{6D4C2332-359C-FBD7-4058-367748961320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50" r="9550"/>
          <a:stretch>
            <a:fillRect/>
          </a:stretch>
        </p:blipFill>
        <p:spPr/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73BF477-179E-4128-80AA-46E50686B7B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Column 3 title</a:t>
            </a:r>
          </a:p>
        </p:txBody>
      </p:sp>
      <p:pic>
        <p:nvPicPr>
          <p:cNvPr id="11" name="Picture Placeholder 2" descr="Image Placeholder">
            <a:extLst>
              <a:ext uri="{FF2B5EF4-FFF2-40B4-BE49-F238E27FC236}">
                <a16:creationId xmlns:a16="http://schemas.microsoft.com/office/drawing/2014/main" id="{956DB540-389F-2FD1-C254-C63D8A7D9412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30" r="9530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78150421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1673397-B4C7-60EF-C2EC-CE98C2C54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Title and content, 4 columns (image + title)  |  Dark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6ACB5A5-2879-9757-D77A-DA6D746856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Column 1 title</a:t>
            </a:r>
          </a:p>
        </p:txBody>
      </p:sp>
      <p:pic>
        <p:nvPicPr>
          <p:cNvPr id="3" name="Picture Placeholder 2" descr="Image Placeholder">
            <a:extLst>
              <a:ext uri="{FF2B5EF4-FFF2-40B4-BE49-F238E27FC236}">
                <a16:creationId xmlns:a16="http://schemas.microsoft.com/office/drawing/2014/main" id="{C31C52A0-F5AA-C73E-43B6-1AA33163A26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59" r="22159"/>
          <a:stretch>
            <a:fillRect/>
          </a:stretch>
        </p:blipFill>
        <p:spPr/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3CD773-A0BC-7894-87A8-2E6F9F47236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Column 2 title</a:t>
            </a:r>
          </a:p>
        </p:txBody>
      </p:sp>
      <p:pic>
        <p:nvPicPr>
          <p:cNvPr id="7" name="Picture Placeholder 2" descr="Image Placeholder">
            <a:extLst>
              <a:ext uri="{FF2B5EF4-FFF2-40B4-BE49-F238E27FC236}">
                <a16:creationId xmlns:a16="http://schemas.microsoft.com/office/drawing/2014/main" id="{51BE8D0D-2723-F0A7-267B-477C9BE7107F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59" r="22159"/>
          <a:stretch>
            <a:fillRect/>
          </a:stretch>
        </p:blipFill>
        <p:spPr/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73BF477-179E-4128-80AA-46E50686B7B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/>
              <a:t>Column 3 title</a:t>
            </a:r>
          </a:p>
        </p:txBody>
      </p:sp>
      <p:pic>
        <p:nvPicPr>
          <p:cNvPr id="8" name="Picture Placeholder 2" descr="Image Placeholder">
            <a:extLst>
              <a:ext uri="{FF2B5EF4-FFF2-40B4-BE49-F238E27FC236}">
                <a16:creationId xmlns:a16="http://schemas.microsoft.com/office/drawing/2014/main" id="{61931981-F882-8AEF-BD97-DB27A8325450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59" r="22159"/>
          <a:stretch>
            <a:fillRect/>
          </a:stretch>
        </p:blipFill>
        <p:spPr/>
      </p:pic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4FE42045-232D-7794-2B15-11BA9BBD2D4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/>
              <a:t>Column 4 title</a:t>
            </a:r>
          </a:p>
        </p:txBody>
      </p:sp>
      <p:pic>
        <p:nvPicPr>
          <p:cNvPr id="12" name="Picture Placeholder 2" descr="Image Placeholder">
            <a:extLst>
              <a:ext uri="{FF2B5EF4-FFF2-40B4-BE49-F238E27FC236}">
                <a16:creationId xmlns:a16="http://schemas.microsoft.com/office/drawing/2014/main" id="{88739EDD-6D1A-9284-4938-EEF9CC0EAE9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59" r="22159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24612039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1673397-B4C7-60EF-C2EC-CE98C2C54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Title and content, 5 columns (image + title)  |  Dark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6ACB5A5-2879-9757-D77A-DA6D746856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Column 1 title</a:t>
            </a:r>
          </a:p>
        </p:txBody>
      </p:sp>
      <p:pic>
        <p:nvPicPr>
          <p:cNvPr id="3" name="Picture Placeholder 2" descr="Image Placeholder">
            <a:extLst>
              <a:ext uri="{FF2B5EF4-FFF2-40B4-BE49-F238E27FC236}">
                <a16:creationId xmlns:a16="http://schemas.microsoft.com/office/drawing/2014/main" id="{C31C52A0-F5AA-C73E-43B6-1AA33163A26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69" r="27269"/>
          <a:stretch/>
        </p:blipFill>
        <p:spPr/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3CD773-A0BC-7894-87A8-2E6F9F47236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Column 2 title</a:t>
            </a:r>
          </a:p>
        </p:txBody>
      </p:sp>
      <p:pic>
        <p:nvPicPr>
          <p:cNvPr id="7" name="Picture Placeholder 2" descr="Image Placeholder">
            <a:extLst>
              <a:ext uri="{FF2B5EF4-FFF2-40B4-BE49-F238E27FC236}">
                <a16:creationId xmlns:a16="http://schemas.microsoft.com/office/drawing/2014/main" id="{51BE8D0D-2723-F0A7-267B-477C9BE7107F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69" r="27269"/>
          <a:stretch/>
        </p:blipFill>
        <p:spPr/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73BF477-179E-4128-80AA-46E50686B7B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/>
              <a:t>Column 3 title</a:t>
            </a:r>
          </a:p>
        </p:txBody>
      </p:sp>
      <p:pic>
        <p:nvPicPr>
          <p:cNvPr id="8" name="Picture Placeholder 2" descr="Image Placeholder">
            <a:extLst>
              <a:ext uri="{FF2B5EF4-FFF2-40B4-BE49-F238E27FC236}">
                <a16:creationId xmlns:a16="http://schemas.microsoft.com/office/drawing/2014/main" id="{61931981-F882-8AEF-BD97-DB27A8325450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69" r="27269"/>
          <a:stretch/>
        </p:blipFill>
        <p:spPr/>
      </p:pic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4FE42045-232D-7794-2B15-11BA9BBD2D4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/>
              <a:t>Column 4 title</a:t>
            </a:r>
          </a:p>
        </p:txBody>
      </p:sp>
      <p:pic>
        <p:nvPicPr>
          <p:cNvPr id="12" name="Picture Placeholder 2" descr="Image Placeholder">
            <a:extLst>
              <a:ext uri="{FF2B5EF4-FFF2-40B4-BE49-F238E27FC236}">
                <a16:creationId xmlns:a16="http://schemas.microsoft.com/office/drawing/2014/main" id="{88739EDD-6D1A-9284-4938-EEF9CC0EAE9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69" r="27269"/>
          <a:stretch/>
        </p:blipFill>
        <p:spPr/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0044EDD-F614-0551-5A90-DE60650B248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753600" y="1581773"/>
            <a:ext cx="1828800" cy="311175"/>
          </a:xfrm>
        </p:spPr>
        <p:txBody>
          <a:bodyPr/>
          <a:lstStyle/>
          <a:p>
            <a:r>
              <a:rPr lang="en-US"/>
              <a:t>Column 5 title</a:t>
            </a:r>
          </a:p>
        </p:txBody>
      </p:sp>
      <p:pic>
        <p:nvPicPr>
          <p:cNvPr id="11" name="Picture Placeholder 2" descr="Image Placeholder">
            <a:extLst>
              <a:ext uri="{FF2B5EF4-FFF2-40B4-BE49-F238E27FC236}">
                <a16:creationId xmlns:a16="http://schemas.microsoft.com/office/drawing/2014/main" id="{D2545216-4E43-29BF-DDE8-56A6475C2131}"/>
              </a:ext>
            </a:extLst>
          </p:cNvPr>
          <p:cNvPicPr>
            <a:picLocks noGrp="1" noChangeAspect="1"/>
          </p:cNvPicPr>
          <p:nvPr>
            <p:ph type="pic" sz="quarter" idx="2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69" r="27269"/>
          <a:stretch/>
        </p:blipFill>
        <p:spPr/>
      </p:pic>
    </p:spTree>
    <p:extLst>
      <p:ext uri="{BB962C8B-B14F-4D97-AF65-F5344CB8AC3E}">
        <p14:creationId xmlns:p14="http://schemas.microsoft.com/office/powerpoint/2010/main" val="284428848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BD1EA72-4C10-860B-96DB-F23494471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496437"/>
            <a:ext cx="10972800" cy="1865126"/>
          </a:xfrm>
        </p:spPr>
        <p:txBody>
          <a:bodyPr/>
          <a:lstStyle/>
          <a:p>
            <a:r>
              <a:rPr lang="en-US"/>
              <a:t>Image grids</a:t>
            </a:r>
          </a:p>
        </p:txBody>
      </p:sp>
    </p:spTree>
    <p:extLst>
      <p:ext uri="{BB962C8B-B14F-4D97-AF65-F5344CB8AC3E}">
        <p14:creationId xmlns:p14="http://schemas.microsoft.com/office/powerpoint/2010/main" val="351233884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D3C38AB-9134-54D5-E2BB-67F649FDD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4085"/>
            <a:ext cx="10972800" cy="946389"/>
          </a:xfrm>
        </p:spPr>
        <p:txBody>
          <a:bodyPr/>
          <a:lstStyle/>
          <a:p>
            <a:r>
              <a:rPr lang="en-US"/>
              <a:t>1 x 1 image only</a:t>
            </a:r>
          </a:p>
        </p:txBody>
      </p:sp>
      <p:pic>
        <p:nvPicPr>
          <p:cNvPr id="2" name="Picture Placeholder 2" descr="Image Placeholder">
            <a:extLst>
              <a:ext uri="{FF2B5EF4-FFF2-40B4-BE49-F238E27FC236}">
                <a16:creationId xmlns:a16="http://schemas.microsoft.com/office/drawing/2014/main" id="{8E17CEE9-CD2F-17DF-9157-32380DB0C3B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167" b="29167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77741830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3CEA603-C6C2-FCB2-9A19-6D382F0D3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4085"/>
            <a:ext cx="10972800" cy="946389"/>
          </a:xfrm>
        </p:spPr>
        <p:txBody>
          <a:bodyPr/>
          <a:lstStyle/>
          <a:p>
            <a:r>
              <a:rPr lang="en-US"/>
              <a:t>2 x 2 images only</a:t>
            </a:r>
          </a:p>
        </p:txBody>
      </p:sp>
      <p:pic>
        <p:nvPicPr>
          <p:cNvPr id="12" name="Picture Placeholder 11" descr="Image Placeholder">
            <a:extLst>
              <a:ext uri="{FF2B5EF4-FFF2-40B4-BE49-F238E27FC236}">
                <a16:creationId xmlns:a16="http://schemas.microsoft.com/office/drawing/2014/main" id="{E5CC2015-ECF8-A4B3-0B97-B96342A84B7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167" b="29167"/>
          <a:stretch>
            <a:fillRect/>
          </a:stretch>
        </p:blipFill>
        <p:spPr/>
      </p:pic>
      <p:pic>
        <p:nvPicPr>
          <p:cNvPr id="2" name="Picture Placeholder 2" descr="Image Placeholder">
            <a:extLst>
              <a:ext uri="{FF2B5EF4-FFF2-40B4-BE49-F238E27FC236}">
                <a16:creationId xmlns:a16="http://schemas.microsoft.com/office/drawing/2014/main" id="{23299155-8559-967D-08A3-72EAD7D58D28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167" b="29167"/>
          <a:stretch>
            <a:fillRect/>
          </a:stretch>
        </p:blipFill>
        <p:spPr/>
      </p:pic>
      <p:pic>
        <p:nvPicPr>
          <p:cNvPr id="4" name="Picture Placeholder 2" descr="Image Placeholder">
            <a:extLst>
              <a:ext uri="{FF2B5EF4-FFF2-40B4-BE49-F238E27FC236}">
                <a16:creationId xmlns:a16="http://schemas.microsoft.com/office/drawing/2014/main" id="{971C2706-A52A-BF71-64A9-961E69D85D5F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167" b="29167"/>
          <a:stretch>
            <a:fillRect/>
          </a:stretch>
        </p:blipFill>
        <p:spPr/>
      </p:pic>
      <p:pic>
        <p:nvPicPr>
          <p:cNvPr id="18" name="Picture Placeholder 17" descr="Image Placeholder">
            <a:extLst>
              <a:ext uri="{FF2B5EF4-FFF2-40B4-BE49-F238E27FC236}">
                <a16:creationId xmlns:a16="http://schemas.microsoft.com/office/drawing/2014/main" id="{31DADF09-3F9B-1F13-587C-AB2233FF2B6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167" b="29167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8349155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D7C899D1-4A40-A5CB-9CE9-BFC907751C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4085"/>
            <a:ext cx="10972800" cy="946389"/>
          </a:xfrm>
        </p:spPr>
        <p:txBody>
          <a:bodyPr/>
          <a:lstStyle/>
          <a:p>
            <a:r>
              <a:rPr lang="en-US"/>
              <a:t>3 x 2 images only</a:t>
            </a:r>
          </a:p>
        </p:txBody>
      </p:sp>
      <p:pic>
        <p:nvPicPr>
          <p:cNvPr id="16" name="Picture Placeholder 15" descr="Image Placeholder">
            <a:extLst>
              <a:ext uri="{FF2B5EF4-FFF2-40B4-BE49-F238E27FC236}">
                <a16:creationId xmlns:a16="http://schemas.microsoft.com/office/drawing/2014/main" id="{01DC3505-27C5-B4A7-A5B4-94A47306CBF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18750"/>
          <a:stretch>
            <a:fillRect/>
          </a:stretch>
        </p:blipFill>
        <p:spPr/>
      </p:pic>
      <p:pic>
        <p:nvPicPr>
          <p:cNvPr id="2" name="Picture Placeholder 2" descr="Image Placeholder">
            <a:extLst>
              <a:ext uri="{FF2B5EF4-FFF2-40B4-BE49-F238E27FC236}">
                <a16:creationId xmlns:a16="http://schemas.microsoft.com/office/drawing/2014/main" id="{88D31A69-D08A-B370-9DC7-7F0AE3D9EB4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18750"/>
          <a:stretch>
            <a:fillRect/>
          </a:stretch>
        </p:blipFill>
        <p:spPr/>
      </p:pic>
      <p:pic>
        <p:nvPicPr>
          <p:cNvPr id="4" name="Picture Placeholder 2" descr="Image Placeholder">
            <a:extLst>
              <a:ext uri="{FF2B5EF4-FFF2-40B4-BE49-F238E27FC236}">
                <a16:creationId xmlns:a16="http://schemas.microsoft.com/office/drawing/2014/main" id="{D77173C1-8629-39D1-D934-96A3EF68C8A1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18750"/>
          <a:stretch>
            <a:fillRect/>
          </a:stretch>
        </p:blipFill>
        <p:spPr/>
      </p:pic>
      <p:pic>
        <p:nvPicPr>
          <p:cNvPr id="24" name="Picture Placeholder 23" descr="Image Placeholder">
            <a:extLst>
              <a:ext uri="{FF2B5EF4-FFF2-40B4-BE49-F238E27FC236}">
                <a16:creationId xmlns:a16="http://schemas.microsoft.com/office/drawing/2014/main" id="{04B6AF0E-E10E-0656-B970-75B6CD4EEB42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18750"/>
          <a:stretch>
            <a:fillRect/>
          </a:stretch>
        </p:blipFill>
        <p:spPr/>
      </p:pic>
      <p:pic>
        <p:nvPicPr>
          <p:cNvPr id="26" name="Picture Placeholder 25" descr="Image Placeholder">
            <a:extLst>
              <a:ext uri="{FF2B5EF4-FFF2-40B4-BE49-F238E27FC236}">
                <a16:creationId xmlns:a16="http://schemas.microsoft.com/office/drawing/2014/main" id="{ACFC20D2-566A-07BF-D39A-EF1261A88CB7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18750"/>
          <a:stretch>
            <a:fillRect/>
          </a:stretch>
        </p:blipFill>
        <p:spPr/>
      </p:pic>
      <p:pic>
        <p:nvPicPr>
          <p:cNvPr id="7" name="Picture Placeholder 2" descr="Image Placeholder">
            <a:extLst>
              <a:ext uri="{FF2B5EF4-FFF2-40B4-BE49-F238E27FC236}">
                <a16:creationId xmlns:a16="http://schemas.microsoft.com/office/drawing/2014/main" id="{C66541AB-98F5-C998-CD70-B180C7E56D87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18750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28644892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50B78-65D2-7958-5738-D531A140A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8 x 4 images only</a:t>
            </a:r>
          </a:p>
        </p:txBody>
      </p:sp>
      <p:pic>
        <p:nvPicPr>
          <p:cNvPr id="36" name="Picture Placeholder 35" descr="Image placeholder">
            <a:extLst>
              <a:ext uri="{FF2B5EF4-FFF2-40B4-BE49-F238E27FC236}">
                <a16:creationId xmlns:a16="http://schemas.microsoft.com/office/drawing/2014/main" id="{6B26B235-92BC-054E-E325-33C5D3DDF3DC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27" b="4027"/>
          <a:stretch>
            <a:fillRect/>
          </a:stretch>
        </p:blipFill>
        <p:spPr/>
      </p:pic>
      <p:pic>
        <p:nvPicPr>
          <p:cNvPr id="37" name="Picture Placeholder 35" descr="Image placeholder">
            <a:extLst>
              <a:ext uri="{FF2B5EF4-FFF2-40B4-BE49-F238E27FC236}">
                <a16:creationId xmlns:a16="http://schemas.microsoft.com/office/drawing/2014/main" id="{4E6367C3-AA94-7196-D506-052155C66072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27" b="4027"/>
          <a:stretch>
            <a:fillRect/>
          </a:stretch>
        </p:blipFill>
        <p:spPr/>
      </p:pic>
      <p:pic>
        <p:nvPicPr>
          <p:cNvPr id="38" name="Picture Placeholder 35" descr="Image placeholder">
            <a:extLst>
              <a:ext uri="{FF2B5EF4-FFF2-40B4-BE49-F238E27FC236}">
                <a16:creationId xmlns:a16="http://schemas.microsoft.com/office/drawing/2014/main" id="{5751B303-C891-DAA2-3523-A8222417F601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88" b="4088"/>
          <a:stretch>
            <a:fillRect/>
          </a:stretch>
        </p:blipFill>
        <p:spPr/>
      </p:pic>
      <p:pic>
        <p:nvPicPr>
          <p:cNvPr id="39" name="Picture Placeholder 35" descr="Image placeholder">
            <a:extLst>
              <a:ext uri="{FF2B5EF4-FFF2-40B4-BE49-F238E27FC236}">
                <a16:creationId xmlns:a16="http://schemas.microsoft.com/office/drawing/2014/main" id="{939DEC58-19D5-4D72-DA3A-D0CBC01306E7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27" b="4027"/>
          <a:stretch>
            <a:fillRect/>
          </a:stretch>
        </p:blipFill>
        <p:spPr/>
      </p:pic>
      <p:pic>
        <p:nvPicPr>
          <p:cNvPr id="40" name="Picture Placeholder 35" descr="Image placeholder">
            <a:extLst>
              <a:ext uri="{FF2B5EF4-FFF2-40B4-BE49-F238E27FC236}">
                <a16:creationId xmlns:a16="http://schemas.microsoft.com/office/drawing/2014/main" id="{7091764A-4FFB-4265-BE1D-D877D62DDC7A}"/>
              </a:ext>
            </a:extLst>
          </p:cNvPr>
          <p:cNvPicPr>
            <a:picLocks noGrp="1" noChangeAspect="1"/>
          </p:cNvPicPr>
          <p:nvPr>
            <p:ph type="pic" sz="quarter" idx="19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27" b="4027"/>
          <a:stretch>
            <a:fillRect/>
          </a:stretch>
        </p:blipFill>
        <p:spPr/>
      </p:pic>
      <p:pic>
        <p:nvPicPr>
          <p:cNvPr id="41" name="Picture Placeholder 35" descr="Image placeholder">
            <a:extLst>
              <a:ext uri="{FF2B5EF4-FFF2-40B4-BE49-F238E27FC236}">
                <a16:creationId xmlns:a16="http://schemas.microsoft.com/office/drawing/2014/main" id="{525245F2-C3FC-AB89-4505-A65231CFD2E7}"/>
              </a:ext>
            </a:extLst>
          </p:cNvPr>
          <p:cNvPicPr>
            <a:picLocks noGrp="1" noChangeAspect="1"/>
          </p:cNvPicPr>
          <p:nvPr>
            <p:ph type="pic" sz="quarter" idx="2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27" b="4027"/>
          <a:stretch>
            <a:fillRect/>
          </a:stretch>
        </p:blipFill>
        <p:spPr/>
      </p:pic>
      <p:pic>
        <p:nvPicPr>
          <p:cNvPr id="42" name="Picture Placeholder 35" descr="Image placeholder">
            <a:extLst>
              <a:ext uri="{FF2B5EF4-FFF2-40B4-BE49-F238E27FC236}">
                <a16:creationId xmlns:a16="http://schemas.microsoft.com/office/drawing/2014/main" id="{83AFBDCC-99C1-0A31-6AAF-9353B7590D9A}"/>
              </a:ext>
            </a:extLst>
          </p:cNvPr>
          <p:cNvPicPr>
            <a:picLocks noGrp="1" noChangeAspect="1"/>
          </p:cNvPicPr>
          <p:nvPr>
            <p:ph type="pic" sz="quarter" idx="2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27" b="4027"/>
          <a:stretch>
            <a:fillRect/>
          </a:stretch>
        </p:blipFill>
        <p:spPr/>
      </p:pic>
      <p:pic>
        <p:nvPicPr>
          <p:cNvPr id="43" name="Picture Placeholder 35" descr="Image placeholder">
            <a:extLst>
              <a:ext uri="{FF2B5EF4-FFF2-40B4-BE49-F238E27FC236}">
                <a16:creationId xmlns:a16="http://schemas.microsoft.com/office/drawing/2014/main" id="{E6FFE0E1-AB61-9D97-C6D3-9E018F558F5F}"/>
              </a:ext>
            </a:extLst>
          </p:cNvPr>
          <p:cNvPicPr>
            <a:picLocks noGrp="1" noChangeAspect="1"/>
          </p:cNvPicPr>
          <p:nvPr>
            <p:ph type="pic" sz="quarter" idx="2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27" b="4027"/>
          <a:stretch>
            <a:fillRect/>
          </a:stretch>
        </p:blipFill>
        <p:spPr/>
      </p:pic>
      <p:pic>
        <p:nvPicPr>
          <p:cNvPr id="44" name="Picture Placeholder 35" descr="Image placeholder">
            <a:extLst>
              <a:ext uri="{FF2B5EF4-FFF2-40B4-BE49-F238E27FC236}">
                <a16:creationId xmlns:a16="http://schemas.microsoft.com/office/drawing/2014/main" id="{1F87CE24-521D-1C3B-D7A3-6B55119C2564}"/>
              </a:ext>
            </a:extLst>
          </p:cNvPr>
          <p:cNvPicPr>
            <a:picLocks noGrp="1" noChangeAspect="1"/>
          </p:cNvPicPr>
          <p:nvPr>
            <p:ph type="pic" sz="quarter" idx="26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27" b="4027"/>
          <a:stretch>
            <a:fillRect/>
          </a:stretch>
        </p:blipFill>
        <p:spPr/>
      </p:pic>
      <p:pic>
        <p:nvPicPr>
          <p:cNvPr id="45" name="Picture Placeholder 35" descr="Image placeholder">
            <a:extLst>
              <a:ext uri="{FF2B5EF4-FFF2-40B4-BE49-F238E27FC236}">
                <a16:creationId xmlns:a16="http://schemas.microsoft.com/office/drawing/2014/main" id="{484287CF-E505-13F6-A5DA-7393888C8FD4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27" b="4027"/>
          <a:stretch>
            <a:fillRect/>
          </a:stretch>
        </p:blipFill>
        <p:spPr/>
      </p:pic>
      <p:pic>
        <p:nvPicPr>
          <p:cNvPr id="46" name="Picture Placeholder 35" descr="Image placeholder">
            <a:extLst>
              <a:ext uri="{FF2B5EF4-FFF2-40B4-BE49-F238E27FC236}">
                <a16:creationId xmlns:a16="http://schemas.microsoft.com/office/drawing/2014/main" id="{D639347E-769F-28C9-4167-D0A530CE0C23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88" b="4088"/>
          <a:stretch>
            <a:fillRect/>
          </a:stretch>
        </p:blipFill>
        <p:spPr/>
      </p:pic>
      <p:pic>
        <p:nvPicPr>
          <p:cNvPr id="47" name="Picture Placeholder 35" descr="Image placeholder">
            <a:extLst>
              <a:ext uri="{FF2B5EF4-FFF2-40B4-BE49-F238E27FC236}">
                <a16:creationId xmlns:a16="http://schemas.microsoft.com/office/drawing/2014/main" id="{E7DBB7C0-A3A7-894C-C701-7B05674A42C9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27" b="4027"/>
          <a:stretch>
            <a:fillRect/>
          </a:stretch>
        </p:blipFill>
        <p:spPr/>
      </p:pic>
      <p:pic>
        <p:nvPicPr>
          <p:cNvPr id="48" name="Picture Placeholder 35" descr="Image placeholder">
            <a:extLst>
              <a:ext uri="{FF2B5EF4-FFF2-40B4-BE49-F238E27FC236}">
                <a16:creationId xmlns:a16="http://schemas.microsoft.com/office/drawing/2014/main" id="{C107C0FF-6392-5A09-9CAE-DC6A4EC84C2A}"/>
              </a:ext>
            </a:extLst>
          </p:cNvPr>
          <p:cNvPicPr>
            <a:picLocks noGrp="1" noChangeAspect="1"/>
          </p:cNvPicPr>
          <p:nvPr>
            <p:ph type="pic" sz="quarter" idx="3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27" b="4027"/>
          <a:stretch>
            <a:fillRect/>
          </a:stretch>
        </p:blipFill>
        <p:spPr/>
      </p:pic>
      <p:pic>
        <p:nvPicPr>
          <p:cNvPr id="49" name="Picture Placeholder 35" descr="Image placeholder">
            <a:extLst>
              <a:ext uri="{FF2B5EF4-FFF2-40B4-BE49-F238E27FC236}">
                <a16:creationId xmlns:a16="http://schemas.microsoft.com/office/drawing/2014/main" id="{C5EE2FCA-807C-DBD3-35DC-559744013B4E}"/>
              </a:ext>
            </a:extLst>
          </p:cNvPr>
          <p:cNvPicPr>
            <a:picLocks noGrp="1" noChangeAspect="1"/>
          </p:cNvPicPr>
          <p:nvPr>
            <p:ph type="pic" sz="quarter" idx="3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27" b="4027"/>
          <a:stretch>
            <a:fillRect/>
          </a:stretch>
        </p:blipFill>
        <p:spPr/>
      </p:pic>
      <p:pic>
        <p:nvPicPr>
          <p:cNvPr id="50" name="Picture Placeholder 35" descr="Image placeholder">
            <a:extLst>
              <a:ext uri="{FF2B5EF4-FFF2-40B4-BE49-F238E27FC236}">
                <a16:creationId xmlns:a16="http://schemas.microsoft.com/office/drawing/2014/main" id="{B25EEF52-5464-3BFB-39AA-EC6546DE88FB}"/>
              </a:ext>
            </a:extLst>
          </p:cNvPr>
          <p:cNvPicPr>
            <a:picLocks noGrp="1" noChangeAspect="1"/>
          </p:cNvPicPr>
          <p:nvPr>
            <p:ph type="pic" sz="quarter" idx="3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27" b="4027"/>
          <a:stretch>
            <a:fillRect/>
          </a:stretch>
        </p:blipFill>
        <p:spPr/>
      </p:pic>
      <p:pic>
        <p:nvPicPr>
          <p:cNvPr id="51" name="Picture Placeholder 35" descr="Image placeholder">
            <a:extLst>
              <a:ext uri="{FF2B5EF4-FFF2-40B4-BE49-F238E27FC236}">
                <a16:creationId xmlns:a16="http://schemas.microsoft.com/office/drawing/2014/main" id="{5152E9BF-DD54-27C6-B6D5-13D6AE32986A}"/>
              </a:ext>
            </a:extLst>
          </p:cNvPr>
          <p:cNvPicPr>
            <a:picLocks noGrp="1" noChangeAspect="1"/>
          </p:cNvPicPr>
          <p:nvPr>
            <p:ph type="pic" sz="quarter" idx="3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27" b="4027"/>
          <a:stretch>
            <a:fillRect/>
          </a:stretch>
        </p:blipFill>
        <p:spPr/>
      </p:pic>
      <p:pic>
        <p:nvPicPr>
          <p:cNvPr id="52" name="Picture Placeholder 35" descr="Image placeholder">
            <a:extLst>
              <a:ext uri="{FF2B5EF4-FFF2-40B4-BE49-F238E27FC236}">
                <a16:creationId xmlns:a16="http://schemas.microsoft.com/office/drawing/2014/main" id="{70D769A6-93C8-7A87-EAA1-950C5E2B10E4}"/>
              </a:ext>
            </a:extLst>
          </p:cNvPr>
          <p:cNvPicPr>
            <a:picLocks noGrp="1" noChangeAspect="1"/>
          </p:cNvPicPr>
          <p:nvPr>
            <p:ph type="pic" sz="quarter" idx="3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60" b="3960"/>
          <a:stretch>
            <a:fillRect/>
          </a:stretch>
        </p:blipFill>
        <p:spPr/>
      </p:pic>
      <p:pic>
        <p:nvPicPr>
          <p:cNvPr id="53" name="Picture Placeholder 35" descr="Image placeholder">
            <a:extLst>
              <a:ext uri="{FF2B5EF4-FFF2-40B4-BE49-F238E27FC236}">
                <a16:creationId xmlns:a16="http://schemas.microsoft.com/office/drawing/2014/main" id="{A83D649C-E811-80D5-4457-E5FF210004B3}"/>
              </a:ext>
            </a:extLst>
          </p:cNvPr>
          <p:cNvPicPr>
            <a:picLocks noGrp="1" noChangeAspect="1"/>
          </p:cNvPicPr>
          <p:nvPr>
            <p:ph type="pic" sz="quarter" idx="3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60" b="3960"/>
          <a:stretch>
            <a:fillRect/>
          </a:stretch>
        </p:blipFill>
        <p:spPr/>
      </p:pic>
      <p:pic>
        <p:nvPicPr>
          <p:cNvPr id="54" name="Picture Placeholder 35" descr="Image placeholder">
            <a:extLst>
              <a:ext uri="{FF2B5EF4-FFF2-40B4-BE49-F238E27FC236}">
                <a16:creationId xmlns:a16="http://schemas.microsoft.com/office/drawing/2014/main" id="{38057CDD-55E9-416C-439E-4C887872A33A}"/>
              </a:ext>
            </a:extLst>
          </p:cNvPr>
          <p:cNvPicPr>
            <a:picLocks noGrp="1" noChangeAspect="1"/>
          </p:cNvPicPr>
          <p:nvPr>
            <p:ph type="pic" sz="quarter" idx="36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21" b="4021"/>
          <a:stretch>
            <a:fillRect/>
          </a:stretch>
        </p:blipFill>
        <p:spPr/>
      </p:pic>
      <p:pic>
        <p:nvPicPr>
          <p:cNvPr id="55" name="Picture Placeholder 35" descr="Image placeholder">
            <a:extLst>
              <a:ext uri="{FF2B5EF4-FFF2-40B4-BE49-F238E27FC236}">
                <a16:creationId xmlns:a16="http://schemas.microsoft.com/office/drawing/2014/main" id="{83D0548F-83B6-AFB0-8860-55637DBE41D4}"/>
              </a:ext>
            </a:extLst>
          </p:cNvPr>
          <p:cNvPicPr>
            <a:picLocks noGrp="1" noChangeAspect="1"/>
          </p:cNvPicPr>
          <p:nvPr>
            <p:ph type="pic" sz="quarter" idx="37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60" b="3960"/>
          <a:stretch>
            <a:fillRect/>
          </a:stretch>
        </p:blipFill>
        <p:spPr/>
      </p:pic>
      <p:pic>
        <p:nvPicPr>
          <p:cNvPr id="56" name="Picture Placeholder 35" descr="Image placeholder">
            <a:extLst>
              <a:ext uri="{FF2B5EF4-FFF2-40B4-BE49-F238E27FC236}">
                <a16:creationId xmlns:a16="http://schemas.microsoft.com/office/drawing/2014/main" id="{657A9FBE-3D20-1244-DB32-5BDAB4F1B621}"/>
              </a:ext>
            </a:extLst>
          </p:cNvPr>
          <p:cNvPicPr>
            <a:picLocks noGrp="1" noChangeAspect="1"/>
          </p:cNvPicPr>
          <p:nvPr>
            <p:ph type="pic" sz="quarter" idx="38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60" b="3960"/>
          <a:stretch>
            <a:fillRect/>
          </a:stretch>
        </p:blipFill>
        <p:spPr/>
      </p:pic>
      <p:pic>
        <p:nvPicPr>
          <p:cNvPr id="57" name="Picture Placeholder 35" descr="Image placeholder">
            <a:extLst>
              <a:ext uri="{FF2B5EF4-FFF2-40B4-BE49-F238E27FC236}">
                <a16:creationId xmlns:a16="http://schemas.microsoft.com/office/drawing/2014/main" id="{CFA1A58F-1B6A-9DDF-1B4A-0E8BD85F199A}"/>
              </a:ext>
            </a:extLst>
          </p:cNvPr>
          <p:cNvPicPr>
            <a:picLocks noGrp="1" noChangeAspect="1"/>
          </p:cNvPicPr>
          <p:nvPr>
            <p:ph type="pic" sz="quarter" idx="39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60" b="3960"/>
          <a:stretch>
            <a:fillRect/>
          </a:stretch>
        </p:blipFill>
        <p:spPr/>
      </p:pic>
      <p:pic>
        <p:nvPicPr>
          <p:cNvPr id="58" name="Picture Placeholder 35" descr="Image placeholder">
            <a:extLst>
              <a:ext uri="{FF2B5EF4-FFF2-40B4-BE49-F238E27FC236}">
                <a16:creationId xmlns:a16="http://schemas.microsoft.com/office/drawing/2014/main" id="{073E8D91-4067-A73C-E804-27AF349DF78C}"/>
              </a:ext>
            </a:extLst>
          </p:cNvPr>
          <p:cNvPicPr>
            <a:picLocks noGrp="1" noChangeAspect="1"/>
          </p:cNvPicPr>
          <p:nvPr>
            <p:ph type="pic" sz="quarter" idx="4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60" b="3960"/>
          <a:stretch>
            <a:fillRect/>
          </a:stretch>
        </p:blipFill>
        <p:spPr/>
      </p:pic>
      <p:pic>
        <p:nvPicPr>
          <p:cNvPr id="59" name="Picture Placeholder 35" descr="Image placeholder">
            <a:extLst>
              <a:ext uri="{FF2B5EF4-FFF2-40B4-BE49-F238E27FC236}">
                <a16:creationId xmlns:a16="http://schemas.microsoft.com/office/drawing/2014/main" id="{D4848292-5A2F-8F8D-17B1-EDCD03FE5A37}"/>
              </a:ext>
            </a:extLst>
          </p:cNvPr>
          <p:cNvPicPr>
            <a:picLocks noGrp="1" noChangeAspect="1"/>
          </p:cNvPicPr>
          <p:nvPr>
            <p:ph type="pic" sz="quarter" idx="4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60" b="3960"/>
          <a:stretch>
            <a:fillRect/>
          </a:stretch>
        </p:blipFill>
        <p:spPr/>
      </p:pic>
      <p:pic>
        <p:nvPicPr>
          <p:cNvPr id="60" name="Picture Placeholder 35" descr="Image placeholder">
            <a:extLst>
              <a:ext uri="{FF2B5EF4-FFF2-40B4-BE49-F238E27FC236}">
                <a16:creationId xmlns:a16="http://schemas.microsoft.com/office/drawing/2014/main" id="{76A820EC-7F5D-EC6C-60E3-B126B3E8B774}"/>
              </a:ext>
            </a:extLst>
          </p:cNvPr>
          <p:cNvPicPr>
            <a:picLocks noGrp="1" noChangeAspect="1"/>
          </p:cNvPicPr>
          <p:nvPr>
            <p:ph type="pic" sz="quarter" idx="4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60" b="3960"/>
          <a:stretch>
            <a:fillRect/>
          </a:stretch>
        </p:blipFill>
        <p:spPr/>
      </p:pic>
      <p:pic>
        <p:nvPicPr>
          <p:cNvPr id="61" name="Picture Placeholder 35" descr="Image placeholder">
            <a:extLst>
              <a:ext uri="{FF2B5EF4-FFF2-40B4-BE49-F238E27FC236}">
                <a16:creationId xmlns:a16="http://schemas.microsoft.com/office/drawing/2014/main" id="{3246ACD7-DDFE-0097-21E7-60EFB8E43487}"/>
              </a:ext>
            </a:extLst>
          </p:cNvPr>
          <p:cNvPicPr>
            <a:picLocks noGrp="1" noChangeAspect="1"/>
          </p:cNvPicPr>
          <p:nvPr>
            <p:ph type="pic" sz="quarter" idx="4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60" b="3960"/>
          <a:stretch>
            <a:fillRect/>
          </a:stretch>
        </p:blipFill>
        <p:spPr/>
      </p:pic>
      <p:pic>
        <p:nvPicPr>
          <p:cNvPr id="62" name="Picture Placeholder 35" descr="Image placeholder">
            <a:extLst>
              <a:ext uri="{FF2B5EF4-FFF2-40B4-BE49-F238E27FC236}">
                <a16:creationId xmlns:a16="http://schemas.microsoft.com/office/drawing/2014/main" id="{BE086F77-D3E3-BB8B-9B56-7920BA192BE3}"/>
              </a:ext>
            </a:extLst>
          </p:cNvPr>
          <p:cNvPicPr>
            <a:picLocks noGrp="1" noChangeAspect="1"/>
          </p:cNvPicPr>
          <p:nvPr>
            <p:ph type="pic" sz="quarter" idx="4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21" b="4021"/>
          <a:stretch>
            <a:fillRect/>
          </a:stretch>
        </p:blipFill>
        <p:spPr/>
      </p:pic>
      <p:pic>
        <p:nvPicPr>
          <p:cNvPr id="63" name="Picture Placeholder 35" descr="Image placeholder">
            <a:extLst>
              <a:ext uri="{FF2B5EF4-FFF2-40B4-BE49-F238E27FC236}">
                <a16:creationId xmlns:a16="http://schemas.microsoft.com/office/drawing/2014/main" id="{2D75620D-CA39-53A9-CAF3-72A52B9D2DFC}"/>
              </a:ext>
            </a:extLst>
          </p:cNvPr>
          <p:cNvPicPr>
            <a:picLocks noGrp="1" noChangeAspect="1"/>
          </p:cNvPicPr>
          <p:nvPr>
            <p:ph type="pic" sz="quarter" idx="4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60" b="3960"/>
          <a:stretch>
            <a:fillRect/>
          </a:stretch>
        </p:blipFill>
        <p:spPr/>
      </p:pic>
      <p:pic>
        <p:nvPicPr>
          <p:cNvPr id="64" name="Picture Placeholder 35" descr="Image placeholder">
            <a:extLst>
              <a:ext uri="{FF2B5EF4-FFF2-40B4-BE49-F238E27FC236}">
                <a16:creationId xmlns:a16="http://schemas.microsoft.com/office/drawing/2014/main" id="{EA847297-5376-3A35-1D32-11BC34834052}"/>
              </a:ext>
            </a:extLst>
          </p:cNvPr>
          <p:cNvPicPr>
            <a:picLocks noGrp="1" noChangeAspect="1"/>
          </p:cNvPicPr>
          <p:nvPr>
            <p:ph type="pic" sz="quarter" idx="46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60" b="3960"/>
          <a:stretch>
            <a:fillRect/>
          </a:stretch>
        </p:blipFill>
        <p:spPr/>
      </p:pic>
      <p:pic>
        <p:nvPicPr>
          <p:cNvPr id="65" name="Picture Placeholder 35" descr="Image placeholder">
            <a:extLst>
              <a:ext uri="{FF2B5EF4-FFF2-40B4-BE49-F238E27FC236}">
                <a16:creationId xmlns:a16="http://schemas.microsoft.com/office/drawing/2014/main" id="{6E5FBB29-1EA9-2E74-E817-FDC16DEF2DD6}"/>
              </a:ext>
            </a:extLst>
          </p:cNvPr>
          <p:cNvPicPr>
            <a:picLocks noGrp="1" noChangeAspect="1"/>
          </p:cNvPicPr>
          <p:nvPr>
            <p:ph type="pic" sz="quarter" idx="47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60" b="3960"/>
          <a:stretch>
            <a:fillRect/>
          </a:stretch>
        </p:blipFill>
        <p:spPr/>
      </p:pic>
      <p:pic>
        <p:nvPicPr>
          <p:cNvPr id="66" name="Picture Placeholder 35" descr="Image placeholder">
            <a:extLst>
              <a:ext uri="{FF2B5EF4-FFF2-40B4-BE49-F238E27FC236}">
                <a16:creationId xmlns:a16="http://schemas.microsoft.com/office/drawing/2014/main" id="{1930F48E-DD89-022D-03F7-008BCD63F477}"/>
              </a:ext>
            </a:extLst>
          </p:cNvPr>
          <p:cNvPicPr>
            <a:picLocks noGrp="1" noChangeAspect="1"/>
          </p:cNvPicPr>
          <p:nvPr>
            <p:ph type="pic" sz="quarter" idx="48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60" b="3960"/>
          <a:stretch>
            <a:fillRect/>
          </a:stretch>
        </p:blipFill>
        <p:spPr/>
      </p:pic>
      <p:pic>
        <p:nvPicPr>
          <p:cNvPr id="67" name="Picture Placeholder 35" descr="Image placeholder">
            <a:extLst>
              <a:ext uri="{FF2B5EF4-FFF2-40B4-BE49-F238E27FC236}">
                <a16:creationId xmlns:a16="http://schemas.microsoft.com/office/drawing/2014/main" id="{AFD9639D-22DC-07B0-1018-DF1D63720EAB}"/>
              </a:ext>
            </a:extLst>
          </p:cNvPr>
          <p:cNvPicPr>
            <a:picLocks noGrp="1" noChangeAspect="1"/>
          </p:cNvPicPr>
          <p:nvPr>
            <p:ph type="pic" sz="quarter" idx="49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60" b="3960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35876003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E7D37AFA-18EC-982D-D448-C15FD2B81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4085"/>
            <a:ext cx="10972800" cy="946389"/>
          </a:xfrm>
        </p:spPr>
        <p:txBody>
          <a:bodyPr/>
          <a:lstStyle/>
          <a:p>
            <a:r>
              <a:rPr lang="en-US"/>
              <a:t>1 x 1 image only – dark</a:t>
            </a:r>
          </a:p>
        </p:txBody>
      </p:sp>
      <p:pic>
        <p:nvPicPr>
          <p:cNvPr id="2" name="Picture Placeholder 2" descr="Image Placeholder">
            <a:extLst>
              <a:ext uri="{FF2B5EF4-FFF2-40B4-BE49-F238E27FC236}">
                <a16:creationId xmlns:a16="http://schemas.microsoft.com/office/drawing/2014/main" id="{91ED3BD2-D45D-6104-507B-55B404A1114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167" b="29167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50395541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79DB4D9-ACBE-792E-500A-EC6D45C1B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4085"/>
            <a:ext cx="10972800" cy="946389"/>
          </a:xfrm>
        </p:spPr>
        <p:txBody>
          <a:bodyPr/>
          <a:lstStyle/>
          <a:p>
            <a:r>
              <a:rPr lang="en-US"/>
              <a:t>2 x 2 images only – dark</a:t>
            </a:r>
          </a:p>
        </p:txBody>
      </p:sp>
      <p:pic>
        <p:nvPicPr>
          <p:cNvPr id="10" name="Picture Placeholder 9" descr="Image Placeholder">
            <a:extLst>
              <a:ext uri="{FF2B5EF4-FFF2-40B4-BE49-F238E27FC236}">
                <a16:creationId xmlns:a16="http://schemas.microsoft.com/office/drawing/2014/main" id="{F6A62565-28E8-BA81-C8AD-1F0BB907DA2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167" b="29167"/>
          <a:stretch>
            <a:fillRect/>
          </a:stretch>
        </p:blipFill>
        <p:spPr/>
      </p:pic>
      <p:pic>
        <p:nvPicPr>
          <p:cNvPr id="5" name="Picture Placeholder 2" descr="Image Placeholder">
            <a:extLst>
              <a:ext uri="{FF2B5EF4-FFF2-40B4-BE49-F238E27FC236}">
                <a16:creationId xmlns:a16="http://schemas.microsoft.com/office/drawing/2014/main" id="{DBC0F0C3-9B75-C597-2997-F319E945816B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167" b="29167"/>
          <a:stretch>
            <a:fillRect/>
          </a:stretch>
        </p:blipFill>
        <p:spPr/>
      </p:pic>
      <p:pic>
        <p:nvPicPr>
          <p:cNvPr id="3" name="Picture Placeholder 2" descr="Image Placeholder">
            <a:extLst>
              <a:ext uri="{FF2B5EF4-FFF2-40B4-BE49-F238E27FC236}">
                <a16:creationId xmlns:a16="http://schemas.microsoft.com/office/drawing/2014/main" id="{C3A6E61E-4485-BB09-6FDB-0EBA7982B0C8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167" b="29167"/>
          <a:stretch>
            <a:fillRect/>
          </a:stretch>
        </p:blipFill>
        <p:spPr/>
      </p:pic>
      <p:pic>
        <p:nvPicPr>
          <p:cNvPr id="18" name="Picture Placeholder 17" descr="Image Placeholder">
            <a:extLst>
              <a:ext uri="{FF2B5EF4-FFF2-40B4-BE49-F238E27FC236}">
                <a16:creationId xmlns:a16="http://schemas.microsoft.com/office/drawing/2014/main" id="{8DB71CC0-BF64-8272-ED08-AE1E440FC71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167" b="29167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73868349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57247A8F-15CF-8CF2-D799-7AC4942F5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4085"/>
            <a:ext cx="10972800" cy="946389"/>
          </a:xfrm>
        </p:spPr>
        <p:txBody>
          <a:bodyPr/>
          <a:lstStyle/>
          <a:p>
            <a:r>
              <a:rPr lang="en-US"/>
              <a:t>3 x 2 images only – dark</a:t>
            </a:r>
          </a:p>
        </p:txBody>
      </p:sp>
      <p:pic>
        <p:nvPicPr>
          <p:cNvPr id="16" name="Picture Placeholder 15" descr="Image Placeholder">
            <a:extLst>
              <a:ext uri="{FF2B5EF4-FFF2-40B4-BE49-F238E27FC236}">
                <a16:creationId xmlns:a16="http://schemas.microsoft.com/office/drawing/2014/main" id="{B77E301F-B9A7-2E85-C88F-E74FE3E62F1E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18750"/>
          <a:stretch>
            <a:fillRect/>
          </a:stretch>
        </p:blipFill>
        <p:spPr/>
      </p:pic>
      <p:pic>
        <p:nvPicPr>
          <p:cNvPr id="3" name="Picture Placeholder 2" descr="Image Placeholder">
            <a:extLst>
              <a:ext uri="{FF2B5EF4-FFF2-40B4-BE49-F238E27FC236}">
                <a16:creationId xmlns:a16="http://schemas.microsoft.com/office/drawing/2014/main" id="{B2E75359-DF57-DA8D-CC5D-484DFA3404E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18750"/>
          <a:stretch>
            <a:fillRect/>
          </a:stretch>
        </p:blipFill>
        <p:spPr/>
      </p:pic>
      <p:pic>
        <p:nvPicPr>
          <p:cNvPr id="5" name="Picture Placeholder 2" descr="Image Placeholder">
            <a:extLst>
              <a:ext uri="{FF2B5EF4-FFF2-40B4-BE49-F238E27FC236}">
                <a16:creationId xmlns:a16="http://schemas.microsoft.com/office/drawing/2014/main" id="{1355766C-20EB-0D46-F3C3-9699F9A5E374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18750"/>
          <a:stretch>
            <a:fillRect/>
          </a:stretch>
        </p:blipFill>
        <p:spPr/>
      </p:pic>
      <p:pic>
        <p:nvPicPr>
          <p:cNvPr id="24" name="Picture Placeholder 23" descr="Image Placeholder">
            <a:extLst>
              <a:ext uri="{FF2B5EF4-FFF2-40B4-BE49-F238E27FC236}">
                <a16:creationId xmlns:a16="http://schemas.microsoft.com/office/drawing/2014/main" id="{841255F9-2BD0-8796-0B04-E1F6E657036B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18750"/>
          <a:stretch>
            <a:fillRect/>
          </a:stretch>
        </p:blipFill>
        <p:spPr/>
      </p:pic>
      <p:pic>
        <p:nvPicPr>
          <p:cNvPr id="26" name="Picture Placeholder 25" descr="Image Placeholder">
            <a:extLst>
              <a:ext uri="{FF2B5EF4-FFF2-40B4-BE49-F238E27FC236}">
                <a16:creationId xmlns:a16="http://schemas.microsoft.com/office/drawing/2014/main" id="{09503A84-C129-7685-5F84-516A8C59BA52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18750"/>
          <a:stretch>
            <a:fillRect/>
          </a:stretch>
        </p:blipFill>
        <p:spPr/>
      </p:pic>
      <p:pic>
        <p:nvPicPr>
          <p:cNvPr id="7" name="Picture Placeholder 2" descr="Image Placeholder">
            <a:extLst>
              <a:ext uri="{FF2B5EF4-FFF2-40B4-BE49-F238E27FC236}">
                <a16:creationId xmlns:a16="http://schemas.microsoft.com/office/drawing/2014/main" id="{4D5F813E-CD1F-E121-DC2C-B762DC42FE70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18750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45000020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50B78-65D2-7958-5738-D531A140A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8 x 4 images only  |  Dark</a:t>
            </a:r>
          </a:p>
        </p:txBody>
      </p:sp>
      <p:pic>
        <p:nvPicPr>
          <p:cNvPr id="36" name="Picture Placeholder 35" descr="Image placeholder">
            <a:extLst>
              <a:ext uri="{FF2B5EF4-FFF2-40B4-BE49-F238E27FC236}">
                <a16:creationId xmlns:a16="http://schemas.microsoft.com/office/drawing/2014/main" id="{6B26B235-92BC-054E-E325-33C5D3DDF3DC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27" b="4027"/>
          <a:stretch/>
        </p:blipFill>
        <p:spPr/>
      </p:pic>
      <p:pic>
        <p:nvPicPr>
          <p:cNvPr id="37" name="Picture Placeholder 35" descr="Image placeholder">
            <a:extLst>
              <a:ext uri="{FF2B5EF4-FFF2-40B4-BE49-F238E27FC236}">
                <a16:creationId xmlns:a16="http://schemas.microsoft.com/office/drawing/2014/main" id="{4E6367C3-AA94-7196-D506-052155C66072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27" b="4027"/>
          <a:stretch/>
        </p:blipFill>
        <p:spPr/>
      </p:pic>
      <p:pic>
        <p:nvPicPr>
          <p:cNvPr id="38" name="Picture Placeholder 35" descr="Image placeholder">
            <a:extLst>
              <a:ext uri="{FF2B5EF4-FFF2-40B4-BE49-F238E27FC236}">
                <a16:creationId xmlns:a16="http://schemas.microsoft.com/office/drawing/2014/main" id="{5751B303-C891-DAA2-3523-A8222417F601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88" b="4088"/>
          <a:stretch/>
        </p:blipFill>
        <p:spPr/>
      </p:pic>
      <p:pic>
        <p:nvPicPr>
          <p:cNvPr id="39" name="Picture Placeholder 35" descr="Image placeholder">
            <a:extLst>
              <a:ext uri="{FF2B5EF4-FFF2-40B4-BE49-F238E27FC236}">
                <a16:creationId xmlns:a16="http://schemas.microsoft.com/office/drawing/2014/main" id="{939DEC58-19D5-4D72-DA3A-D0CBC01306E7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27" b="4027"/>
          <a:stretch/>
        </p:blipFill>
        <p:spPr/>
      </p:pic>
      <p:pic>
        <p:nvPicPr>
          <p:cNvPr id="40" name="Picture Placeholder 35" descr="Image placeholder">
            <a:extLst>
              <a:ext uri="{FF2B5EF4-FFF2-40B4-BE49-F238E27FC236}">
                <a16:creationId xmlns:a16="http://schemas.microsoft.com/office/drawing/2014/main" id="{7091764A-4FFB-4265-BE1D-D877D62DDC7A}"/>
              </a:ext>
            </a:extLst>
          </p:cNvPr>
          <p:cNvPicPr>
            <a:picLocks noGrp="1" noChangeAspect="1"/>
          </p:cNvPicPr>
          <p:nvPr>
            <p:ph type="pic" sz="quarter" idx="19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27" b="4027"/>
          <a:stretch/>
        </p:blipFill>
        <p:spPr/>
      </p:pic>
      <p:pic>
        <p:nvPicPr>
          <p:cNvPr id="41" name="Picture Placeholder 35" descr="Image placeholder">
            <a:extLst>
              <a:ext uri="{FF2B5EF4-FFF2-40B4-BE49-F238E27FC236}">
                <a16:creationId xmlns:a16="http://schemas.microsoft.com/office/drawing/2014/main" id="{525245F2-C3FC-AB89-4505-A65231CFD2E7}"/>
              </a:ext>
            </a:extLst>
          </p:cNvPr>
          <p:cNvPicPr>
            <a:picLocks noGrp="1" noChangeAspect="1"/>
          </p:cNvPicPr>
          <p:nvPr>
            <p:ph type="pic" sz="quarter" idx="2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27" b="4027"/>
          <a:stretch/>
        </p:blipFill>
        <p:spPr/>
      </p:pic>
      <p:pic>
        <p:nvPicPr>
          <p:cNvPr id="42" name="Picture Placeholder 35" descr="Image placeholder">
            <a:extLst>
              <a:ext uri="{FF2B5EF4-FFF2-40B4-BE49-F238E27FC236}">
                <a16:creationId xmlns:a16="http://schemas.microsoft.com/office/drawing/2014/main" id="{83AFBDCC-99C1-0A31-6AAF-9353B7590D9A}"/>
              </a:ext>
            </a:extLst>
          </p:cNvPr>
          <p:cNvPicPr>
            <a:picLocks noGrp="1" noChangeAspect="1"/>
          </p:cNvPicPr>
          <p:nvPr>
            <p:ph type="pic" sz="quarter" idx="2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27" b="4027"/>
          <a:stretch/>
        </p:blipFill>
        <p:spPr/>
      </p:pic>
      <p:pic>
        <p:nvPicPr>
          <p:cNvPr id="43" name="Picture Placeholder 35" descr="Image placeholder">
            <a:extLst>
              <a:ext uri="{FF2B5EF4-FFF2-40B4-BE49-F238E27FC236}">
                <a16:creationId xmlns:a16="http://schemas.microsoft.com/office/drawing/2014/main" id="{E6FFE0E1-AB61-9D97-C6D3-9E018F558F5F}"/>
              </a:ext>
            </a:extLst>
          </p:cNvPr>
          <p:cNvPicPr>
            <a:picLocks noGrp="1" noChangeAspect="1"/>
          </p:cNvPicPr>
          <p:nvPr>
            <p:ph type="pic" sz="quarter" idx="2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27" b="4027"/>
          <a:stretch/>
        </p:blipFill>
        <p:spPr/>
      </p:pic>
      <p:pic>
        <p:nvPicPr>
          <p:cNvPr id="44" name="Picture Placeholder 35" descr="Image placeholder">
            <a:extLst>
              <a:ext uri="{FF2B5EF4-FFF2-40B4-BE49-F238E27FC236}">
                <a16:creationId xmlns:a16="http://schemas.microsoft.com/office/drawing/2014/main" id="{1F87CE24-521D-1C3B-D7A3-6B55119C2564}"/>
              </a:ext>
            </a:extLst>
          </p:cNvPr>
          <p:cNvPicPr>
            <a:picLocks noGrp="1" noChangeAspect="1"/>
          </p:cNvPicPr>
          <p:nvPr>
            <p:ph type="pic" sz="quarter" idx="26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27" b="4027"/>
          <a:stretch/>
        </p:blipFill>
        <p:spPr/>
      </p:pic>
      <p:pic>
        <p:nvPicPr>
          <p:cNvPr id="45" name="Picture Placeholder 35" descr="Image placeholder">
            <a:extLst>
              <a:ext uri="{FF2B5EF4-FFF2-40B4-BE49-F238E27FC236}">
                <a16:creationId xmlns:a16="http://schemas.microsoft.com/office/drawing/2014/main" id="{484287CF-E505-13F6-A5DA-7393888C8FD4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27" b="4027"/>
          <a:stretch/>
        </p:blipFill>
        <p:spPr/>
      </p:pic>
      <p:pic>
        <p:nvPicPr>
          <p:cNvPr id="46" name="Picture Placeholder 35" descr="Image placeholder">
            <a:extLst>
              <a:ext uri="{FF2B5EF4-FFF2-40B4-BE49-F238E27FC236}">
                <a16:creationId xmlns:a16="http://schemas.microsoft.com/office/drawing/2014/main" id="{D639347E-769F-28C9-4167-D0A530CE0C23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88" b="4088"/>
          <a:stretch/>
        </p:blipFill>
        <p:spPr/>
      </p:pic>
      <p:pic>
        <p:nvPicPr>
          <p:cNvPr id="47" name="Picture Placeholder 35" descr="Image placeholder">
            <a:extLst>
              <a:ext uri="{FF2B5EF4-FFF2-40B4-BE49-F238E27FC236}">
                <a16:creationId xmlns:a16="http://schemas.microsoft.com/office/drawing/2014/main" id="{E7DBB7C0-A3A7-894C-C701-7B05674A42C9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27" b="4027"/>
          <a:stretch/>
        </p:blipFill>
        <p:spPr/>
      </p:pic>
      <p:pic>
        <p:nvPicPr>
          <p:cNvPr id="48" name="Picture Placeholder 35" descr="Image placeholder">
            <a:extLst>
              <a:ext uri="{FF2B5EF4-FFF2-40B4-BE49-F238E27FC236}">
                <a16:creationId xmlns:a16="http://schemas.microsoft.com/office/drawing/2014/main" id="{C107C0FF-6392-5A09-9CAE-DC6A4EC84C2A}"/>
              </a:ext>
            </a:extLst>
          </p:cNvPr>
          <p:cNvPicPr>
            <a:picLocks noGrp="1" noChangeAspect="1"/>
          </p:cNvPicPr>
          <p:nvPr>
            <p:ph type="pic" sz="quarter" idx="3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27" b="4027"/>
          <a:stretch/>
        </p:blipFill>
        <p:spPr/>
      </p:pic>
      <p:pic>
        <p:nvPicPr>
          <p:cNvPr id="49" name="Picture Placeholder 35" descr="Image placeholder">
            <a:extLst>
              <a:ext uri="{FF2B5EF4-FFF2-40B4-BE49-F238E27FC236}">
                <a16:creationId xmlns:a16="http://schemas.microsoft.com/office/drawing/2014/main" id="{C5EE2FCA-807C-DBD3-35DC-559744013B4E}"/>
              </a:ext>
            </a:extLst>
          </p:cNvPr>
          <p:cNvPicPr>
            <a:picLocks noGrp="1" noChangeAspect="1"/>
          </p:cNvPicPr>
          <p:nvPr>
            <p:ph type="pic" sz="quarter" idx="3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27" b="4027"/>
          <a:stretch/>
        </p:blipFill>
        <p:spPr/>
      </p:pic>
      <p:pic>
        <p:nvPicPr>
          <p:cNvPr id="50" name="Picture Placeholder 35" descr="Image placeholder">
            <a:extLst>
              <a:ext uri="{FF2B5EF4-FFF2-40B4-BE49-F238E27FC236}">
                <a16:creationId xmlns:a16="http://schemas.microsoft.com/office/drawing/2014/main" id="{B25EEF52-5464-3BFB-39AA-EC6546DE88FB}"/>
              </a:ext>
            </a:extLst>
          </p:cNvPr>
          <p:cNvPicPr>
            <a:picLocks noGrp="1" noChangeAspect="1"/>
          </p:cNvPicPr>
          <p:nvPr>
            <p:ph type="pic" sz="quarter" idx="3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27" b="4027"/>
          <a:stretch/>
        </p:blipFill>
        <p:spPr/>
      </p:pic>
      <p:pic>
        <p:nvPicPr>
          <p:cNvPr id="51" name="Picture Placeholder 35" descr="Image placeholder">
            <a:extLst>
              <a:ext uri="{FF2B5EF4-FFF2-40B4-BE49-F238E27FC236}">
                <a16:creationId xmlns:a16="http://schemas.microsoft.com/office/drawing/2014/main" id="{5152E9BF-DD54-27C6-B6D5-13D6AE32986A}"/>
              </a:ext>
            </a:extLst>
          </p:cNvPr>
          <p:cNvPicPr>
            <a:picLocks noGrp="1" noChangeAspect="1"/>
          </p:cNvPicPr>
          <p:nvPr>
            <p:ph type="pic" sz="quarter" idx="3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27" b="4027"/>
          <a:stretch/>
        </p:blipFill>
        <p:spPr/>
      </p:pic>
      <p:pic>
        <p:nvPicPr>
          <p:cNvPr id="52" name="Picture Placeholder 35" descr="Image placeholder">
            <a:extLst>
              <a:ext uri="{FF2B5EF4-FFF2-40B4-BE49-F238E27FC236}">
                <a16:creationId xmlns:a16="http://schemas.microsoft.com/office/drawing/2014/main" id="{70D769A6-93C8-7A87-EAA1-950C5E2B10E4}"/>
              </a:ext>
            </a:extLst>
          </p:cNvPr>
          <p:cNvPicPr>
            <a:picLocks noGrp="1" noChangeAspect="1"/>
          </p:cNvPicPr>
          <p:nvPr>
            <p:ph type="pic" sz="quarter" idx="3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60" b="3960"/>
          <a:stretch/>
        </p:blipFill>
        <p:spPr/>
      </p:pic>
      <p:pic>
        <p:nvPicPr>
          <p:cNvPr id="53" name="Picture Placeholder 35" descr="Image placeholder">
            <a:extLst>
              <a:ext uri="{FF2B5EF4-FFF2-40B4-BE49-F238E27FC236}">
                <a16:creationId xmlns:a16="http://schemas.microsoft.com/office/drawing/2014/main" id="{A83D649C-E811-80D5-4457-E5FF210004B3}"/>
              </a:ext>
            </a:extLst>
          </p:cNvPr>
          <p:cNvPicPr>
            <a:picLocks noGrp="1" noChangeAspect="1"/>
          </p:cNvPicPr>
          <p:nvPr>
            <p:ph type="pic" sz="quarter" idx="3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60" b="3960"/>
          <a:stretch/>
        </p:blipFill>
        <p:spPr/>
      </p:pic>
      <p:pic>
        <p:nvPicPr>
          <p:cNvPr id="54" name="Picture Placeholder 35" descr="Image placeholder">
            <a:extLst>
              <a:ext uri="{FF2B5EF4-FFF2-40B4-BE49-F238E27FC236}">
                <a16:creationId xmlns:a16="http://schemas.microsoft.com/office/drawing/2014/main" id="{38057CDD-55E9-416C-439E-4C887872A33A}"/>
              </a:ext>
            </a:extLst>
          </p:cNvPr>
          <p:cNvPicPr>
            <a:picLocks noGrp="1" noChangeAspect="1"/>
          </p:cNvPicPr>
          <p:nvPr>
            <p:ph type="pic" sz="quarter" idx="36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21" b="4021"/>
          <a:stretch/>
        </p:blipFill>
        <p:spPr/>
      </p:pic>
      <p:pic>
        <p:nvPicPr>
          <p:cNvPr id="55" name="Picture Placeholder 35" descr="Image placeholder">
            <a:extLst>
              <a:ext uri="{FF2B5EF4-FFF2-40B4-BE49-F238E27FC236}">
                <a16:creationId xmlns:a16="http://schemas.microsoft.com/office/drawing/2014/main" id="{83D0548F-83B6-AFB0-8860-55637DBE41D4}"/>
              </a:ext>
            </a:extLst>
          </p:cNvPr>
          <p:cNvPicPr>
            <a:picLocks noGrp="1" noChangeAspect="1"/>
          </p:cNvPicPr>
          <p:nvPr>
            <p:ph type="pic" sz="quarter" idx="37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60" b="3960"/>
          <a:stretch/>
        </p:blipFill>
        <p:spPr/>
      </p:pic>
      <p:pic>
        <p:nvPicPr>
          <p:cNvPr id="56" name="Picture Placeholder 35" descr="Image placeholder">
            <a:extLst>
              <a:ext uri="{FF2B5EF4-FFF2-40B4-BE49-F238E27FC236}">
                <a16:creationId xmlns:a16="http://schemas.microsoft.com/office/drawing/2014/main" id="{657A9FBE-3D20-1244-DB32-5BDAB4F1B621}"/>
              </a:ext>
            </a:extLst>
          </p:cNvPr>
          <p:cNvPicPr>
            <a:picLocks noGrp="1" noChangeAspect="1"/>
          </p:cNvPicPr>
          <p:nvPr>
            <p:ph type="pic" sz="quarter" idx="38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60" b="3960"/>
          <a:stretch/>
        </p:blipFill>
        <p:spPr/>
      </p:pic>
      <p:pic>
        <p:nvPicPr>
          <p:cNvPr id="57" name="Picture Placeholder 35" descr="Image placeholder">
            <a:extLst>
              <a:ext uri="{FF2B5EF4-FFF2-40B4-BE49-F238E27FC236}">
                <a16:creationId xmlns:a16="http://schemas.microsoft.com/office/drawing/2014/main" id="{CFA1A58F-1B6A-9DDF-1B4A-0E8BD85F199A}"/>
              </a:ext>
            </a:extLst>
          </p:cNvPr>
          <p:cNvPicPr>
            <a:picLocks noGrp="1" noChangeAspect="1"/>
          </p:cNvPicPr>
          <p:nvPr>
            <p:ph type="pic" sz="quarter" idx="39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60" b="3960"/>
          <a:stretch/>
        </p:blipFill>
        <p:spPr/>
      </p:pic>
      <p:pic>
        <p:nvPicPr>
          <p:cNvPr id="58" name="Picture Placeholder 35" descr="Image placeholder">
            <a:extLst>
              <a:ext uri="{FF2B5EF4-FFF2-40B4-BE49-F238E27FC236}">
                <a16:creationId xmlns:a16="http://schemas.microsoft.com/office/drawing/2014/main" id="{073E8D91-4067-A73C-E804-27AF349DF78C}"/>
              </a:ext>
            </a:extLst>
          </p:cNvPr>
          <p:cNvPicPr>
            <a:picLocks noGrp="1" noChangeAspect="1"/>
          </p:cNvPicPr>
          <p:nvPr>
            <p:ph type="pic" sz="quarter" idx="4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60" b="3960"/>
          <a:stretch/>
        </p:blipFill>
        <p:spPr/>
      </p:pic>
      <p:pic>
        <p:nvPicPr>
          <p:cNvPr id="59" name="Picture Placeholder 35" descr="Image placeholder">
            <a:extLst>
              <a:ext uri="{FF2B5EF4-FFF2-40B4-BE49-F238E27FC236}">
                <a16:creationId xmlns:a16="http://schemas.microsoft.com/office/drawing/2014/main" id="{D4848292-5A2F-8F8D-17B1-EDCD03FE5A37}"/>
              </a:ext>
            </a:extLst>
          </p:cNvPr>
          <p:cNvPicPr>
            <a:picLocks noGrp="1" noChangeAspect="1"/>
          </p:cNvPicPr>
          <p:nvPr>
            <p:ph type="pic" sz="quarter" idx="4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60" b="3960"/>
          <a:stretch/>
        </p:blipFill>
        <p:spPr/>
      </p:pic>
      <p:pic>
        <p:nvPicPr>
          <p:cNvPr id="60" name="Picture Placeholder 35" descr="Image placeholder">
            <a:extLst>
              <a:ext uri="{FF2B5EF4-FFF2-40B4-BE49-F238E27FC236}">
                <a16:creationId xmlns:a16="http://schemas.microsoft.com/office/drawing/2014/main" id="{76A820EC-7F5D-EC6C-60E3-B126B3E8B774}"/>
              </a:ext>
            </a:extLst>
          </p:cNvPr>
          <p:cNvPicPr>
            <a:picLocks noGrp="1" noChangeAspect="1"/>
          </p:cNvPicPr>
          <p:nvPr>
            <p:ph type="pic" sz="quarter" idx="4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60" b="3960"/>
          <a:stretch/>
        </p:blipFill>
        <p:spPr/>
      </p:pic>
      <p:pic>
        <p:nvPicPr>
          <p:cNvPr id="61" name="Picture Placeholder 35" descr="Image placeholder">
            <a:extLst>
              <a:ext uri="{FF2B5EF4-FFF2-40B4-BE49-F238E27FC236}">
                <a16:creationId xmlns:a16="http://schemas.microsoft.com/office/drawing/2014/main" id="{3246ACD7-DDFE-0097-21E7-60EFB8E43487}"/>
              </a:ext>
            </a:extLst>
          </p:cNvPr>
          <p:cNvPicPr>
            <a:picLocks noGrp="1" noChangeAspect="1"/>
          </p:cNvPicPr>
          <p:nvPr>
            <p:ph type="pic" sz="quarter" idx="4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60" b="3960"/>
          <a:stretch/>
        </p:blipFill>
        <p:spPr/>
      </p:pic>
      <p:pic>
        <p:nvPicPr>
          <p:cNvPr id="62" name="Picture Placeholder 35" descr="Image placeholder">
            <a:extLst>
              <a:ext uri="{FF2B5EF4-FFF2-40B4-BE49-F238E27FC236}">
                <a16:creationId xmlns:a16="http://schemas.microsoft.com/office/drawing/2014/main" id="{BE086F77-D3E3-BB8B-9B56-7920BA192BE3}"/>
              </a:ext>
            </a:extLst>
          </p:cNvPr>
          <p:cNvPicPr>
            <a:picLocks noGrp="1" noChangeAspect="1"/>
          </p:cNvPicPr>
          <p:nvPr>
            <p:ph type="pic" sz="quarter" idx="4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21" b="4021"/>
          <a:stretch/>
        </p:blipFill>
        <p:spPr/>
      </p:pic>
      <p:pic>
        <p:nvPicPr>
          <p:cNvPr id="63" name="Picture Placeholder 35" descr="Image placeholder">
            <a:extLst>
              <a:ext uri="{FF2B5EF4-FFF2-40B4-BE49-F238E27FC236}">
                <a16:creationId xmlns:a16="http://schemas.microsoft.com/office/drawing/2014/main" id="{2D75620D-CA39-53A9-CAF3-72A52B9D2DFC}"/>
              </a:ext>
            </a:extLst>
          </p:cNvPr>
          <p:cNvPicPr>
            <a:picLocks noGrp="1" noChangeAspect="1"/>
          </p:cNvPicPr>
          <p:nvPr>
            <p:ph type="pic" sz="quarter" idx="4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60" b="3960"/>
          <a:stretch/>
        </p:blipFill>
        <p:spPr/>
      </p:pic>
      <p:pic>
        <p:nvPicPr>
          <p:cNvPr id="64" name="Picture Placeholder 35" descr="Image placeholder">
            <a:extLst>
              <a:ext uri="{FF2B5EF4-FFF2-40B4-BE49-F238E27FC236}">
                <a16:creationId xmlns:a16="http://schemas.microsoft.com/office/drawing/2014/main" id="{EA847297-5376-3A35-1D32-11BC34834052}"/>
              </a:ext>
            </a:extLst>
          </p:cNvPr>
          <p:cNvPicPr>
            <a:picLocks noGrp="1" noChangeAspect="1"/>
          </p:cNvPicPr>
          <p:nvPr>
            <p:ph type="pic" sz="quarter" idx="46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60" b="3960"/>
          <a:stretch/>
        </p:blipFill>
        <p:spPr/>
      </p:pic>
      <p:pic>
        <p:nvPicPr>
          <p:cNvPr id="65" name="Picture Placeholder 35" descr="Image placeholder">
            <a:extLst>
              <a:ext uri="{FF2B5EF4-FFF2-40B4-BE49-F238E27FC236}">
                <a16:creationId xmlns:a16="http://schemas.microsoft.com/office/drawing/2014/main" id="{6E5FBB29-1EA9-2E74-E817-FDC16DEF2DD6}"/>
              </a:ext>
            </a:extLst>
          </p:cNvPr>
          <p:cNvPicPr>
            <a:picLocks noGrp="1" noChangeAspect="1"/>
          </p:cNvPicPr>
          <p:nvPr>
            <p:ph type="pic" sz="quarter" idx="47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60" b="3960"/>
          <a:stretch/>
        </p:blipFill>
        <p:spPr/>
      </p:pic>
      <p:pic>
        <p:nvPicPr>
          <p:cNvPr id="66" name="Picture Placeholder 35" descr="Image placeholder">
            <a:extLst>
              <a:ext uri="{FF2B5EF4-FFF2-40B4-BE49-F238E27FC236}">
                <a16:creationId xmlns:a16="http://schemas.microsoft.com/office/drawing/2014/main" id="{1930F48E-DD89-022D-03F7-008BCD63F477}"/>
              </a:ext>
            </a:extLst>
          </p:cNvPr>
          <p:cNvPicPr>
            <a:picLocks noGrp="1" noChangeAspect="1"/>
          </p:cNvPicPr>
          <p:nvPr>
            <p:ph type="pic" sz="quarter" idx="48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60" b="3960"/>
          <a:stretch/>
        </p:blipFill>
        <p:spPr/>
      </p:pic>
      <p:pic>
        <p:nvPicPr>
          <p:cNvPr id="67" name="Picture Placeholder 35" descr="Image placeholder">
            <a:extLst>
              <a:ext uri="{FF2B5EF4-FFF2-40B4-BE49-F238E27FC236}">
                <a16:creationId xmlns:a16="http://schemas.microsoft.com/office/drawing/2014/main" id="{AFD9639D-22DC-07B0-1018-DF1D63720EAB}"/>
              </a:ext>
            </a:extLst>
          </p:cNvPr>
          <p:cNvPicPr>
            <a:picLocks noGrp="1" noChangeAspect="1"/>
          </p:cNvPicPr>
          <p:nvPr>
            <p:ph type="pic" sz="quarter" idx="49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60" b="3960"/>
          <a:stretch/>
        </p:blipFill>
        <p:spPr/>
      </p:pic>
    </p:spTree>
    <p:extLst>
      <p:ext uri="{BB962C8B-B14F-4D97-AF65-F5344CB8AC3E}">
        <p14:creationId xmlns:p14="http://schemas.microsoft.com/office/powerpoint/2010/main" val="74875276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8E95C-B425-A00A-23CA-A3150491C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Full bleed image with red thread</a:t>
            </a:r>
          </a:p>
        </p:txBody>
      </p:sp>
      <p:pic>
        <p:nvPicPr>
          <p:cNvPr id="4" name="Picture Placeholder 2" descr="Image Placeholder">
            <a:extLst>
              <a:ext uri="{FF2B5EF4-FFF2-40B4-BE49-F238E27FC236}">
                <a16:creationId xmlns:a16="http://schemas.microsoft.com/office/drawing/2014/main" id="{2841A973-2123-CB44-1469-692F8EEA65A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575" b="21575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62818385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5CE9375-8B68-39C1-15BE-E24103EBC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939635"/>
            <a:ext cx="10972800" cy="978729"/>
          </a:xfrm>
        </p:spPr>
        <p:txBody>
          <a:bodyPr/>
          <a:lstStyle/>
          <a:p>
            <a:r>
              <a:rPr lang="en-US"/>
              <a:t>Icons</a:t>
            </a:r>
          </a:p>
        </p:txBody>
      </p:sp>
    </p:spTree>
    <p:extLst>
      <p:ext uri="{BB962C8B-B14F-4D97-AF65-F5344CB8AC3E}">
        <p14:creationId xmlns:p14="http://schemas.microsoft.com/office/powerpoint/2010/main" val="325333171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798D9-AB25-A6BF-F169-16B02444D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4085"/>
            <a:ext cx="10972800" cy="946389"/>
          </a:xfrm>
        </p:spPr>
        <p:txBody>
          <a:bodyPr/>
          <a:lstStyle/>
          <a:p>
            <a:r>
              <a:rPr lang="en-US"/>
              <a:t>Dark icons for white backgrounds</a:t>
            </a:r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707FE76F-7858-5328-A389-95599CE6CC9F}"/>
              </a:ext>
            </a:extLst>
          </p:cNvPr>
          <p:cNvSpPr txBox="1"/>
          <p:nvPr/>
        </p:nvSpPr>
        <p:spPr>
          <a:xfrm>
            <a:off x="609600" y="1504582"/>
            <a:ext cx="944489" cy="2330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  <a:spcBef>
                <a:spcPts val="900"/>
              </a:spcBef>
            </a:pPr>
            <a:r>
              <a:rPr lang="en-US" sz="900" b="1"/>
              <a:t>Alerts &amp; actions</a:t>
            </a:r>
          </a:p>
        </p:txBody>
      </p:sp>
      <p:pic>
        <p:nvPicPr>
          <p:cNvPr id="250" name="Graphic 249" descr="Alert notice icon">
            <a:extLst>
              <a:ext uri="{FF2B5EF4-FFF2-40B4-BE49-F238E27FC236}">
                <a16:creationId xmlns:a16="http://schemas.microsoft.com/office/drawing/2014/main" id="{DC0EC477-C38A-DD3B-1301-C745E92F3D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10738" y="1504582"/>
            <a:ext cx="274320" cy="274320"/>
          </a:xfrm>
          <a:prstGeom prst="rect">
            <a:avLst/>
          </a:prstGeom>
        </p:spPr>
      </p:pic>
      <p:pic>
        <p:nvPicPr>
          <p:cNvPr id="252" name="Graphic 251" descr="check circle icon">
            <a:extLst>
              <a:ext uri="{FF2B5EF4-FFF2-40B4-BE49-F238E27FC236}">
                <a16:creationId xmlns:a16="http://schemas.microsoft.com/office/drawing/2014/main" id="{B396E55C-3C48-BF56-A593-8273C5381D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62611" y="1504582"/>
            <a:ext cx="274320" cy="274320"/>
          </a:xfrm>
          <a:prstGeom prst="rect">
            <a:avLst/>
          </a:prstGeom>
        </p:spPr>
      </p:pic>
      <p:pic>
        <p:nvPicPr>
          <p:cNvPr id="254" name="Graphic 253" descr="x circle icon">
            <a:extLst>
              <a:ext uri="{FF2B5EF4-FFF2-40B4-BE49-F238E27FC236}">
                <a16:creationId xmlns:a16="http://schemas.microsoft.com/office/drawing/2014/main" id="{D272A74F-26B7-9C9D-C871-28636340C9B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514484" y="1504582"/>
            <a:ext cx="274320" cy="274320"/>
          </a:xfrm>
          <a:prstGeom prst="rect">
            <a:avLst/>
          </a:prstGeom>
        </p:spPr>
      </p:pic>
      <p:pic>
        <p:nvPicPr>
          <p:cNvPr id="256" name="Graphic 255" descr="question mark circle icon">
            <a:extLst>
              <a:ext uri="{FF2B5EF4-FFF2-40B4-BE49-F238E27FC236}">
                <a16:creationId xmlns:a16="http://schemas.microsoft.com/office/drawing/2014/main" id="{518DE13D-E83D-79CF-20CD-0A03E9F3F18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866357" y="1504582"/>
            <a:ext cx="274320" cy="274320"/>
          </a:xfrm>
          <a:prstGeom prst="rect">
            <a:avLst/>
          </a:prstGeom>
        </p:spPr>
      </p:pic>
      <p:pic>
        <p:nvPicPr>
          <p:cNvPr id="258" name="Graphic 257" descr="info circle icon">
            <a:extLst>
              <a:ext uri="{FF2B5EF4-FFF2-40B4-BE49-F238E27FC236}">
                <a16:creationId xmlns:a16="http://schemas.microsoft.com/office/drawing/2014/main" id="{E99C56B4-E5A8-9B7D-330F-E94884A8D03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218230" y="1504582"/>
            <a:ext cx="274320" cy="274320"/>
          </a:xfrm>
          <a:prstGeom prst="rect">
            <a:avLst/>
          </a:prstGeom>
        </p:spPr>
      </p:pic>
      <p:pic>
        <p:nvPicPr>
          <p:cNvPr id="260" name="Graphic 259" descr="warning icon">
            <a:extLst>
              <a:ext uri="{FF2B5EF4-FFF2-40B4-BE49-F238E27FC236}">
                <a16:creationId xmlns:a16="http://schemas.microsoft.com/office/drawing/2014/main" id="{769BD613-E2B6-CD21-5F8F-9C1D41F8DDA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570103" y="1504582"/>
            <a:ext cx="274320" cy="274320"/>
          </a:xfrm>
          <a:prstGeom prst="rect">
            <a:avLst/>
          </a:prstGeom>
        </p:spPr>
      </p:pic>
      <p:sp>
        <p:nvSpPr>
          <p:cNvPr id="262" name="TextBox 261">
            <a:extLst>
              <a:ext uri="{FF2B5EF4-FFF2-40B4-BE49-F238E27FC236}">
                <a16:creationId xmlns:a16="http://schemas.microsoft.com/office/drawing/2014/main" id="{57BD9DF8-3AED-FD0D-C21D-FAEB5BF57DB7}"/>
              </a:ext>
            </a:extLst>
          </p:cNvPr>
          <p:cNvSpPr txBox="1"/>
          <p:nvPr/>
        </p:nvSpPr>
        <p:spPr>
          <a:xfrm>
            <a:off x="609600" y="2013112"/>
            <a:ext cx="529312" cy="2330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  <a:spcBef>
                <a:spcPts val="900"/>
              </a:spcBef>
            </a:pPr>
            <a:r>
              <a:rPr lang="en-US" sz="900" b="1"/>
              <a:t>Arrows</a:t>
            </a:r>
          </a:p>
        </p:txBody>
      </p:sp>
      <p:pic>
        <p:nvPicPr>
          <p:cNvPr id="264" name="Graphic 263" descr="arrow up icon">
            <a:extLst>
              <a:ext uri="{FF2B5EF4-FFF2-40B4-BE49-F238E27FC236}">
                <a16:creationId xmlns:a16="http://schemas.microsoft.com/office/drawing/2014/main" id="{D0D4DA5A-584E-8303-F899-6E7DA5CCEC8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810738" y="2013112"/>
            <a:ext cx="274320" cy="274320"/>
          </a:xfrm>
          <a:prstGeom prst="rect">
            <a:avLst/>
          </a:prstGeom>
        </p:spPr>
      </p:pic>
      <p:pic>
        <p:nvPicPr>
          <p:cNvPr id="266" name="Graphic 265" descr="arrow left icon">
            <a:extLst>
              <a:ext uri="{FF2B5EF4-FFF2-40B4-BE49-F238E27FC236}">
                <a16:creationId xmlns:a16="http://schemas.microsoft.com/office/drawing/2014/main" id="{A166896F-F525-AD4A-961F-A82A87771C18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162611" y="2013112"/>
            <a:ext cx="274320" cy="274320"/>
          </a:xfrm>
          <a:prstGeom prst="rect">
            <a:avLst/>
          </a:prstGeom>
        </p:spPr>
      </p:pic>
      <p:pic>
        <p:nvPicPr>
          <p:cNvPr id="268" name="Graphic 267" descr="arrow down icon">
            <a:extLst>
              <a:ext uri="{FF2B5EF4-FFF2-40B4-BE49-F238E27FC236}">
                <a16:creationId xmlns:a16="http://schemas.microsoft.com/office/drawing/2014/main" id="{0C461054-B17D-9C9D-1F20-1931CD65DE0F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2514484" y="2013112"/>
            <a:ext cx="274320" cy="274320"/>
          </a:xfrm>
          <a:prstGeom prst="rect">
            <a:avLst/>
          </a:prstGeom>
        </p:spPr>
      </p:pic>
      <p:pic>
        <p:nvPicPr>
          <p:cNvPr id="270" name="Graphic 269" descr="arrow right icon">
            <a:extLst>
              <a:ext uri="{FF2B5EF4-FFF2-40B4-BE49-F238E27FC236}">
                <a16:creationId xmlns:a16="http://schemas.microsoft.com/office/drawing/2014/main" id="{F9E5BD5B-7A49-60E0-0293-3550EBEBDB99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2866357" y="2013112"/>
            <a:ext cx="274320" cy="274320"/>
          </a:xfrm>
          <a:prstGeom prst="rect">
            <a:avLst/>
          </a:prstGeom>
        </p:spPr>
      </p:pic>
      <p:pic>
        <p:nvPicPr>
          <p:cNvPr id="272" name="Graphic 271" descr="switch arrows icon">
            <a:extLst>
              <a:ext uri="{FF2B5EF4-FFF2-40B4-BE49-F238E27FC236}">
                <a16:creationId xmlns:a16="http://schemas.microsoft.com/office/drawing/2014/main" id="{1E0649EF-2D45-1DF2-A15A-8684AD8C0AC3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3218230" y="2013112"/>
            <a:ext cx="274320" cy="274320"/>
          </a:xfrm>
          <a:prstGeom prst="rect">
            <a:avLst/>
          </a:prstGeom>
        </p:spPr>
      </p:pic>
      <p:pic>
        <p:nvPicPr>
          <p:cNvPr id="274" name="Graphic 273" descr="update icon">
            <a:extLst>
              <a:ext uri="{FF2B5EF4-FFF2-40B4-BE49-F238E27FC236}">
                <a16:creationId xmlns:a16="http://schemas.microsoft.com/office/drawing/2014/main" id="{18431F24-85CD-4C15-1279-88E20D72B426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3570103" y="2013112"/>
            <a:ext cx="274320" cy="274320"/>
          </a:xfrm>
          <a:prstGeom prst="rect">
            <a:avLst/>
          </a:prstGeom>
        </p:spPr>
      </p:pic>
      <p:pic>
        <p:nvPicPr>
          <p:cNvPr id="276" name="Graphic 275" descr="rotate cw icon">
            <a:extLst>
              <a:ext uri="{FF2B5EF4-FFF2-40B4-BE49-F238E27FC236}">
                <a16:creationId xmlns:a16="http://schemas.microsoft.com/office/drawing/2014/main" id="{AB7725A9-4B8D-CE75-A32D-C7FF848AB944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3921976" y="2013112"/>
            <a:ext cx="274320" cy="274320"/>
          </a:xfrm>
          <a:prstGeom prst="rect">
            <a:avLst/>
          </a:prstGeom>
        </p:spPr>
      </p:pic>
      <p:pic>
        <p:nvPicPr>
          <p:cNvPr id="278" name="Graphic 277" descr="rotate ccw icon">
            <a:extLst>
              <a:ext uri="{FF2B5EF4-FFF2-40B4-BE49-F238E27FC236}">
                <a16:creationId xmlns:a16="http://schemas.microsoft.com/office/drawing/2014/main" id="{E0FBB132-817D-C4D0-7439-3ED0B98E4FF9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4273849" y="2013112"/>
            <a:ext cx="274320" cy="274320"/>
          </a:xfrm>
          <a:prstGeom prst="rect">
            <a:avLst/>
          </a:prstGeom>
        </p:spPr>
      </p:pic>
      <p:pic>
        <p:nvPicPr>
          <p:cNvPr id="280" name="Graphic 279" descr="remix icon">
            <a:extLst>
              <a:ext uri="{FF2B5EF4-FFF2-40B4-BE49-F238E27FC236}">
                <a16:creationId xmlns:a16="http://schemas.microsoft.com/office/drawing/2014/main" id="{D68CBA29-7C6E-7DBC-E33B-5A37A7930786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4631437" y="2013112"/>
            <a:ext cx="274320" cy="274320"/>
          </a:xfrm>
          <a:prstGeom prst="rect">
            <a:avLst/>
          </a:prstGeom>
        </p:spPr>
      </p:pic>
      <p:sp>
        <p:nvSpPr>
          <p:cNvPr id="282" name="TextBox 281">
            <a:extLst>
              <a:ext uri="{FF2B5EF4-FFF2-40B4-BE49-F238E27FC236}">
                <a16:creationId xmlns:a16="http://schemas.microsoft.com/office/drawing/2014/main" id="{EDB45DAC-8A1B-3E6A-F95E-03FED23D4B7E}"/>
              </a:ext>
            </a:extLst>
          </p:cNvPr>
          <p:cNvSpPr txBox="1"/>
          <p:nvPr/>
        </p:nvSpPr>
        <p:spPr>
          <a:xfrm>
            <a:off x="609600" y="2521642"/>
            <a:ext cx="768159" cy="2330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  <a:spcBef>
                <a:spcPts val="900"/>
              </a:spcBef>
            </a:pPr>
            <a:r>
              <a:rPr lang="en-US" sz="900" b="1"/>
              <a:t>Art &amp; media</a:t>
            </a:r>
          </a:p>
        </p:txBody>
      </p:sp>
      <p:pic>
        <p:nvPicPr>
          <p:cNvPr id="284" name="Graphic 283" descr="3d icon">
            <a:extLst>
              <a:ext uri="{FF2B5EF4-FFF2-40B4-BE49-F238E27FC236}">
                <a16:creationId xmlns:a16="http://schemas.microsoft.com/office/drawing/2014/main" id="{DA9A2C25-7801-877A-8FC9-03A25495F3FC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1810738" y="2521642"/>
            <a:ext cx="274320" cy="274320"/>
          </a:xfrm>
          <a:prstGeom prst="rect">
            <a:avLst/>
          </a:prstGeom>
        </p:spPr>
      </p:pic>
      <p:pic>
        <p:nvPicPr>
          <p:cNvPr id="286" name="Graphic 285" descr="mic icon">
            <a:extLst>
              <a:ext uri="{FF2B5EF4-FFF2-40B4-BE49-F238E27FC236}">
                <a16:creationId xmlns:a16="http://schemas.microsoft.com/office/drawing/2014/main" id="{4DFBE491-DA8F-E424-D5F0-575B41C6B4A9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2162611" y="2521642"/>
            <a:ext cx="274320" cy="274320"/>
          </a:xfrm>
          <a:prstGeom prst="rect">
            <a:avLst/>
          </a:prstGeom>
        </p:spPr>
      </p:pic>
      <p:pic>
        <p:nvPicPr>
          <p:cNvPr id="288" name="Graphic 287" descr="camera icon">
            <a:extLst>
              <a:ext uri="{FF2B5EF4-FFF2-40B4-BE49-F238E27FC236}">
                <a16:creationId xmlns:a16="http://schemas.microsoft.com/office/drawing/2014/main" id="{17BB1BB4-3CBC-9E78-88FC-84BECF2F5418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2514484" y="2521642"/>
            <a:ext cx="274320" cy="274320"/>
          </a:xfrm>
          <a:prstGeom prst="rect">
            <a:avLst/>
          </a:prstGeom>
        </p:spPr>
      </p:pic>
      <p:pic>
        <p:nvPicPr>
          <p:cNvPr id="290" name="Graphic 289" descr="video camera icon">
            <a:extLst>
              <a:ext uri="{FF2B5EF4-FFF2-40B4-BE49-F238E27FC236}">
                <a16:creationId xmlns:a16="http://schemas.microsoft.com/office/drawing/2014/main" id="{C5AD98A8-8570-D215-E41D-1ED0068F3FA9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2866357" y="2521642"/>
            <a:ext cx="274320" cy="274320"/>
          </a:xfrm>
          <a:prstGeom prst="rect">
            <a:avLst/>
          </a:prstGeom>
        </p:spPr>
      </p:pic>
      <p:pic>
        <p:nvPicPr>
          <p:cNvPr id="292" name="Graphic 291" descr="palette icon">
            <a:extLst>
              <a:ext uri="{FF2B5EF4-FFF2-40B4-BE49-F238E27FC236}">
                <a16:creationId xmlns:a16="http://schemas.microsoft.com/office/drawing/2014/main" id="{9E7E6FE5-DC55-54B0-788C-24374906DC83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3218230" y="2521642"/>
            <a:ext cx="274320" cy="274320"/>
          </a:xfrm>
          <a:prstGeom prst="rect">
            <a:avLst/>
          </a:prstGeom>
        </p:spPr>
      </p:pic>
      <p:pic>
        <p:nvPicPr>
          <p:cNvPr id="294" name="Graphic 293" descr="play video icon">
            <a:extLst>
              <a:ext uri="{FF2B5EF4-FFF2-40B4-BE49-F238E27FC236}">
                <a16:creationId xmlns:a16="http://schemas.microsoft.com/office/drawing/2014/main" id="{89870158-0946-2ABF-1ADA-79D1EC88B4F6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3570103" y="2521642"/>
            <a:ext cx="274320" cy="274320"/>
          </a:xfrm>
          <a:prstGeom prst="rect">
            <a:avLst/>
          </a:prstGeom>
        </p:spPr>
      </p:pic>
      <p:pic>
        <p:nvPicPr>
          <p:cNvPr id="296" name="Graphic 295" descr="image icon">
            <a:extLst>
              <a:ext uri="{FF2B5EF4-FFF2-40B4-BE49-F238E27FC236}">
                <a16:creationId xmlns:a16="http://schemas.microsoft.com/office/drawing/2014/main" id="{6490C513-2250-6145-31E0-37C047B725F4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3921976" y="2521642"/>
            <a:ext cx="274320" cy="274320"/>
          </a:xfrm>
          <a:prstGeom prst="rect">
            <a:avLst/>
          </a:prstGeom>
        </p:spPr>
      </p:pic>
      <p:pic>
        <p:nvPicPr>
          <p:cNvPr id="298" name="Graphic 297" descr="image stack icon">
            <a:extLst>
              <a:ext uri="{FF2B5EF4-FFF2-40B4-BE49-F238E27FC236}">
                <a16:creationId xmlns:a16="http://schemas.microsoft.com/office/drawing/2014/main" id="{04D8988A-1FAE-53B9-704A-F167619966D5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4273849" y="2521642"/>
            <a:ext cx="274320" cy="274320"/>
          </a:xfrm>
          <a:prstGeom prst="rect">
            <a:avLst/>
          </a:prstGeom>
        </p:spPr>
      </p:pic>
      <p:pic>
        <p:nvPicPr>
          <p:cNvPr id="300" name="Graphic 299" descr="crop icon">
            <a:extLst>
              <a:ext uri="{FF2B5EF4-FFF2-40B4-BE49-F238E27FC236}">
                <a16:creationId xmlns:a16="http://schemas.microsoft.com/office/drawing/2014/main" id="{302A93C7-54E3-5BB3-9121-D0ED2B695B17}"/>
              </a:ext>
            </a:extLst>
          </p:cNvPr>
          <p:cNvPicPr>
            <a:picLocks noChangeAspect="1"/>
          </p:cNvPicPr>
          <p:nvPr/>
        </p:nvPicPr>
        <p:blipFill>
          <a:blip r:embed="rId48"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4631437" y="2521642"/>
            <a:ext cx="274320" cy="274320"/>
          </a:xfrm>
          <a:prstGeom prst="rect">
            <a:avLst/>
          </a:prstGeom>
        </p:spPr>
      </p:pic>
      <p:pic>
        <p:nvPicPr>
          <p:cNvPr id="302" name="Graphic 301" descr="record icon">
            <a:extLst>
              <a:ext uri="{FF2B5EF4-FFF2-40B4-BE49-F238E27FC236}">
                <a16:creationId xmlns:a16="http://schemas.microsoft.com/office/drawing/2014/main" id="{FEA17995-513B-1DB0-B5AA-0B524982FA34}"/>
              </a:ext>
            </a:extLst>
          </p:cNvPr>
          <p:cNvPicPr>
            <a:picLocks noChangeAspect="1"/>
          </p:cNvPicPr>
          <p:nvPr/>
        </p:nvPicPr>
        <p:blipFill>
          <a:blip r:embed="rId50"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tretch>
            <a:fillRect/>
          </a:stretch>
        </p:blipFill>
        <p:spPr>
          <a:xfrm>
            <a:off x="1810738" y="2977119"/>
            <a:ext cx="274320" cy="274320"/>
          </a:xfrm>
          <a:prstGeom prst="rect">
            <a:avLst/>
          </a:prstGeom>
        </p:spPr>
      </p:pic>
      <p:pic>
        <p:nvPicPr>
          <p:cNvPr id="304" name="Graphic 303" descr="play icon">
            <a:extLst>
              <a:ext uri="{FF2B5EF4-FFF2-40B4-BE49-F238E27FC236}">
                <a16:creationId xmlns:a16="http://schemas.microsoft.com/office/drawing/2014/main" id="{AA9DDDC6-B6BA-57B9-8990-54E0A34060BA}"/>
              </a:ext>
            </a:extLst>
          </p:cNvPr>
          <p:cNvPicPr>
            <a:picLocks noChangeAspect="1"/>
          </p:cNvPicPr>
          <p:nvPr/>
        </p:nvPicPr>
        <p:blipFill>
          <a:blip r:embed="rId52"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tretch>
            <a:fillRect/>
          </a:stretch>
        </p:blipFill>
        <p:spPr>
          <a:xfrm>
            <a:off x="2162611" y="2977119"/>
            <a:ext cx="274320" cy="274320"/>
          </a:xfrm>
          <a:prstGeom prst="rect">
            <a:avLst/>
          </a:prstGeom>
        </p:spPr>
      </p:pic>
      <p:pic>
        <p:nvPicPr>
          <p:cNvPr id="306" name="Graphic 305" descr="step forward icon">
            <a:extLst>
              <a:ext uri="{FF2B5EF4-FFF2-40B4-BE49-F238E27FC236}">
                <a16:creationId xmlns:a16="http://schemas.microsoft.com/office/drawing/2014/main" id="{53537FBA-A715-8EE7-999A-34A4EDF8ECAA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2514484" y="2977119"/>
            <a:ext cx="274320" cy="274320"/>
          </a:xfrm>
          <a:prstGeom prst="rect">
            <a:avLst/>
          </a:prstGeom>
        </p:spPr>
      </p:pic>
      <p:pic>
        <p:nvPicPr>
          <p:cNvPr id="308" name="Graphic 307" descr="pause icon">
            <a:extLst>
              <a:ext uri="{FF2B5EF4-FFF2-40B4-BE49-F238E27FC236}">
                <a16:creationId xmlns:a16="http://schemas.microsoft.com/office/drawing/2014/main" id="{CD49E6BE-E721-FE90-8C0E-C4ED3498E077}"/>
              </a:ext>
            </a:extLst>
          </p:cNvPr>
          <p:cNvPicPr>
            <a:picLocks noChangeAspect="1"/>
          </p:cNvPicPr>
          <p:nvPr/>
        </p:nvPicPr>
        <p:blipFill>
          <a:blip r:embed="rId56">
            <a:extLs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2866357" y="2977119"/>
            <a:ext cx="274320" cy="274320"/>
          </a:xfrm>
          <a:prstGeom prst="rect">
            <a:avLst/>
          </a:prstGeom>
        </p:spPr>
      </p:pic>
      <p:pic>
        <p:nvPicPr>
          <p:cNvPr id="310" name="Graphic 309" descr="pencil icon">
            <a:extLst>
              <a:ext uri="{FF2B5EF4-FFF2-40B4-BE49-F238E27FC236}">
                <a16:creationId xmlns:a16="http://schemas.microsoft.com/office/drawing/2014/main" id="{CF336068-05C6-AAF5-C365-C6A0D6A6A5FA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3218230" y="2977119"/>
            <a:ext cx="274320" cy="274320"/>
          </a:xfrm>
          <a:prstGeom prst="rect">
            <a:avLst/>
          </a:prstGeom>
        </p:spPr>
      </p:pic>
      <p:pic>
        <p:nvPicPr>
          <p:cNvPr id="312" name="Graphic 311" descr="paintbrush icon">
            <a:extLst>
              <a:ext uri="{FF2B5EF4-FFF2-40B4-BE49-F238E27FC236}">
                <a16:creationId xmlns:a16="http://schemas.microsoft.com/office/drawing/2014/main" id="{2D54AFD8-7656-805F-DDD1-D7159851E8CF}"/>
              </a:ext>
            </a:extLst>
          </p:cNvPr>
          <p:cNvPicPr>
            <a:picLocks noChangeAspect="1"/>
          </p:cNvPicPr>
          <p:nvPr/>
        </p:nvPicPr>
        <p:blipFill>
          <a:blip r:embed="rId60"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  <a:stretch>
            <a:fillRect/>
          </a:stretch>
        </p:blipFill>
        <p:spPr>
          <a:xfrm>
            <a:off x="3570103" y="2977119"/>
            <a:ext cx="274320" cy="274320"/>
          </a:xfrm>
          <a:prstGeom prst="rect">
            <a:avLst/>
          </a:prstGeom>
        </p:spPr>
      </p:pic>
      <p:pic>
        <p:nvPicPr>
          <p:cNvPr id="314" name="Graphic 313" descr="pen icon">
            <a:extLst>
              <a:ext uri="{FF2B5EF4-FFF2-40B4-BE49-F238E27FC236}">
                <a16:creationId xmlns:a16="http://schemas.microsoft.com/office/drawing/2014/main" id="{95E3A0DB-4DD4-204B-1872-2332B49338F7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>
            <a:off x="3921976" y="2977119"/>
            <a:ext cx="274320" cy="274320"/>
          </a:xfrm>
          <a:prstGeom prst="rect">
            <a:avLst/>
          </a:prstGeom>
        </p:spPr>
      </p:pic>
      <p:sp>
        <p:nvSpPr>
          <p:cNvPr id="316" name="TextBox 315">
            <a:extLst>
              <a:ext uri="{FF2B5EF4-FFF2-40B4-BE49-F238E27FC236}">
                <a16:creationId xmlns:a16="http://schemas.microsoft.com/office/drawing/2014/main" id="{87117587-A573-D9ED-66A7-5248F8E7CA80}"/>
              </a:ext>
            </a:extLst>
          </p:cNvPr>
          <p:cNvSpPr txBox="1"/>
          <p:nvPr/>
        </p:nvSpPr>
        <p:spPr>
          <a:xfrm>
            <a:off x="609600" y="3485649"/>
            <a:ext cx="973343" cy="2330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  <a:spcBef>
                <a:spcPts val="900"/>
              </a:spcBef>
            </a:pPr>
            <a:r>
              <a:rPr lang="en-US" sz="900" b="1"/>
              <a:t>Charts &amp; </a:t>
            </a:r>
            <a:r>
              <a:rPr lang="en-US" sz="900" b="1" err="1"/>
              <a:t>dataviz</a:t>
            </a:r>
            <a:endParaRPr lang="en-US" sz="900" b="1"/>
          </a:p>
        </p:txBody>
      </p:sp>
      <p:pic>
        <p:nvPicPr>
          <p:cNvPr id="318" name="Graphic 317" descr="bar chart icon">
            <a:extLst>
              <a:ext uri="{FF2B5EF4-FFF2-40B4-BE49-F238E27FC236}">
                <a16:creationId xmlns:a16="http://schemas.microsoft.com/office/drawing/2014/main" id="{766C0376-2E51-323B-0468-77383E8548EC}"/>
              </a:ext>
            </a:extLst>
          </p:cNvPr>
          <p:cNvPicPr>
            <a:picLocks noChangeAspect="1"/>
          </p:cNvPicPr>
          <p:nvPr/>
        </p:nvPicPr>
        <p:blipFill>
          <a:blip r:embed="rId64">
            <a:extLst>
              <a:ext uri="{96DAC541-7B7A-43D3-8B79-37D633B846F1}">
                <asvg:svgBlip xmlns:asvg="http://schemas.microsoft.com/office/drawing/2016/SVG/main" r:embed="rId65"/>
              </a:ext>
            </a:extLst>
          </a:blip>
          <a:stretch>
            <a:fillRect/>
          </a:stretch>
        </p:blipFill>
        <p:spPr>
          <a:xfrm>
            <a:off x="1810738" y="3485649"/>
            <a:ext cx="274320" cy="274320"/>
          </a:xfrm>
          <a:prstGeom prst="rect">
            <a:avLst/>
          </a:prstGeom>
        </p:spPr>
      </p:pic>
      <p:pic>
        <p:nvPicPr>
          <p:cNvPr id="320" name="Graphic 319" descr="increase bar chart icon">
            <a:extLst>
              <a:ext uri="{FF2B5EF4-FFF2-40B4-BE49-F238E27FC236}">
                <a16:creationId xmlns:a16="http://schemas.microsoft.com/office/drawing/2014/main" id="{C1F5F3B9-0885-3FF7-1968-2AD8864CA44E}"/>
              </a:ext>
            </a:extLst>
          </p:cNvPr>
          <p:cNvPicPr>
            <a:picLocks noChangeAspect="1"/>
          </p:cNvPicPr>
          <p:nvPr/>
        </p:nvPicPr>
        <p:blipFill>
          <a:blip r:embed="rId66">
            <a:extLst>
              <a:ext uri="{96DAC541-7B7A-43D3-8B79-37D633B846F1}">
                <asvg:svgBlip xmlns:asvg="http://schemas.microsoft.com/office/drawing/2016/SVG/main" r:embed="rId67"/>
              </a:ext>
            </a:extLst>
          </a:blip>
          <a:stretch>
            <a:fillRect/>
          </a:stretch>
        </p:blipFill>
        <p:spPr>
          <a:xfrm>
            <a:off x="2162611" y="3485649"/>
            <a:ext cx="274320" cy="274320"/>
          </a:xfrm>
          <a:prstGeom prst="rect">
            <a:avLst/>
          </a:prstGeom>
        </p:spPr>
      </p:pic>
      <p:pic>
        <p:nvPicPr>
          <p:cNvPr id="322" name="Graphic 321" descr="pie chart icon">
            <a:extLst>
              <a:ext uri="{FF2B5EF4-FFF2-40B4-BE49-F238E27FC236}">
                <a16:creationId xmlns:a16="http://schemas.microsoft.com/office/drawing/2014/main" id="{33C90B16-8DCE-B908-910A-7B6ACDF6C16E}"/>
              </a:ext>
            </a:extLst>
          </p:cNvPr>
          <p:cNvPicPr>
            <a:picLocks noChangeAspect="1"/>
          </p:cNvPicPr>
          <p:nvPr/>
        </p:nvPicPr>
        <p:blipFill>
          <a:blip r:embed="rId68">
            <a:extLst>
              <a:ext uri="{96DAC541-7B7A-43D3-8B79-37D633B846F1}">
                <asvg:svgBlip xmlns:asvg="http://schemas.microsoft.com/office/drawing/2016/SVG/main" r:embed="rId69"/>
              </a:ext>
            </a:extLst>
          </a:blip>
          <a:stretch>
            <a:fillRect/>
          </a:stretch>
        </p:blipFill>
        <p:spPr>
          <a:xfrm>
            <a:off x="2514484" y="3485649"/>
            <a:ext cx="274320" cy="274320"/>
          </a:xfrm>
          <a:prstGeom prst="rect">
            <a:avLst/>
          </a:prstGeom>
        </p:spPr>
      </p:pic>
      <p:pic>
        <p:nvPicPr>
          <p:cNvPr id="324" name="Graphic 323" descr="donut chart icon">
            <a:extLst>
              <a:ext uri="{FF2B5EF4-FFF2-40B4-BE49-F238E27FC236}">
                <a16:creationId xmlns:a16="http://schemas.microsoft.com/office/drawing/2014/main" id="{E2F27302-B024-5AED-5D15-1B2642E47642}"/>
              </a:ext>
            </a:extLst>
          </p:cNvPr>
          <p:cNvPicPr>
            <a:picLocks noChangeAspect="1"/>
          </p:cNvPicPr>
          <p:nvPr/>
        </p:nvPicPr>
        <p:blipFill>
          <a:blip r:embed="rId70">
            <a:extLst>
              <a:ext uri="{96DAC541-7B7A-43D3-8B79-37D633B846F1}">
                <asvg:svgBlip xmlns:asvg="http://schemas.microsoft.com/office/drawing/2016/SVG/main" r:embed="rId71"/>
              </a:ext>
            </a:extLst>
          </a:blip>
          <a:stretch>
            <a:fillRect/>
          </a:stretch>
        </p:blipFill>
        <p:spPr>
          <a:xfrm>
            <a:off x="2866357" y="3485649"/>
            <a:ext cx="274320" cy="274320"/>
          </a:xfrm>
          <a:prstGeom prst="rect">
            <a:avLst/>
          </a:prstGeom>
        </p:spPr>
      </p:pic>
      <p:pic>
        <p:nvPicPr>
          <p:cNvPr id="326" name="Graphic 325" descr="venn diagram icon">
            <a:extLst>
              <a:ext uri="{FF2B5EF4-FFF2-40B4-BE49-F238E27FC236}">
                <a16:creationId xmlns:a16="http://schemas.microsoft.com/office/drawing/2014/main" id="{6F71792D-7482-3ACC-9F24-970062574AA3}"/>
              </a:ext>
            </a:extLst>
          </p:cNvPr>
          <p:cNvPicPr>
            <a:picLocks noChangeAspect="1"/>
          </p:cNvPicPr>
          <p:nvPr/>
        </p:nvPicPr>
        <p:blipFill>
          <a:blip r:embed="rId72">
            <a:extLst>
              <a:ext uri="{96DAC541-7B7A-43D3-8B79-37D633B846F1}">
                <asvg:svgBlip xmlns:asvg="http://schemas.microsoft.com/office/drawing/2016/SVG/main" r:embed="rId73"/>
              </a:ext>
            </a:extLst>
          </a:blip>
          <a:stretch>
            <a:fillRect/>
          </a:stretch>
        </p:blipFill>
        <p:spPr>
          <a:xfrm>
            <a:off x="3218230" y="3485649"/>
            <a:ext cx="274320" cy="274320"/>
          </a:xfrm>
          <a:prstGeom prst="rect">
            <a:avLst/>
          </a:prstGeom>
        </p:spPr>
      </p:pic>
      <p:pic>
        <p:nvPicPr>
          <p:cNvPr id="328" name="Graphic 327" descr="social network icon">
            <a:extLst>
              <a:ext uri="{FF2B5EF4-FFF2-40B4-BE49-F238E27FC236}">
                <a16:creationId xmlns:a16="http://schemas.microsoft.com/office/drawing/2014/main" id="{8BA18BF6-ECF1-F65F-ED00-D88A51A44B1F}"/>
              </a:ext>
            </a:extLst>
          </p:cNvPr>
          <p:cNvPicPr>
            <a:picLocks noChangeAspect="1"/>
          </p:cNvPicPr>
          <p:nvPr/>
        </p:nvPicPr>
        <p:blipFill>
          <a:blip r:embed="rId74">
            <a:extLst>
              <a:ext uri="{96DAC541-7B7A-43D3-8B79-37D633B846F1}">
                <asvg:svgBlip xmlns:asvg="http://schemas.microsoft.com/office/drawing/2016/SVG/main" r:embed="rId75"/>
              </a:ext>
            </a:extLst>
          </a:blip>
          <a:stretch>
            <a:fillRect/>
          </a:stretch>
        </p:blipFill>
        <p:spPr>
          <a:xfrm>
            <a:off x="3570103" y="3485649"/>
            <a:ext cx="274320" cy="274320"/>
          </a:xfrm>
          <a:prstGeom prst="rect">
            <a:avLst/>
          </a:prstGeom>
        </p:spPr>
      </p:pic>
      <p:pic>
        <p:nvPicPr>
          <p:cNvPr id="330" name="Graphic 329" descr="dashboard icon">
            <a:extLst>
              <a:ext uri="{FF2B5EF4-FFF2-40B4-BE49-F238E27FC236}">
                <a16:creationId xmlns:a16="http://schemas.microsoft.com/office/drawing/2014/main" id="{CB63EAA3-9BDF-8E80-4E10-13DDE24AB973}"/>
              </a:ext>
            </a:extLst>
          </p:cNvPr>
          <p:cNvPicPr>
            <a:picLocks noChangeAspect="1"/>
          </p:cNvPicPr>
          <p:nvPr/>
        </p:nvPicPr>
        <p:blipFill>
          <a:blip r:embed="rId76">
            <a:extLst>
              <a:ext uri="{96DAC541-7B7A-43D3-8B79-37D633B846F1}">
                <asvg:svgBlip xmlns:asvg="http://schemas.microsoft.com/office/drawing/2016/SVG/main" r:embed="rId77"/>
              </a:ext>
            </a:extLst>
          </a:blip>
          <a:stretch>
            <a:fillRect/>
          </a:stretch>
        </p:blipFill>
        <p:spPr>
          <a:xfrm>
            <a:off x="3921976" y="3485649"/>
            <a:ext cx="274320" cy="274320"/>
          </a:xfrm>
          <a:prstGeom prst="rect">
            <a:avLst/>
          </a:prstGeom>
        </p:spPr>
      </p:pic>
      <p:sp>
        <p:nvSpPr>
          <p:cNvPr id="332" name="TextBox 331">
            <a:extLst>
              <a:ext uri="{FF2B5EF4-FFF2-40B4-BE49-F238E27FC236}">
                <a16:creationId xmlns:a16="http://schemas.microsoft.com/office/drawing/2014/main" id="{B6F1702A-A40F-D41C-511C-07FC70D2127C}"/>
              </a:ext>
            </a:extLst>
          </p:cNvPr>
          <p:cNvSpPr txBox="1"/>
          <p:nvPr/>
        </p:nvSpPr>
        <p:spPr>
          <a:xfrm>
            <a:off x="609600" y="3994179"/>
            <a:ext cx="712054" cy="2330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  <a:spcBef>
                <a:spcPts val="900"/>
              </a:spcBef>
            </a:pPr>
            <a:r>
              <a:rPr lang="en-US" sz="900" b="1"/>
              <a:t>Commerce</a:t>
            </a:r>
          </a:p>
        </p:txBody>
      </p:sp>
      <p:pic>
        <p:nvPicPr>
          <p:cNvPr id="334" name="Graphic 333" descr="currency icon">
            <a:extLst>
              <a:ext uri="{FF2B5EF4-FFF2-40B4-BE49-F238E27FC236}">
                <a16:creationId xmlns:a16="http://schemas.microsoft.com/office/drawing/2014/main" id="{CE63F685-0CD5-DF82-EA6D-DC690969BCE3}"/>
              </a:ext>
            </a:extLst>
          </p:cNvPr>
          <p:cNvPicPr>
            <a:picLocks noChangeAspect="1"/>
          </p:cNvPicPr>
          <p:nvPr/>
        </p:nvPicPr>
        <p:blipFill>
          <a:blip r:embed="rId78">
            <a:extLst>
              <a:ext uri="{96DAC541-7B7A-43D3-8B79-37D633B846F1}">
                <asvg:svgBlip xmlns:asvg="http://schemas.microsoft.com/office/drawing/2016/SVG/main" r:embed="rId79"/>
              </a:ext>
            </a:extLst>
          </a:blip>
          <a:stretch>
            <a:fillRect/>
          </a:stretch>
        </p:blipFill>
        <p:spPr>
          <a:xfrm>
            <a:off x="1810738" y="3994179"/>
            <a:ext cx="274320" cy="274320"/>
          </a:xfrm>
          <a:prstGeom prst="rect">
            <a:avLst/>
          </a:prstGeom>
        </p:spPr>
      </p:pic>
      <p:pic>
        <p:nvPicPr>
          <p:cNvPr id="336" name="Graphic 335" descr="shopping cart icon">
            <a:extLst>
              <a:ext uri="{FF2B5EF4-FFF2-40B4-BE49-F238E27FC236}">
                <a16:creationId xmlns:a16="http://schemas.microsoft.com/office/drawing/2014/main" id="{7CE8EAC5-D2A7-FF5B-460B-D07C74F13DE6}"/>
              </a:ext>
            </a:extLst>
          </p:cNvPr>
          <p:cNvPicPr>
            <a:picLocks noChangeAspect="1"/>
          </p:cNvPicPr>
          <p:nvPr/>
        </p:nvPicPr>
        <p:blipFill>
          <a:blip r:embed="rId80">
            <a:extLst>
              <a:ext uri="{96DAC541-7B7A-43D3-8B79-37D633B846F1}">
                <asvg:svgBlip xmlns:asvg="http://schemas.microsoft.com/office/drawing/2016/SVG/main" r:embed="rId81"/>
              </a:ext>
            </a:extLst>
          </a:blip>
          <a:stretch>
            <a:fillRect/>
          </a:stretch>
        </p:blipFill>
        <p:spPr>
          <a:xfrm>
            <a:off x="2162611" y="3994179"/>
            <a:ext cx="274320" cy="274320"/>
          </a:xfrm>
          <a:prstGeom prst="rect">
            <a:avLst/>
          </a:prstGeom>
        </p:spPr>
      </p:pic>
      <p:pic>
        <p:nvPicPr>
          <p:cNvPr id="338" name="Graphic 337" descr="gift icon">
            <a:extLst>
              <a:ext uri="{FF2B5EF4-FFF2-40B4-BE49-F238E27FC236}">
                <a16:creationId xmlns:a16="http://schemas.microsoft.com/office/drawing/2014/main" id="{907E72A4-0659-8454-3B36-C7E8D5D9943A}"/>
              </a:ext>
            </a:extLst>
          </p:cNvPr>
          <p:cNvPicPr>
            <a:picLocks noChangeAspect="1"/>
          </p:cNvPicPr>
          <p:nvPr/>
        </p:nvPicPr>
        <p:blipFill>
          <a:blip r:embed="rId82">
            <a:extLst>
              <a:ext uri="{96DAC541-7B7A-43D3-8B79-37D633B846F1}">
                <asvg:svgBlip xmlns:asvg="http://schemas.microsoft.com/office/drawing/2016/SVG/main" r:embed="rId83"/>
              </a:ext>
            </a:extLst>
          </a:blip>
          <a:stretch>
            <a:fillRect/>
          </a:stretch>
        </p:blipFill>
        <p:spPr>
          <a:xfrm>
            <a:off x="2514484" y="3994179"/>
            <a:ext cx="274320" cy="274320"/>
          </a:xfrm>
          <a:prstGeom prst="rect">
            <a:avLst/>
          </a:prstGeom>
        </p:spPr>
      </p:pic>
      <p:sp>
        <p:nvSpPr>
          <p:cNvPr id="340" name="TextBox 339">
            <a:extLst>
              <a:ext uri="{FF2B5EF4-FFF2-40B4-BE49-F238E27FC236}">
                <a16:creationId xmlns:a16="http://schemas.microsoft.com/office/drawing/2014/main" id="{E50C5638-7094-B276-4B9E-34023367CFA2}"/>
              </a:ext>
            </a:extLst>
          </p:cNvPr>
          <p:cNvSpPr txBox="1"/>
          <p:nvPr/>
        </p:nvSpPr>
        <p:spPr>
          <a:xfrm>
            <a:off x="609600" y="4502709"/>
            <a:ext cx="1008609" cy="2330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  <a:spcBef>
                <a:spcPts val="900"/>
              </a:spcBef>
            </a:pPr>
            <a:r>
              <a:rPr lang="en-US" sz="900" b="1"/>
              <a:t>Communications</a:t>
            </a:r>
          </a:p>
        </p:txBody>
      </p:sp>
      <p:pic>
        <p:nvPicPr>
          <p:cNvPr id="342" name="Graphic 341" descr="speech icon">
            <a:extLst>
              <a:ext uri="{FF2B5EF4-FFF2-40B4-BE49-F238E27FC236}">
                <a16:creationId xmlns:a16="http://schemas.microsoft.com/office/drawing/2014/main" id="{18137C28-988C-EA4A-1776-D5FB41843D78}"/>
              </a:ext>
            </a:extLst>
          </p:cNvPr>
          <p:cNvPicPr>
            <a:picLocks noChangeAspect="1"/>
          </p:cNvPicPr>
          <p:nvPr/>
        </p:nvPicPr>
        <p:blipFill>
          <a:blip r:embed="rId84">
            <a:extLst>
              <a:ext uri="{96DAC541-7B7A-43D3-8B79-37D633B846F1}">
                <asvg:svgBlip xmlns:asvg="http://schemas.microsoft.com/office/drawing/2016/SVG/main" r:embed="rId85"/>
              </a:ext>
            </a:extLst>
          </a:blip>
          <a:stretch>
            <a:fillRect/>
          </a:stretch>
        </p:blipFill>
        <p:spPr>
          <a:xfrm>
            <a:off x="1810738" y="4502709"/>
            <a:ext cx="274320" cy="274320"/>
          </a:xfrm>
          <a:prstGeom prst="rect">
            <a:avLst/>
          </a:prstGeom>
        </p:spPr>
      </p:pic>
      <p:pic>
        <p:nvPicPr>
          <p:cNvPr id="344" name="Graphic 343" descr="conversation icon">
            <a:extLst>
              <a:ext uri="{FF2B5EF4-FFF2-40B4-BE49-F238E27FC236}">
                <a16:creationId xmlns:a16="http://schemas.microsoft.com/office/drawing/2014/main" id="{514682F1-BBAE-653A-81D2-D0E931A9AA47}"/>
              </a:ext>
            </a:extLst>
          </p:cNvPr>
          <p:cNvPicPr>
            <a:picLocks noChangeAspect="1"/>
          </p:cNvPicPr>
          <p:nvPr/>
        </p:nvPicPr>
        <p:blipFill>
          <a:blip r:embed="rId86">
            <a:extLst>
              <a:ext uri="{96DAC541-7B7A-43D3-8B79-37D633B846F1}">
                <asvg:svgBlip xmlns:asvg="http://schemas.microsoft.com/office/drawing/2016/SVG/main" r:embed="rId87"/>
              </a:ext>
            </a:extLst>
          </a:blip>
          <a:stretch>
            <a:fillRect/>
          </a:stretch>
        </p:blipFill>
        <p:spPr>
          <a:xfrm>
            <a:off x="2162611" y="4502709"/>
            <a:ext cx="274320" cy="274320"/>
          </a:xfrm>
          <a:prstGeom prst="rect">
            <a:avLst/>
          </a:prstGeom>
        </p:spPr>
      </p:pic>
      <p:pic>
        <p:nvPicPr>
          <p:cNvPr id="346" name="Graphic 345" descr="star icon">
            <a:extLst>
              <a:ext uri="{FF2B5EF4-FFF2-40B4-BE49-F238E27FC236}">
                <a16:creationId xmlns:a16="http://schemas.microsoft.com/office/drawing/2014/main" id="{E4BDBF49-0128-3002-8A7D-37FA85EB1573}"/>
              </a:ext>
            </a:extLst>
          </p:cNvPr>
          <p:cNvPicPr>
            <a:picLocks noChangeAspect="1"/>
          </p:cNvPicPr>
          <p:nvPr/>
        </p:nvPicPr>
        <p:blipFill>
          <a:blip r:embed="rId88">
            <a:extLst>
              <a:ext uri="{96DAC541-7B7A-43D3-8B79-37D633B846F1}">
                <asvg:svgBlip xmlns:asvg="http://schemas.microsoft.com/office/drawing/2016/SVG/main" r:embed="rId89"/>
              </a:ext>
            </a:extLst>
          </a:blip>
          <a:stretch>
            <a:fillRect/>
          </a:stretch>
        </p:blipFill>
        <p:spPr>
          <a:xfrm>
            <a:off x="2514484" y="4502709"/>
            <a:ext cx="274320" cy="274320"/>
          </a:xfrm>
          <a:prstGeom prst="rect">
            <a:avLst/>
          </a:prstGeom>
        </p:spPr>
      </p:pic>
      <p:pic>
        <p:nvPicPr>
          <p:cNvPr id="348" name="Graphic 347" descr="email icon">
            <a:extLst>
              <a:ext uri="{FF2B5EF4-FFF2-40B4-BE49-F238E27FC236}">
                <a16:creationId xmlns:a16="http://schemas.microsoft.com/office/drawing/2014/main" id="{0B0B0954-1A17-246B-A6BB-3A1382CA7062}"/>
              </a:ext>
            </a:extLst>
          </p:cNvPr>
          <p:cNvPicPr>
            <a:picLocks noChangeAspect="1"/>
          </p:cNvPicPr>
          <p:nvPr/>
        </p:nvPicPr>
        <p:blipFill>
          <a:blip r:embed="rId90">
            <a:extLst>
              <a:ext uri="{96DAC541-7B7A-43D3-8B79-37D633B846F1}">
                <asvg:svgBlip xmlns:asvg="http://schemas.microsoft.com/office/drawing/2016/SVG/main" r:embed="rId91"/>
              </a:ext>
            </a:extLst>
          </a:blip>
          <a:stretch>
            <a:fillRect/>
          </a:stretch>
        </p:blipFill>
        <p:spPr>
          <a:xfrm>
            <a:off x="2866357" y="4502709"/>
            <a:ext cx="274320" cy="274320"/>
          </a:xfrm>
          <a:prstGeom prst="rect">
            <a:avLst/>
          </a:prstGeom>
        </p:spPr>
      </p:pic>
      <p:pic>
        <p:nvPicPr>
          <p:cNvPr id="350" name="Graphic 349" descr="emoji icon">
            <a:extLst>
              <a:ext uri="{FF2B5EF4-FFF2-40B4-BE49-F238E27FC236}">
                <a16:creationId xmlns:a16="http://schemas.microsoft.com/office/drawing/2014/main" id="{03801727-9C39-3200-8FEF-4B430150D7D9}"/>
              </a:ext>
            </a:extLst>
          </p:cNvPr>
          <p:cNvPicPr>
            <a:picLocks noChangeAspect="1"/>
          </p:cNvPicPr>
          <p:nvPr/>
        </p:nvPicPr>
        <p:blipFill>
          <a:blip r:embed="rId92">
            <a:extLst>
              <a:ext uri="{96DAC541-7B7A-43D3-8B79-37D633B846F1}">
                <asvg:svgBlip xmlns:asvg="http://schemas.microsoft.com/office/drawing/2016/SVG/main" r:embed="rId93"/>
              </a:ext>
            </a:extLst>
          </a:blip>
          <a:stretch>
            <a:fillRect/>
          </a:stretch>
        </p:blipFill>
        <p:spPr>
          <a:xfrm>
            <a:off x="3218230" y="4502709"/>
            <a:ext cx="274320" cy="274320"/>
          </a:xfrm>
          <a:prstGeom prst="rect">
            <a:avLst/>
          </a:prstGeom>
        </p:spPr>
      </p:pic>
      <p:pic>
        <p:nvPicPr>
          <p:cNvPr id="352" name="Graphic 351" descr="bell icon">
            <a:extLst>
              <a:ext uri="{FF2B5EF4-FFF2-40B4-BE49-F238E27FC236}">
                <a16:creationId xmlns:a16="http://schemas.microsoft.com/office/drawing/2014/main" id="{97544CD4-4C24-9D58-689E-3F0304275C86}"/>
              </a:ext>
            </a:extLst>
          </p:cNvPr>
          <p:cNvPicPr>
            <a:picLocks noChangeAspect="1"/>
          </p:cNvPicPr>
          <p:nvPr/>
        </p:nvPicPr>
        <p:blipFill>
          <a:blip r:embed="rId94">
            <a:extLst>
              <a:ext uri="{96DAC541-7B7A-43D3-8B79-37D633B846F1}">
                <asvg:svgBlip xmlns:asvg="http://schemas.microsoft.com/office/drawing/2016/SVG/main" r:embed="rId95"/>
              </a:ext>
            </a:extLst>
          </a:blip>
          <a:stretch>
            <a:fillRect/>
          </a:stretch>
        </p:blipFill>
        <p:spPr>
          <a:xfrm>
            <a:off x="3570103" y="4502709"/>
            <a:ext cx="274320" cy="274320"/>
          </a:xfrm>
          <a:prstGeom prst="rect">
            <a:avLst/>
          </a:prstGeom>
        </p:spPr>
      </p:pic>
      <p:pic>
        <p:nvPicPr>
          <p:cNvPr id="354" name="Graphic 353" descr="heart icon">
            <a:extLst>
              <a:ext uri="{FF2B5EF4-FFF2-40B4-BE49-F238E27FC236}">
                <a16:creationId xmlns:a16="http://schemas.microsoft.com/office/drawing/2014/main" id="{3BC9D3B2-42FA-1C72-CEAA-4461AFB6CBA5}"/>
              </a:ext>
            </a:extLst>
          </p:cNvPr>
          <p:cNvPicPr>
            <a:picLocks noChangeAspect="1"/>
          </p:cNvPicPr>
          <p:nvPr/>
        </p:nvPicPr>
        <p:blipFill>
          <a:blip r:embed="rId96">
            <a:extLst>
              <a:ext uri="{96DAC541-7B7A-43D3-8B79-37D633B846F1}">
                <asvg:svgBlip xmlns:asvg="http://schemas.microsoft.com/office/drawing/2016/SVG/main" r:embed="rId97"/>
              </a:ext>
            </a:extLst>
          </a:blip>
          <a:stretch>
            <a:fillRect/>
          </a:stretch>
        </p:blipFill>
        <p:spPr>
          <a:xfrm>
            <a:off x="3921976" y="4502709"/>
            <a:ext cx="274320" cy="274320"/>
          </a:xfrm>
          <a:prstGeom prst="rect">
            <a:avLst/>
          </a:prstGeom>
        </p:spPr>
      </p:pic>
      <p:pic>
        <p:nvPicPr>
          <p:cNvPr id="356" name="Graphic 355" descr="at sign icon">
            <a:extLst>
              <a:ext uri="{FF2B5EF4-FFF2-40B4-BE49-F238E27FC236}">
                <a16:creationId xmlns:a16="http://schemas.microsoft.com/office/drawing/2014/main" id="{8578CE13-0A3A-98B0-3766-CB88A1C5BC61}"/>
              </a:ext>
            </a:extLst>
          </p:cNvPr>
          <p:cNvPicPr>
            <a:picLocks noChangeAspect="1"/>
          </p:cNvPicPr>
          <p:nvPr/>
        </p:nvPicPr>
        <p:blipFill>
          <a:blip r:embed="rId98">
            <a:extLst>
              <a:ext uri="{96DAC541-7B7A-43D3-8B79-37D633B846F1}">
                <asvg:svgBlip xmlns:asvg="http://schemas.microsoft.com/office/drawing/2016/SVG/main" r:embed="rId99"/>
              </a:ext>
            </a:extLst>
          </a:blip>
          <a:stretch>
            <a:fillRect/>
          </a:stretch>
        </p:blipFill>
        <p:spPr>
          <a:xfrm>
            <a:off x="4273849" y="4502709"/>
            <a:ext cx="274320" cy="274320"/>
          </a:xfrm>
          <a:prstGeom prst="rect">
            <a:avLst/>
          </a:prstGeom>
        </p:spPr>
      </p:pic>
      <p:pic>
        <p:nvPicPr>
          <p:cNvPr id="358" name="Graphic 357" descr="thumbs up icon">
            <a:extLst>
              <a:ext uri="{FF2B5EF4-FFF2-40B4-BE49-F238E27FC236}">
                <a16:creationId xmlns:a16="http://schemas.microsoft.com/office/drawing/2014/main" id="{456BA2F0-D001-D5B7-EEDB-70038AFCB465}"/>
              </a:ext>
            </a:extLst>
          </p:cNvPr>
          <p:cNvPicPr>
            <a:picLocks noChangeAspect="1"/>
          </p:cNvPicPr>
          <p:nvPr/>
        </p:nvPicPr>
        <p:blipFill>
          <a:blip r:embed="rId100">
            <a:extLst>
              <a:ext uri="{96DAC541-7B7A-43D3-8B79-37D633B846F1}">
                <asvg:svgBlip xmlns:asvg="http://schemas.microsoft.com/office/drawing/2016/SVG/main" r:embed="rId101"/>
              </a:ext>
            </a:extLst>
          </a:blip>
          <a:stretch>
            <a:fillRect/>
          </a:stretch>
        </p:blipFill>
        <p:spPr>
          <a:xfrm>
            <a:off x="4625722" y="4502709"/>
            <a:ext cx="285750" cy="274320"/>
          </a:xfrm>
          <a:prstGeom prst="rect">
            <a:avLst/>
          </a:prstGeom>
        </p:spPr>
      </p:pic>
      <p:sp>
        <p:nvSpPr>
          <p:cNvPr id="359" name="TextBox 358">
            <a:extLst>
              <a:ext uri="{FF2B5EF4-FFF2-40B4-BE49-F238E27FC236}">
                <a16:creationId xmlns:a16="http://schemas.microsoft.com/office/drawing/2014/main" id="{1F781101-6D7E-AB4E-C2BD-2F43596DDA7E}"/>
              </a:ext>
            </a:extLst>
          </p:cNvPr>
          <p:cNvSpPr txBox="1"/>
          <p:nvPr/>
        </p:nvSpPr>
        <p:spPr>
          <a:xfrm>
            <a:off x="609600" y="5011239"/>
            <a:ext cx="628698" cy="2330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  <a:spcBef>
                <a:spcPts val="900"/>
              </a:spcBef>
            </a:pPr>
            <a:r>
              <a:rPr lang="en-US" sz="900" b="1"/>
              <a:t>Concepts</a:t>
            </a:r>
          </a:p>
        </p:txBody>
      </p:sp>
      <p:pic>
        <p:nvPicPr>
          <p:cNvPr id="360" name="Graphic 359" descr="lock icon">
            <a:extLst>
              <a:ext uri="{FF2B5EF4-FFF2-40B4-BE49-F238E27FC236}">
                <a16:creationId xmlns:a16="http://schemas.microsoft.com/office/drawing/2014/main" id="{F4BA5338-42BC-C5CB-BF10-3231DB7682DE}"/>
              </a:ext>
            </a:extLst>
          </p:cNvPr>
          <p:cNvPicPr>
            <a:picLocks noChangeAspect="1"/>
          </p:cNvPicPr>
          <p:nvPr/>
        </p:nvPicPr>
        <p:blipFill>
          <a:blip r:embed="rId102">
            <a:extLst>
              <a:ext uri="{96DAC541-7B7A-43D3-8B79-37D633B846F1}">
                <asvg:svgBlip xmlns:asvg="http://schemas.microsoft.com/office/drawing/2016/SVG/main" r:embed="rId103"/>
              </a:ext>
            </a:extLst>
          </a:blip>
          <a:stretch>
            <a:fillRect/>
          </a:stretch>
        </p:blipFill>
        <p:spPr>
          <a:xfrm>
            <a:off x="1810738" y="5011239"/>
            <a:ext cx="274320" cy="274320"/>
          </a:xfrm>
          <a:prstGeom prst="rect">
            <a:avLst/>
          </a:prstGeom>
        </p:spPr>
      </p:pic>
      <p:pic>
        <p:nvPicPr>
          <p:cNvPr id="361" name="Graphic 360" descr="unlock icon">
            <a:extLst>
              <a:ext uri="{FF2B5EF4-FFF2-40B4-BE49-F238E27FC236}">
                <a16:creationId xmlns:a16="http://schemas.microsoft.com/office/drawing/2014/main" id="{C60B3AD8-046A-14DA-A3EA-CC25C6A73C0C}"/>
              </a:ext>
            </a:extLst>
          </p:cNvPr>
          <p:cNvPicPr>
            <a:picLocks noChangeAspect="1"/>
          </p:cNvPicPr>
          <p:nvPr/>
        </p:nvPicPr>
        <p:blipFill>
          <a:blip r:embed="rId104">
            <a:extLst>
              <a:ext uri="{96DAC541-7B7A-43D3-8B79-37D633B846F1}">
                <asvg:svgBlip xmlns:asvg="http://schemas.microsoft.com/office/drawing/2016/SVG/main" r:embed="rId105"/>
              </a:ext>
            </a:extLst>
          </a:blip>
          <a:stretch>
            <a:fillRect/>
          </a:stretch>
        </p:blipFill>
        <p:spPr>
          <a:xfrm>
            <a:off x="2162611" y="5011239"/>
            <a:ext cx="274320" cy="274320"/>
          </a:xfrm>
          <a:prstGeom prst="rect">
            <a:avLst/>
          </a:prstGeom>
        </p:spPr>
      </p:pic>
      <p:pic>
        <p:nvPicPr>
          <p:cNvPr id="362" name="Graphic 361" descr="eye icon">
            <a:extLst>
              <a:ext uri="{FF2B5EF4-FFF2-40B4-BE49-F238E27FC236}">
                <a16:creationId xmlns:a16="http://schemas.microsoft.com/office/drawing/2014/main" id="{4368D7C9-50EB-0040-BD92-74BC58BD16A9}"/>
              </a:ext>
            </a:extLst>
          </p:cNvPr>
          <p:cNvPicPr>
            <a:picLocks noChangeAspect="1"/>
          </p:cNvPicPr>
          <p:nvPr/>
        </p:nvPicPr>
        <p:blipFill>
          <a:blip r:embed="rId106">
            <a:extLst>
              <a:ext uri="{96DAC541-7B7A-43D3-8B79-37D633B846F1}">
                <asvg:svgBlip xmlns:asvg="http://schemas.microsoft.com/office/drawing/2016/SVG/main" r:embed="rId107"/>
              </a:ext>
            </a:extLst>
          </a:blip>
          <a:stretch>
            <a:fillRect/>
          </a:stretch>
        </p:blipFill>
        <p:spPr>
          <a:xfrm>
            <a:off x="2514484" y="5011239"/>
            <a:ext cx="274320" cy="274320"/>
          </a:xfrm>
          <a:prstGeom prst="rect">
            <a:avLst/>
          </a:prstGeom>
        </p:spPr>
      </p:pic>
      <p:pic>
        <p:nvPicPr>
          <p:cNvPr id="363" name="Graphic 362" descr="no eye icon">
            <a:extLst>
              <a:ext uri="{FF2B5EF4-FFF2-40B4-BE49-F238E27FC236}">
                <a16:creationId xmlns:a16="http://schemas.microsoft.com/office/drawing/2014/main" id="{38314D3A-41FA-2A72-943E-D259C59051F8}"/>
              </a:ext>
            </a:extLst>
          </p:cNvPr>
          <p:cNvPicPr>
            <a:picLocks noChangeAspect="1"/>
          </p:cNvPicPr>
          <p:nvPr/>
        </p:nvPicPr>
        <p:blipFill>
          <a:blip r:embed="rId108">
            <a:extLst>
              <a:ext uri="{96DAC541-7B7A-43D3-8B79-37D633B846F1}">
                <asvg:svgBlip xmlns:asvg="http://schemas.microsoft.com/office/drawing/2016/SVG/main" r:embed="rId109"/>
              </a:ext>
            </a:extLst>
          </a:blip>
          <a:stretch>
            <a:fillRect/>
          </a:stretch>
        </p:blipFill>
        <p:spPr>
          <a:xfrm>
            <a:off x="2866357" y="5011239"/>
            <a:ext cx="274320" cy="274320"/>
          </a:xfrm>
          <a:prstGeom prst="rect">
            <a:avLst/>
          </a:prstGeom>
        </p:spPr>
      </p:pic>
      <p:pic>
        <p:nvPicPr>
          <p:cNvPr id="364" name="Graphic 363" descr="binoculars icon">
            <a:extLst>
              <a:ext uri="{FF2B5EF4-FFF2-40B4-BE49-F238E27FC236}">
                <a16:creationId xmlns:a16="http://schemas.microsoft.com/office/drawing/2014/main" id="{86C33EC7-A7B5-E7FA-43D3-75421C027929}"/>
              </a:ext>
            </a:extLst>
          </p:cNvPr>
          <p:cNvPicPr>
            <a:picLocks noChangeAspect="1"/>
          </p:cNvPicPr>
          <p:nvPr/>
        </p:nvPicPr>
        <p:blipFill>
          <a:blip r:embed="rId110">
            <a:extLst>
              <a:ext uri="{96DAC541-7B7A-43D3-8B79-37D633B846F1}">
                <asvg:svgBlip xmlns:asvg="http://schemas.microsoft.com/office/drawing/2016/SVG/main" r:embed="rId111"/>
              </a:ext>
            </a:extLst>
          </a:blip>
          <a:stretch>
            <a:fillRect/>
          </a:stretch>
        </p:blipFill>
        <p:spPr>
          <a:xfrm>
            <a:off x="3218230" y="5011239"/>
            <a:ext cx="274320" cy="274320"/>
          </a:xfrm>
          <a:prstGeom prst="rect">
            <a:avLst/>
          </a:prstGeom>
        </p:spPr>
      </p:pic>
      <p:pic>
        <p:nvPicPr>
          <p:cNvPr id="365" name="Graphic 364" descr="magnifying glass icon">
            <a:extLst>
              <a:ext uri="{FF2B5EF4-FFF2-40B4-BE49-F238E27FC236}">
                <a16:creationId xmlns:a16="http://schemas.microsoft.com/office/drawing/2014/main" id="{22C810E9-E9CE-232A-A3CC-22D0D106CACF}"/>
              </a:ext>
            </a:extLst>
          </p:cNvPr>
          <p:cNvPicPr>
            <a:picLocks noChangeAspect="1"/>
          </p:cNvPicPr>
          <p:nvPr/>
        </p:nvPicPr>
        <p:blipFill>
          <a:blip r:embed="rId112">
            <a:extLst>
              <a:ext uri="{96DAC541-7B7A-43D3-8B79-37D633B846F1}">
                <asvg:svgBlip xmlns:asvg="http://schemas.microsoft.com/office/drawing/2016/SVG/main" r:embed="rId113"/>
              </a:ext>
            </a:extLst>
          </a:blip>
          <a:stretch>
            <a:fillRect/>
          </a:stretch>
        </p:blipFill>
        <p:spPr>
          <a:xfrm>
            <a:off x="3570103" y="5011239"/>
            <a:ext cx="274320" cy="274320"/>
          </a:xfrm>
          <a:prstGeom prst="rect">
            <a:avLst/>
          </a:prstGeom>
        </p:spPr>
      </p:pic>
      <p:pic>
        <p:nvPicPr>
          <p:cNvPr id="366" name="Graphic 365" descr="target icon">
            <a:extLst>
              <a:ext uri="{FF2B5EF4-FFF2-40B4-BE49-F238E27FC236}">
                <a16:creationId xmlns:a16="http://schemas.microsoft.com/office/drawing/2014/main" id="{894BCEA7-E730-B9BC-431D-4941D810C205}"/>
              </a:ext>
            </a:extLst>
          </p:cNvPr>
          <p:cNvPicPr>
            <a:picLocks noChangeAspect="1"/>
          </p:cNvPicPr>
          <p:nvPr/>
        </p:nvPicPr>
        <p:blipFill>
          <a:blip r:embed="rId114">
            <a:extLst>
              <a:ext uri="{96DAC541-7B7A-43D3-8B79-37D633B846F1}">
                <asvg:svgBlip xmlns:asvg="http://schemas.microsoft.com/office/drawing/2016/SVG/main" r:embed="rId115"/>
              </a:ext>
            </a:extLst>
          </a:blip>
          <a:stretch>
            <a:fillRect/>
          </a:stretch>
        </p:blipFill>
        <p:spPr>
          <a:xfrm>
            <a:off x="3921976" y="5011239"/>
            <a:ext cx="274320" cy="274320"/>
          </a:xfrm>
          <a:prstGeom prst="rect">
            <a:avLst/>
          </a:prstGeom>
        </p:spPr>
      </p:pic>
      <p:pic>
        <p:nvPicPr>
          <p:cNvPr id="367" name="Graphic 366" descr="reticle icon">
            <a:extLst>
              <a:ext uri="{FF2B5EF4-FFF2-40B4-BE49-F238E27FC236}">
                <a16:creationId xmlns:a16="http://schemas.microsoft.com/office/drawing/2014/main" id="{776BA056-8F49-FE98-E0A0-983D300579EC}"/>
              </a:ext>
            </a:extLst>
          </p:cNvPr>
          <p:cNvPicPr>
            <a:picLocks noChangeAspect="1"/>
          </p:cNvPicPr>
          <p:nvPr/>
        </p:nvPicPr>
        <p:blipFill>
          <a:blip r:embed="rId116">
            <a:extLst>
              <a:ext uri="{96DAC541-7B7A-43D3-8B79-37D633B846F1}">
                <asvg:svgBlip xmlns:asvg="http://schemas.microsoft.com/office/drawing/2016/SVG/main" r:embed="rId117"/>
              </a:ext>
            </a:extLst>
          </a:blip>
          <a:stretch>
            <a:fillRect/>
          </a:stretch>
        </p:blipFill>
        <p:spPr>
          <a:xfrm>
            <a:off x="4273849" y="5011239"/>
            <a:ext cx="274320" cy="274320"/>
          </a:xfrm>
          <a:prstGeom prst="rect">
            <a:avLst/>
          </a:prstGeom>
        </p:spPr>
      </p:pic>
      <p:pic>
        <p:nvPicPr>
          <p:cNvPr id="368" name="Graphic 367" descr="megaphone icon">
            <a:extLst>
              <a:ext uri="{FF2B5EF4-FFF2-40B4-BE49-F238E27FC236}">
                <a16:creationId xmlns:a16="http://schemas.microsoft.com/office/drawing/2014/main" id="{71D90132-D011-7D99-5574-1D95222CBAEB}"/>
              </a:ext>
            </a:extLst>
          </p:cNvPr>
          <p:cNvPicPr>
            <a:picLocks noChangeAspect="1"/>
          </p:cNvPicPr>
          <p:nvPr/>
        </p:nvPicPr>
        <p:blipFill>
          <a:blip r:embed="rId118">
            <a:extLst>
              <a:ext uri="{96DAC541-7B7A-43D3-8B79-37D633B846F1}">
                <asvg:svgBlip xmlns:asvg="http://schemas.microsoft.com/office/drawing/2016/SVG/main" r:embed="rId119"/>
              </a:ext>
            </a:extLst>
          </a:blip>
          <a:stretch>
            <a:fillRect/>
          </a:stretch>
        </p:blipFill>
        <p:spPr>
          <a:xfrm>
            <a:off x="4631437" y="5011239"/>
            <a:ext cx="274320" cy="274320"/>
          </a:xfrm>
          <a:prstGeom prst="rect">
            <a:avLst/>
          </a:prstGeom>
        </p:spPr>
      </p:pic>
      <p:pic>
        <p:nvPicPr>
          <p:cNvPr id="369" name="Graphic 368" descr="loud megaphone icon">
            <a:extLst>
              <a:ext uri="{FF2B5EF4-FFF2-40B4-BE49-F238E27FC236}">
                <a16:creationId xmlns:a16="http://schemas.microsoft.com/office/drawing/2014/main" id="{93E4CA14-2930-F781-7DA4-D32B0FA154B3}"/>
              </a:ext>
            </a:extLst>
          </p:cNvPr>
          <p:cNvPicPr>
            <a:picLocks noChangeAspect="1"/>
          </p:cNvPicPr>
          <p:nvPr/>
        </p:nvPicPr>
        <p:blipFill>
          <a:blip r:embed="rId120">
            <a:extLst>
              <a:ext uri="{96DAC541-7B7A-43D3-8B79-37D633B846F1}">
                <asvg:svgBlip xmlns:asvg="http://schemas.microsoft.com/office/drawing/2016/SVG/main" r:embed="rId121"/>
              </a:ext>
            </a:extLst>
          </a:blip>
          <a:stretch>
            <a:fillRect/>
          </a:stretch>
        </p:blipFill>
        <p:spPr>
          <a:xfrm>
            <a:off x="4989023" y="5011239"/>
            <a:ext cx="274320" cy="274320"/>
          </a:xfrm>
          <a:prstGeom prst="rect">
            <a:avLst/>
          </a:prstGeom>
        </p:spPr>
      </p:pic>
      <p:pic>
        <p:nvPicPr>
          <p:cNvPr id="370" name="Graphic 369" descr="gear icon">
            <a:extLst>
              <a:ext uri="{FF2B5EF4-FFF2-40B4-BE49-F238E27FC236}">
                <a16:creationId xmlns:a16="http://schemas.microsoft.com/office/drawing/2014/main" id="{4CCE6145-28F4-9497-F900-12B7358D048A}"/>
              </a:ext>
            </a:extLst>
          </p:cNvPr>
          <p:cNvPicPr>
            <a:picLocks noChangeAspect="1"/>
          </p:cNvPicPr>
          <p:nvPr/>
        </p:nvPicPr>
        <p:blipFill>
          <a:blip r:embed="rId122">
            <a:extLst>
              <a:ext uri="{96DAC541-7B7A-43D3-8B79-37D633B846F1}">
                <asvg:svgBlip xmlns:asvg="http://schemas.microsoft.com/office/drawing/2016/SVG/main" r:embed="rId123"/>
              </a:ext>
            </a:extLst>
          </a:blip>
          <a:stretch>
            <a:fillRect/>
          </a:stretch>
        </p:blipFill>
        <p:spPr>
          <a:xfrm>
            <a:off x="1810738" y="5466716"/>
            <a:ext cx="274320" cy="274320"/>
          </a:xfrm>
          <a:prstGeom prst="rect">
            <a:avLst/>
          </a:prstGeom>
        </p:spPr>
      </p:pic>
      <p:pic>
        <p:nvPicPr>
          <p:cNvPr id="371" name="Graphic 370" descr="circle slash icon">
            <a:extLst>
              <a:ext uri="{FF2B5EF4-FFF2-40B4-BE49-F238E27FC236}">
                <a16:creationId xmlns:a16="http://schemas.microsoft.com/office/drawing/2014/main" id="{13839A91-C365-91B2-5E25-38543DCBA5DE}"/>
              </a:ext>
            </a:extLst>
          </p:cNvPr>
          <p:cNvPicPr>
            <a:picLocks noChangeAspect="1"/>
          </p:cNvPicPr>
          <p:nvPr/>
        </p:nvPicPr>
        <p:blipFill>
          <a:blip r:embed="rId124">
            <a:extLst>
              <a:ext uri="{96DAC541-7B7A-43D3-8B79-37D633B846F1}">
                <asvg:svgBlip xmlns:asvg="http://schemas.microsoft.com/office/drawing/2016/SVG/main" r:embed="rId125"/>
              </a:ext>
            </a:extLst>
          </a:blip>
          <a:stretch>
            <a:fillRect/>
          </a:stretch>
        </p:blipFill>
        <p:spPr>
          <a:xfrm>
            <a:off x="2162611" y="5466716"/>
            <a:ext cx="274320" cy="274320"/>
          </a:xfrm>
          <a:prstGeom prst="rect">
            <a:avLst/>
          </a:prstGeom>
        </p:spPr>
      </p:pic>
      <p:pic>
        <p:nvPicPr>
          <p:cNvPr id="372" name="Graphic 371" descr="lightbulb icon">
            <a:extLst>
              <a:ext uri="{FF2B5EF4-FFF2-40B4-BE49-F238E27FC236}">
                <a16:creationId xmlns:a16="http://schemas.microsoft.com/office/drawing/2014/main" id="{BFCD8E82-C80F-94C5-F0DE-DBBF67EE414E}"/>
              </a:ext>
            </a:extLst>
          </p:cNvPr>
          <p:cNvPicPr>
            <a:picLocks noChangeAspect="1"/>
          </p:cNvPicPr>
          <p:nvPr/>
        </p:nvPicPr>
        <p:blipFill>
          <a:blip r:embed="rId126">
            <a:extLst>
              <a:ext uri="{96DAC541-7B7A-43D3-8B79-37D633B846F1}">
                <asvg:svgBlip xmlns:asvg="http://schemas.microsoft.com/office/drawing/2016/SVG/main" r:embed="rId127"/>
              </a:ext>
            </a:extLst>
          </a:blip>
          <a:stretch>
            <a:fillRect/>
          </a:stretch>
        </p:blipFill>
        <p:spPr>
          <a:xfrm>
            <a:off x="2514484" y="5466716"/>
            <a:ext cx="274320" cy="274320"/>
          </a:xfrm>
          <a:prstGeom prst="rect">
            <a:avLst/>
          </a:prstGeom>
        </p:spPr>
      </p:pic>
      <p:pic>
        <p:nvPicPr>
          <p:cNvPr id="373" name="Graphic 372" descr="bright lightbulb icon">
            <a:extLst>
              <a:ext uri="{FF2B5EF4-FFF2-40B4-BE49-F238E27FC236}">
                <a16:creationId xmlns:a16="http://schemas.microsoft.com/office/drawing/2014/main" id="{13343751-2142-E230-F3C0-68509FBDEAE5}"/>
              </a:ext>
            </a:extLst>
          </p:cNvPr>
          <p:cNvPicPr>
            <a:picLocks noChangeAspect="1"/>
          </p:cNvPicPr>
          <p:nvPr/>
        </p:nvPicPr>
        <p:blipFill>
          <a:blip r:embed="rId128">
            <a:extLst>
              <a:ext uri="{96DAC541-7B7A-43D3-8B79-37D633B846F1}">
                <asvg:svgBlip xmlns:asvg="http://schemas.microsoft.com/office/drawing/2016/SVG/main" r:embed="rId129"/>
              </a:ext>
            </a:extLst>
          </a:blip>
          <a:stretch>
            <a:fillRect/>
          </a:stretch>
        </p:blipFill>
        <p:spPr>
          <a:xfrm>
            <a:off x="2866357" y="5466716"/>
            <a:ext cx="274320" cy="274320"/>
          </a:xfrm>
          <a:prstGeom prst="rect">
            <a:avLst/>
          </a:prstGeom>
        </p:spPr>
      </p:pic>
      <p:pic>
        <p:nvPicPr>
          <p:cNvPr id="374" name="Graphic 373" descr="party icon">
            <a:extLst>
              <a:ext uri="{FF2B5EF4-FFF2-40B4-BE49-F238E27FC236}">
                <a16:creationId xmlns:a16="http://schemas.microsoft.com/office/drawing/2014/main" id="{5AAE09E7-218C-8765-2388-F35C5E75DF98}"/>
              </a:ext>
            </a:extLst>
          </p:cNvPr>
          <p:cNvPicPr>
            <a:picLocks noChangeAspect="1"/>
          </p:cNvPicPr>
          <p:nvPr/>
        </p:nvPicPr>
        <p:blipFill>
          <a:blip r:embed="rId130">
            <a:extLst>
              <a:ext uri="{96DAC541-7B7A-43D3-8B79-37D633B846F1}">
                <asvg:svgBlip xmlns:asvg="http://schemas.microsoft.com/office/drawing/2016/SVG/main" r:embed="rId131"/>
              </a:ext>
            </a:extLst>
          </a:blip>
          <a:stretch>
            <a:fillRect/>
          </a:stretch>
        </p:blipFill>
        <p:spPr>
          <a:xfrm>
            <a:off x="3218230" y="5466716"/>
            <a:ext cx="274320" cy="274320"/>
          </a:xfrm>
          <a:prstGeom prst="rect">
            <a:avLst/>
          </a:prstGeom>
        </p:spPr>
      </p:pic>
      <p:pic>
        <p:nvPicPr>
          <p:cNvPr id="375" name="Graphic 374" descr="rocket icon">
            <a:extLst>
              <a:ext uri="{FF2B5EF4-FFF2-40B4-BE49-F238E27FC236}">
                <a16:creationId xmlns:a16="http://schemas.microsoft.com/office/drawing/2014/main" id="{3BDB401B-B870-5355-4E40-9A1B0583F78A}"/>
              </a:ext>
            </a:extLst>
          </p:cNvPr>
          <p:cNvPicPr>
            <a:picLocks noChangeAspect="1"/>
          </p:cNvPicPr>
          <p:nvPr/>
        </p:nvPicPr>
        <p:blipFill>
          <a:blip r:embed="rId132">
            <a:extLst>
              <a:ext uri="{96DAC541-7B7A-43D3-8B79-37D633B846F1}">
                <asvg:svgBlip xmlns:asvg="http://schemas.microsoft.com/office/drawing/2016/SVG/main" r:embed="rId133"/>
              </a:ext>
            </a:extLst>
          </a:blip>
          <a:stretch>
            <a:fillRect/>
          </a:stretch>
        </p:blipFill>
        <p:spPr>
          <a:xfrm>
            <a:off x="3570103" y="5466716"/>
            <a:ext cx="274320" cy="274320"/>
          </a:xfrm>
          <a:prstGeom prst="rect">
            <a:avLst/>
          </a:prstGeom>
        </p:spPr>
      </p:pic>
      <p:pic>
        <p:nvPicPr>
          <p:cNvPr id="376" name="Graphic 375" descr="bolt icon">
            <a:extLst>
              <a:ext uri="{FF2B5EF4-FFF2-40B4-BE49-F238E27FC236}">
                <a16:creationId xmlns:a16="http://schemas.microsoft.com/office/drawing/2014/main" id="{45FD6272-8D05-46EA-F63B-1B3221F7C056}"/>
              </a:ext>
            </a:extLst>
          </p:cNvPr>
          <p:cNvPicPr>
            <a:picLocks noChangeAspect="1"/>
          </p:cNvPicPr>
          <p:nvPr/>
        </p:nvPicPr>
        <p:blipFill>
          <a:blip r:embed="rId134">
            <a:extLst>
              <a:ext uri="{96DAC541-7B7A-43D3-8B79-37D633B846F1}">
                <asvg:svgBlip xmlns:asvg="http://schemas.microsoft.com/office/drawing/2016/SVG/main" r:embed="rId135"/>
              </a:ext>
            </a:extLst>
          </a:blip>
          <a:stretch>
            <a:fillRect/>
          </a:stretch>
        </p:blipFill>
        <p:spPr>
          <a:xfrm>
            <a:off x="3921976" y="5466716"/>
            <a:ext cx="274320" cy="274320"/>
          </a:xfrm>
          <a:prstGeom prst="rect">
            <a:avLst/>
          </a:prstGeom>
        </p:spPr>
      </p:pic>
      <p:pic>
        <p:nvPicPr>
          <p:cNvPr id="377" name="Graphic 376" descr="sparkles icon">
            <a:extLst>
              <a:ext uri="{FF2B5EF4-FFF2-40B4-BE49-F238E27FC236}">
                <a16:creationId xmlns:a16="http://schemas.microsoft.com/office/drawing/2014/main" id="{F47EA081-7D45-9672-15BB-5FD046E22DF5}"/>
              </a:ext>
            </a:extLst>
          </p:cNvPr>
          <p:cNvPicPr>
            <a:picLocks noChangeAspect="1"/>
          </p:cNvPicPr>
          <p:nvPr/>
        </p:nvPicPr>
        <p:blipFill>
          <a:blip r:embed="rId136">
            <a:extLst>
              <a:ext uri="{96DAC541-7B7A-43D3-8B79-37D633B846F1}">
                <asvg:svgBlip xmlns:asvg="http://schemas.microsoft.com/office/drawing/2016/SVG/main" r:embed="rId137"/>
              </a:ext>
            </a:extLst>
          </a:blip>
          <a:stretch>
            <a:fillRect/>
          </a:stretch>
        </p:blipFill>
        <p:spPr>
          <a:xfrm>
            <a:off x="4273849" y="5466716"/>
            <a:ext cx="274320" cy="274320"/>
          </a:xfrm>
          <a:prstGeom prst="rect">
            <a:avLst/>
          </a:prstGeom>
        </p:spPr>
      </p:pic>
      <p:pic>
        <p:nvPicPr>
          <p:cNvPr id="378" name="Graphic 377" descr="paper plane icon">
            <a:extLst>
              <a:ext uri="{FF2B5EF4-FFF2-40B4-BE49-F238E27FC236}">
                <a16:creationId xmlns:a16="http://schemas.microsoft.com/office/drawing/2014/main" id="{018843D8-79E0-A64A-ABF5-3D0EBB60F47F}"/>
              </a:ext>
            </a:extLst>
          </p:cNvPr>
          <p:cNvPicPr>
            <a:picLocks noChangeAspect="1"/>
          </p:cNvPicPr>
          <p:nvPr/>
        </p:nvPicPr>
        <p:blipFill>
          <a:blip r:embed="rId138">
            <a:extLst>
              <a:ext uri="{96DAC541-7B7A-43D3-8B79-37D633B846F1}">
                <asvg:svgBlip xmlns:asvg="http://schemas.microsoft.com/office/drawing/2016/SVG/main" r:embed="rId139"/>
              </a:ext>
            </a:extLst>
          </a:blip>
          <a:stretch>
            <a:fillRect/>
          </a:stretch>
        </p:blipFill>
        <p:spPr>
          <a:xfrm>
            <a:off x="4631437" y="5466716"/>
            <a:ext cx="274320" cy="274320"/>
          </a:xfrm>
          <a:prstGeom prst="rect">
            <a:avLst/>
          </a:prstGeom>
        </p:spPr>
      </p:pic>
      <p:pic>
        <p:nvPicPr>
          <p:cNvPr id="379" name="Graphic 378" descr="award icon">
            <a:extLst>
              <a:ext uri="{FF2B5EF4-FFF2-40B4-BE49-F238E27FC236}">
                <a16:creationId xmlns:a16="http://schemas.microsoft.com/office/drawing/2014/main" id="{55D66300-19E8-28AB-C511-4A85F9600D0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140">
            <a:extLst>
              <a:ext uri="{96DAC541-7B7A-43D3-8B79-37D633B846F1}">
                <asvg:svgBlip xmlns:asvg="http://schemas.microsoft.com/office/drawing/2016/SVG/main" r:embed="rId141"/>
              </a:ext>
            </a:extLst>
          </a:blip>
          <a:stretch>
            <a:fillRect/>
          </a:stretch>
        </p:blipFill>
        <p:spPr>
          <a:xfrm>
            <a:off x="4989023" y="5466716"/>
            <a:ext cx="274320" cy="274320"/>
          </a:xfrm>
          <a:prstGeom prst="rect">
            <a:avLst/>
          </a:prstGeom>
        </p:spPr>
      </p:pic>
      <p:pic>
        <p:nvPicPr>
          <p:cNvPr id="380" name="Graphic 379" descr="toolbox icon">
            <a:extLst>
              <a:ext uri="{FF2B5EF4-FFF2-40B4-BE49-F238E27FC236}">
                <a16:creationId xmlns:a16="http://schemas.microsoft.com/office/drawing/2014/main" id="{B2785A53-461D-98EC-AB75-565B80F483E6}"/>
              </a:ext>
            </a:extLst>
          </p:cNvPr>
          <p:cNvPicPr>
            <a:picLocks noChangeAspect="1"/>
          </p:cNvPicPr>
          <p:nvPr/>
        </p:nvPicPr>
        <p:blipFill>
          <a:blip r:embed="rId142">
            <a:extLst>
              <a:ext uri="{96DAC541-7B7A-43D3-8B79-37D633B846F1}">
                <asvg:svgBlip xmlns:asvg="http://schemas.microsoft.com/office/drawing/2016/SVG/main" r:embed="rId143"/>
              </a:ext>
            </a:extLst>
          </a:blip>
          <a:stretch>
            <a:fillRect/>
          </a:stretch>
        </p:blipFill>
        <p:spPr>
          <a:xfrm>
            <a:off x="1810738" y="5922190"/>
            <a:ext cx="274320" cy="274320"/>
          </a:xfrm>
          <a:prstGeom prst="rect">
            <a:avLst/>
          </a:prstGeom>
        </p:spPr>
      </p:pic>
      <p:pic>
        <p:nvPicPr>
          <p:cNvPr id="381" name="Graphic 380" descr="clipboard icon">
            <a:extLst>
              <a:ext uri="{FF2B5EF4-FFF2-40B4-BE49-F238E27FC236}">
                <a16:creationId xmlns:a16="http://schemas.microsoft.com/office/drawing/2014/main" id="{3F310B71-FBF9-26A9-9F41-172309E6AAC5}"/>
              </a:ext>
            </a:extLst>
          </p:cNvPr>
          <p:cNvPicPr>
            <a:picLocks noChangeAspect="1"/>
          </p:cNvPicPr>
          <p:nvPr/>
        </p:nvPicPr>
        <p:blipFill>
          <a:blip r:embed="rId144">
            <a:extLst>
              <a:ext uri="{96DAC541-7B7A-43D3-8B79-37D633B846F1}">
                <asvg:svgBlip xmlns:asvg="http://schemas.microsoft.com/office/drawing/2016/SVG/main" r:embed="rId145"/>
              </a:ext>
            </a:extLst>
          </a:blip>
          <a:stretch>
            <a:fillRect/>
          </a:stretch>
        </p:blipFill>
        <p:spPr>
          <a:xfrm>
            <a:off x="2162611" y="5922190"/>
            <a:ext cx="274320" cy="274320"/>
          </a:xfrm>
          <a:prstGeom prst="rect">
            <a:avLst/>
          </a:prstGeom>
        </p:spPr>
      </p:pic>
      <p:pic>
        <p:nvPicPr>
          <p:cNvPr id="382" name="Graphic 381" descr="trashcan icon">
            <a:extLst>
              <a:ext uri="{FF2B5EF4-FFF2-40B4-BE49-F238E27FC236}">
                <a16:creationId xmlns:a16="http://schemas.microsoft.com/office/drawing/2014/main" id="{0949CB02-5058-51E5-542B-AA80C2C79F44}"/>
              </a:ext>
            </a:extLst>
          </p:cNvPr>
          <p:cNvPicPr>
            <a:picLocks noChangeAspect="1"/>
          </p:cNvPicPr>
          <p:nvPr/>
        </p:nvPicPr>
        <p:blipFill>
          <a:blip r:embed="rId146">
            <a:extLst>
              <a:ext uri="{96DAC541-7B7A-43D3-8B79-37D633B846F1}">
                <asvg:svgBlip xmlns:asvg="http://schemas.microsoft.com/office/drawing/2016/SVG/main" r:embed="rId147"/>
              </a:ext>
            </a:extLst>
          </a:blip>
          <a:stretch>
            <a:fillRect/>
          </a:stretch>
        </p:blipFill>
        <p:spPr>
          <a:xfrm>
            <a:off x="2514484" y="5922190"/>
            <a:ext cx="274320" cy="274320"/>
          </a:xfrm>
          <a:prstGeom prst="rect">
            <a:avLst/>
          </a:prstGeom>
        </p:spPr>
      </p:pic>
      <p:pic>
        <p:nvPicPr>
          <p:cNvPr id="383" name="Graphic 382" descr="paperclip icon">
            <a:extLst>
              <a:ext uri="{FF2B5EF4-FFF2-40B4-BE49-F238E27FC236}">
                <a16:creationId xmlns:a16="http://schemas.microsoft.com/office/drawing/2014/main" id="{FF7E64A1-C8CB-035D-B510-D9A4342AC842}"/>
              </a:ext>
            </a:extLst>
          </p:cNvPr>
          <p:cNvPicPr>
            <a:picLocks noChangeAspect="1"/>
          </p:cNvPicPr>
          <p:nvPr/>
        </p:nvPicPr>
        <p:blipFill>
          <a:blip r:embed="rId148">
            <a:extLst>
              <a:ext uri="{96DAC541-7B7A-43D3-8B79-37D633B846F1}">
                <asvg:svgBlip xmlns:asvg="http://schemas.microsoft.com/office/drawing/2016/SVG/main" r:embed="rId149"/>
              </a:ext>
            </a:extLst>
          </a:blip>
          <a:stretch>
            <a:fillRect/>
          </a:stretch>
        </p:blipFill>
        <p:spPr>
          <a:xfrm>
            <a:off x="2866357" y="5922190"/>
            <a:ext cx="274320" cy="274320"/>
          </a:xfrm>
          <a:prstGeom prst="rect">
            <a:avLst/>
          </a:prstGeom>
        </p:spPr>
      </p:pic>
      <p:pic>
        <p:nvPicPr>
          <p:cNvPr id="384" name="Graphic 383" descr="pushpin icon">
            <a:extLst>
              <a:ext uri="{FF2B5EF4-FFF2-40B4-BE49-F238E27FC236}">
                <a16:creationId xmlns:a16="http://schemas.microsoft.com/office/drawing/2014/main" id="{D468DC50-A9C2-F700-3B09-86AF13FA3122}"/>
              </a:ext>
            </a:extLst>
          </p:cNvPr>
          <p:cNvPicPr>
            <a:picLocks noChangeAspect="1"/>
          </p:cNvPicPr>
          <p:nvPr/>
        </p:nvPicPr>
        <p:blipFill>
          <a:blip r:embed="rId150">
            <a:extLst>
              <a:ext uri="{96DAC541-7B7A-43D3-8B79-37D633B846F1}">
                <asvg:svgBlip xmlns:asvg="http://schemas.microsoft.com/office/drawing/2016/SVG/main" r:embed="rId151"/>
              </a:ext>
            </a:extLst>
          </a:blip>
          <a:stretch>
            <a:fillRect/>
          </a:stretch>
        </p:blipFill>
        <p:spPr>
          <a:xfrm>
            <a:off x="3218230" y="5922190"/>
            <a:ext cx="274320" cy="274320"/>
          </a:xfrm>
          <a:prstGeom prst="rect">
            <a:avLst/>
          </a:prstGeom>
        </p:spPr>
      </p:pic>
      <p:pic>
        <p:nvPicPr>
          <p:cNvPr id="385" name="Graphic 384" descr="filter icon">
            <a:extLst>
              <a:ext uri="{FF2B5EF4-FFF2-40B4-BE49-F238E27FC236}">
                <a16:creationId xmlns:a16="http://schemas.microsoft.com/office/drawing/2014/main" id="{B1E0EBBB-7504-2D2F-D318-1B42895ED390}"/>
              </a:ext>
            </a:extLst>
          </p:cNvPr>
          <p:cNvPicPr>
            <a:picLocks noChangeAspect="1"/>
          </p:cNvPicPr>
          <p:nvPr/>
        </p:nvPicPr>
        <p:blipFill>
          <a:blip r:embed="rId152">
            <a:extLst>
              <a:ext uri="{96DAC541-7B7A-43D3-8B79-37D633B846F1}">
                <asvg:svgBlip xmlns:asvg="http://schemas.microsoft.com/office/drawing/2016/SVG/main" r:embed="rId153"/>
              </a:ext>
            </a:extLst>
          </a:blip>
          <a:stretch>
            <a:fillRect/>
          </a:stretch>
        </p:blipFill>
        <p:spPr>
          <a:xfrm>
            <a:off x="3570103" y="5922190"/>
            <a:ext cx="274320" cy="274320"/>
          </a:xfrm>
          <a:prstGeom prst="rect">
            <a:avLst/>
          </a:prstGeom>
        </p:spPr>
      </p:pic>
      <p:pic>
        <p:nvPicPr>
          <p:cNvPr id="386" name="Graphic 385" descr="layers icon">
            <a:extLst>
              <a:ext uri="{FF2B5EF4-FFF2-40B4-BE49-F238E27FC236}">
                <a16:creationId xmlns:a16="http://schemas.microsoft.com/office/drawing/2014/main" id="{71DCA8F1-8034-5BD2-B225-8BDA5C7CD5DF}"/>
              </a:ext>
            </a:extLst>
          </p:cNvPr>
          <p:cNvPicPr>
            <a:picLocks noChangeAspect="1"/>
          </p:cNvPicPr>
          <p:nvPr/>
        </p:nvPicPr>
        <p:blipFill>
          <a:blip r:embed="rId154">
            <a:extLst>
              <a:ext uri="{96DAC541-7B7A-43D3-8B79-37D633B846F1}">
                <asvg:svgBlip xmlns:asvg="http://schemas.microsoft.com/office/drawing/2016/SVG/main" r:embed="rId155"/>
              </a:ext>
            </a:extLst>
          </a:blip>
          <a:stretch>
            <a:fillRect/>
          </a:stretch>
        </p:blipFill>
        <p:spPr>
          <a:xfrm>
            <a:off x="3921976" y="5922190"/>
            <a:ext cx="274320" cy="274320"/>
          </a:xfrm>
          <a:prstGeom prst="rect">
            <a:avLst/>
          </a:prstGeom>
        </p:spPr>
      </p:pic>
      <p:pic>
        <p:nvPicPr>
          <p:cNvPr id="387" name="Graphic 386" descr="cc libraries icon">
            <a:extLst>
              <a:ext uri="{FF2B5EF4-FFF2-40B4-BE49-F238E27FC236}">
                <a16:creationId xmlns:a16="http://schemas.microsoft.com/office/drawing/2014/main" id="{8CA9468B-4B81-0E42-0019-7B2092E87BBC}"/>
              </a:ext>
            </a:extLst>
          </p:cNvPr>
          <p:cNvPicPr>
            <a:picLocks noChangeAspect="1"/>
          </p:cNvPicPr>
          <p:nvPr/>
        </p:nvPicPr>
        <p:blipFill>
          <a:blip r:embed="rId156">
            <a:extLst>
              <a:ext uri="{96DAC541-7B7A-43D3-8B79-37D633B846F1}">
                <asvg:svgBlip xmlns:asvg="http://schemas.microsoft.com/office/drawing/2016/SVG/main" r:embed="rId157"/>
              </a:ext>
            </a:extLst>
          </a:blip>
          <a:stretch>
            <a:fillRect/>
          </a:stretch>
        </p:blipFill>
        <p:spPr>
          <a:xfrm>
            <a:off x="4273849" y="5922190"/>
            <a:ext cx="274320" cy="274320"/>
          </a:xfrm>
          <a:prstGeom prst="rect">
            <a:avLst/>
          </a:prstGeom>
        </p:spPr>
      </p:pic>
      <p:pic>
        <p:nvPicPr>
          <p:cNvPr id="388" name="Graphic 387" descr="plugin icon">
            <a:extLst>
              <a:ext uri="{FF2B5EF4-FFF2-40B4-BE49-F238E27FC236}">
                <a16:creationId xmlns:a16="http://schemas.microsoft.com/office/drawing/2014/main" id="{ADA33E2E-D9C4-39C9-C6F6-34D7D6307CB8}"/>
              </a:ext>
            </a:extLst>
          </p:cNvPr>
          <p:cNvPicPr>
            <a:picLocks noChangeAspect="1"/>
          </p:cNvPicPr>
          <p:nvPr/>
        </p:nvPicPr>
        <p:blipFill>
          <a:blip r:embed="rId158">
            <a:extLst>
              <a:ext uri="{96DAC541-7B7A-43D3-8B79-37D633B846F1}">
                <asvg:svgBlip xmlns:asvg="http://schemas.microsoft.com/office/drawing/2016/SVG/main" r:embed="rId159"/>
              </a:ext>
            </a:extLst>
          </a:blip>
          <a:stretch>
            <a:fillRect/>
          </a:stretch>
        </p:blipFill>
        <p:spPr>
          <a:xfrm>
            <a:off x="4631437" y="5922190"/>
            <a:ext cx="274320" cy="274320"/>
          </a:xfrm>
          <a:prstGeom prst="rect">
            <a:avLst/>
          </a:prstGeom>
        </p:spPr>
      </p:pic>
      <p:pic>
        <p:nvPicPr>
          <p:cNvPr id="389" name="Graphic 388" descr="education icon">
            <a:extLst>
              <a:ext uri="{FF2B5EF4-FFF2-40B4-BE49-F238E27FC236}">
                <a16:creationId xmlns:a16="http://schemas.microsoft.com/office/drawing/2014/main" id="{8A34C06E-8A7E-A511-3184-B7884AA05F9D}"/>
              </a:ext>
            </a:extLst>
          </p:cNvPr>
          <p:cNvPicPr>
            <a:picLocks noChangeAspect="1"/>
          </p:cNvPicPr>
          <p:nvPr/>
        </p:nvPicPr>
        <p:blipFill>
          <a:blip r:embed="rId160">
            <a:extLst>
              <a:ext uri="{96DAC541-7B7A-43D3-8B79-37D633B846F1}">
                <asvg:svgBlip xmlns:asvg="http://schemas.microsoft.com/office/drawing/2016/SVG/main" r:embed="rId161"/>
              </a:ext>
            </a:extLst>
          </a:blip>
          <a:stretch>
            <a:fillRect/>
          </a:stretch>
        </p:blipFill>
        <p:spPr>
          <a:xfrm>
            <a:off x="4989023" y="5922190"/>
            <a:ext cx="274320" cy="274320"/>
          </a:xfrm>
          <a:prstGeom prst="rect">
            <a:avLst/>
          </a:prstGeom>
        </p:spPr>
      </p:pic>
      <p:sp>
        <p:nvSpPr>
          <p:cNvPr id="390" name="TextBox 389">
            <a:extLst>
              <a:ext uri="{FF2B5EF4-FFF2-40B4-BE49-F238E27FC236}">
                <a16:creationId xmlns:a16="http://schemas.microsoft.com/office/drawing/2014/main" id="{23E32B1B-6251-A787-E762-14C9BFC1531D}"/>
              </a:ext>
            </a:extLst>
          </p:cNvPr>
          <p:cNvSpPr txBox="1"/>
          <p:nvPr/>
        </p:nvSpPr>
        <p:spPr>
          <a:xfrm>
            <a:off x="6496341" y="1482078"/>
            <a:ext cx="784189" cy="2330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  <a:spcBef>
                <a:spcPts val="900"/>
              </a:spcBef>
            </a:pPr>
            <a:r>
              <a:rPr lang="en-US" sz="900" b="1"/>
              <a:t>Cursors &amp; UI</a:t>
            </a:r>
          </a:p>
        </p:txBody>
      </p:sp>
      <p:pic>
        <p:nvPicPr>
          <p:cNvPr id="391" name="Graphic 390" descr="touch icon">
            <a:extLst>
              <a:ext uri="{FF2B5EF4-FFF2-40B4-BE49-F238E27FC236}">
                <a16:creationId xmlns:a16="http://schemas.microsoft.com/office/drawing/2014/main" id="{F999AEA2-4BDF-B066-E78B-BF82C3097C90}"/>
              </a:ext>
            </a:extLst>
          </p:cNvPr>
          <p:cNvPicPr>
            <a:picLocks noChangeAspect="1"/>
          </p:cNvPicPr>
          <p:nvPr/>
        </p:nvPicPr>
        <p:blipFill>
          <a:blip r:embed="rId162">
            <a:extLst>
              <a:ext uri="{96DAC541-7B7A-43D3-8B79-37D633B846F1}">
                <asvg:svgBlip xmlns:asvg="http://schemas.microsoft.com/office/drawing/2016/SVG/main" r:embed="rId163"/>
              </a:ext>
            </a:extLst>
          </a:blip>
          <a:stretch>
            <a:fillRect/>
          </a:stretch>
        </p:blipFill>
        <p:spPr>
          <a:xfrm>
            <a:off x="7640941" y="1482078"/>
            <a:ext cx="274320" cy="274320"/>
          </a:xfrm>
          <a:prstGeom prst="rect">
            <a:avLst/>
          </a:prstGeom>
        </p:spPr>
      </p:pic>
      <p:pic>
        <p:nvPicPr>
          <p:cNvPr id="392" name="Graphic 391" descr="hand icon">
            <a:extLst>
              <a:ext uri="{FF2B5EF4-FFF2-40B4-BE49-F238E27FC236}">
                <a16:creationId xmlns:a16="http://schemas.microsoft.com/office/drawing/2014/main" id="{CB0988A1-354D-BDB3-A523-8F862BDE9EC2}"/>
              </a:ext>
            </a:extLst>
          </p:cNvPr>
          <p:cNvPicPr>
            <a:picLocks noChangeAspect="1"/>
          </p:cNvPicPr>
          <p:nvPr/>
        </p:nvPicPr>
        <p:blipFill>
          <a:blip r:embed="rId164">
            <a:extLst>
              <a:ext uri="{96DAC541-7B7A-43D3-8B79-37D633B846F1}">
                <asvg:svgBlip xmlns:asvg="http://schemas.microsoft.com/office/drawing/2016/SVG/main" r:embed="rId165"/>
              </a:ext>
            </a:extLst>
          </a:blip>
          <a:stretch>
            <a:fillRect/>
          </a:stretch>
        </p:blipFill>
        <p:spPr>
          <a:xfrm>
            <a:off x="7992814" y="1482078"/>
            <a:ext cx="274320" cy="274320"/>
          </a:xfrm>
          <a:prstGeom prst="rect">
            <a:avLst/>
          </a:prstGeom>
        </p:spPr>
      </p:pic>
      <p:pic>
        <p:nvPicPr>
          <p:cNvPr id="393" name="Graphic 392" descr="cursor icon">
            <a:extLst>
              <a:ext uri="{FF2B5EF4-FFF2-40B4-BE49-F238E27FC236}">
                <a16:creationId xmlns:a16="http://schemas.microsoft.com/office/drawing/2014/main" id="{23E58A2D-184E-85A3-AE19-0451809B7164}"/>
              </a:ext>
            </a:extLst>
          </p:cNvPr>
          <p:cNvPicPr>
            <a:picLocks noChangeAspect="1"/>
          </p:cNvPicPr>
          <p:nvPr/>
        </p:nvPicPr>
        <p:blipFill>
          <a:blip r:embed="rId166">
            <a:extLst>
              <a:ext uri="{96DAC541-7B7A-43D3-8B79-37D633B846F1}">
                <asvg:svgBlip xmlns:asvg="http://schemas.microsoft.com/office/drawing/2016/SVG/main" r:embed="rId167"/>
              </a:ext>
            </a:extLst>
          </a:blip>
          <a:stretch>
            <a:fillRect/>
          </a:stretch>
        </p:blipFill>
        <p:spPr>
          <a:xfrm>
            <a:off x="8344687" y="1482078"/>
            <a:ext cx="274320" cy="274320"/>
          </a:xfrm>
          <a:prstGeom prst="rect">
            <a:avLst/>
          </a:prstGeom>
        </p:spPr>
      </p:pic>
      <p:pic>
        <p:nvPicPr>
          <p:cNvPr id="394" name="Graphic 393" descr="layout icon">
            <a:extLst>
              <a:ext uri="{FF2B5EF4-FFF2-40B4-BE49-F238E27FC236}">
                <a16:creationId xmlns:a16="http://schemas.microsoft.com/office/drawing/2014/main" id="{A59E5973-969D-AD8F-F0B1-A440B7307C39}"/>
              </a:ext>
            </a:extLst>
          </p:cNvPr>
          <p:cNvPicPr>
            <a:picLocks noChangeAspect="1"/>
          </p:cNvPicPr>
          <p:nvPr/>
        </p:nvPicPr>
        <p:blipFill>
          <a:blip r:embed="rId168">
            <a:extLst>
              <a:ext uri="{96DAC541-7B7A-43D3-8B79-37D633B846F1}">
                <asvg:svgBlip xmlns:asvg="http://schemas.microsoft.com/office/drawing/2016/SVG/main" r:embed="rId169"/>
              </a:ext>
            </a:extLst>
          </a:blip>
          <a:stretch>
            <a:fillRect/>
          </a:stretch>
        </p:blipFill>
        <p:spPr>
          <a:xfrm>
            <a:off x="8696560" y="1482078"/>
            <a:ext cx="274320" cy="274320"/>
          </a:xfrm>
          <a:prstGeom prst="rect">
            <a:avLst/>
          </a:prstGeom>
        </p:spPr>
      </p:pic>
      <p:sp>
        <p:nvSpPr>
          <p:cNvPr id="395" name="TextBox 394">
            <a:extLst>
              <a:ext uri="{FF2B5EF4-FFF2-40B4-BE49-F238E27FC236}">
                <a16:creationId xmlns:a16="http://schemas.microsoft.com/office/drawing/2014/main" id="{87DCF7B7-A6C7-09D1-3E42-72CDB93DCDBF}"/>
              </a:ext>
            </a:extLst>
          </p:cNvPr>
          <p:cNvSpPr txBox="1"/>
          <p:nvPr/>
        </p:nvSpPr>
        <p:spPr>
          <a:xfrm>
            <a:off x="6496341" y="1988604"/>
            <a:ext cx="558166" cy="2330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  <a:spcBef>
                <a:spcPts val="900"/>
              </a:spcBef>
            </a:pPr>
            <a:r>
              <a:rPr lang="en-US" sz="900" b="1"/>
              <a:t>Devices</a:t>
            </a:r>
          </a:p>
        </p:txBody>
      </p:sp>
      <p:pic>
        <p:nvPicPr>
          <p:cNvPr id="396" name="Graphic 395" descr="phone icon">
            <a:extLst>
              <a:ext uri="{FF2B5EF4-FFF2-40B4-BE49-F238E27FC236}">
                <a16:creationId xmlns:a16="http://schemas.microsoft.com/office/drawing/2014/main" id="{CD9C7FAD-5C3A-4A1D-ACE1-72D3B0215866}"/>
              </a:ext>
            </a:extLst>
          </p:cNvPr>
          <p:cNvPicPr>
            <a:picLocks noChangeAspect="1"/>
          </p:cNvPicPr>
          <p:nvPr/>
        </p:nvPicPr>
        <p:blipFill>
          <a:blip r:embed="rId170">
            <a:extLst>
              <a:ext uri="{96DAC541-7B7A-43D3-8B79-37D633B846F1}">
                <asvg:svgBlip xmlns:asvg="http://schemas.microsoft.com/office/drawing/2016/SVG/main" r:embed="rId171"/>
              </a:ext>
            </a:extLst>
          </a:blip>
          <a:stretch>
            <a:fillRect/>
          </a:stretch>
        </p:blipFill>
        <p:spPr>
          <a:xfrm>
            <a:off x="7640941" y="1988604"/>
            <a:ext cx="274320" cy="274320"/>
          </a:xfrm>
          <a:prstGeom prst="rect">
            <a:avLst/>
          </a:prstGeom>
        </p:spPr>
      </p:pic>
      <p:pic>
        <p:nvPicPr>
          <p:cNvPr id="397" name="Graphic 396" descr="laptop icon">
            <a:extLst>
              <a:ext uri="{FF2B5EF4-FFF2-40B4-BE49-F238E27FC236}">
                <a16:creationId xmlns:a16="http://schemas.microsoft.com/office/drawing/2014/main" id="{68DE72E0-C0B7-1747-3375-6632DFD71D57}"/>
              </a:ext>
            </a:extLst>
          </p:cNvPr>
          <p:cNvPicPr>
            <a:picLocks noChangeAspect="1"/>
          </p:cNvPicPr>
          <p:nvPr/>
        </p:nvPicPr>
        <p:blipFill>
          <a:blip r:embed="rId172">
            <a:extLst>
              <a:ext uri="{96DAC541-7B7A-43D3-8B79-37D633B846F1}">
                <asvg:svgBlip xmlns:asvg="http://schemas.microsoft.com/office/drawing/2016/SVG/main" r:embed="rId173"/>
              </a:ext>
            </a:extLst>
          </a:blip>
          <a:stretch>
            <a:fillRect/>
          </a:stretch>
        </p:blipFill>
        <p:spPr>
          <a:xfrm>
            <a:off x="7992814" y="1988604"/>
            <a:ext cx="274320" cy="274320"/>
          </a:xfrm>
          <a:prstGeom prst="rect">
            <a:avLst/>
          </a:prstGeom>
        </p:spPr>
      </p:pic>
      <p:pic>
        <p:nvPicPr>
          <p:cNvPr id="398" name="Graphic 397" descr="monitor icon">
            <a:extLst>
              <a:ext uri="{FF2B5EF4-FFF2-40B4-BE49-F238E27FC236}">
                <a16:creationId xmlns:a16="http://schemas.microsoft.com/office/drawing/2014/main" id="{205DB5EA-EABC-1285-DD48-D2810039E885}"/>
              </a:ext>
            </a:extLst>
          </p:cNvPr>
          <p:cNvPicPr>
            <a:picLocks noChangeAspect="1"/>
          </p:cNvPicPr>
          <p:nvPr/>
        </p:nvPicPr>
        <p:blipFill>
          <a:blip r:embed="rId174">
            <a:extLst>
              <a:ext uri="{96DAC541-7B7A-43D3-8B79-37D633B846F1}">
                <asvg:svgBlip xmlns:asvg="http://schemas.microsoft.com/office/drawing/2016/SVG/main" r:embed="rId175"/>
              </a:ext>
            </a:extLst>
          </a:blip>
          <a:stretch>
            <a:fillRect/>
          </a:stretch>
        </p:blipFill>
        <p:spPr>
          <a:xfrm>
            <a:off x="8344687" y="1988604"/>
            <a:ext cx="274320" cy="274320"/>
          </a:xfrm>
          <a:prstGeom prst="rect">
            <a:avLst/>
          </a:prstGeom>
        </p:spPr>
      </p:pic>
      <p:pic>
        <p:nvPicPr>
          <p:cNvPr id="399" name="Graphic 398" descr="tablet icon">
            <a:extLst>
              <a:ext uri="{FF2B5EF4-FFF2-40B4-BE49-F238E27FC236}">
                <a16:creationId xmlns:a16="http://schemas.microsoft.com/office/drawing/2014/main" id="{4CA554BD-0A3E-D8BD-201A-A08F30C791CD}"/>
              </a:ext>
            </a:extLst>
          </p:cNvPr>
          <p:cNvPicPr>
            <a:picLocks noChangeAspect="1"/>
          </p:cNvPicPr>
          <p:nvPr/>
        </p:nvPicPr>
        <p:blipFill>
          <a:blip r:embed="rId176">
            <a:extLst>
              <a:ext uri="{96DAC541-7B7A-43D3-8B79-37D633B846F1}">
                <asvg:svgBlip xmlns:asvg="http://schemas.microsoft.com/office/drawing/2016/SVG/main" r:embed="rId177"/>
              </a:ext>
            </a:extLst>
          </a:blip>
          <a:stretch>
            <a:fillRect/>
          </a:stretch>
        </p:blipFill>
        <p:spPr>
          <a:xfrm>
            <a:off x="8696560" y="1988604"/>
            <a:ext cx="274320" cy="274320"/>
          </a:xfrm>
          <a:prstGeom prst="rect">
            <a:avLst/>
          </a:prstGeom>
        </p:spPr>
      </p:pic>
      <p:pic>
        <p:nvPicPr>
          <p:cNvPr id="400" name="Graphic 399" descr="server icon">
            <a:extLst>
              <a:ext uri="{FF2B5EF4-FFF2-40B4-BE49-F238E27FC236}">
                <a16:creationId xmlns:a16="http://schemas.microsoft.com/office/drawing/2014/main" id="{F0B9A918-3FEA-5404-67EC-7E08085F1BAC}"/>
              </a:ext>
            </a:extLst>
          </p:cNvPr>
          <p:cNvPicPr>
            <a:picLocks noChangeAspect="1"/>
          </p:cNvPicPr>
          <p:nvPr/>
        </p:nvPicPr>
        <p:blipFill>
          <a:blip r:embed="rId178">
            <a:extLst>
              <a:ext uri="{96DAC541-7B7A-43D3-8B79-37D633B846F1}">
                <asvg:svgBlip xmlns:asvg="http://schemas.microsoft.com/office/drawing/2016/SVG/main" r:embed="rId179"/>
              </a:ext>
            </a:extLst>
          </a:blip>
          <a:stretch>
            <a:fillRect/>
          </a:stretch>
        </p:blipFill>
        <p:spPr>
          <a:xfrm>
            <a:off x="9048433" y="1988604"/>
            <a:ext cx="274320" cy="274320"/>
          </a:xfrm>
          <a:prstGeom prst="rect">
            <a:avLst/>
          </a:prstGeom>
        </p:spPr>
      </p:pic>
      <p:sp>
        <p:nvSpPr>
          <p:cNvPr id="401" name="TextBox 400">
            <a:extLst>
              <a:ext uri="{FF2B5EF4-FFF2-40B4-BE49-F238E27FC236}">
                <a16:creationId xmlns:a16="http://schemas.microsoft.com/office/drawing/2014/main" id="{0FD49B26-6469-3546-A98F-ECD2B1B66FD6}"/>
              </a:ext>
            </a:extLst>
          </p:cNvPr>
          <p:cNvSpPr txBox="1"/>
          <p:nvPr/>
        </p:nvSpPr>
        <p:spPr>
          <a:xfrm>
            <a:off x="6496341" y="2495129"/>
            <a:ext cx="821059" cy="2330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  <a:spcBef>
                <a:spcPts val="900"/>
              </a:spcBef>
            </a:pPr>
            <a:r>
              <a:rPr lang="en-US" sz="900" b="1"/>
              <a:t>Files &amp; Cloud</a:t>
            </a:r>
          </a:p>
        </p:txBody>
      </p:sp>
      <p:pic>
        <p:nvPicPr>
          <p:cNvPr id="402" name="Graphic 401" descr="file icon">
            <a:extLst>
              <a:ext uri="{FF2B5EF4-FFF2-40B4-BE49-F238E27FC236}">
                <a16:creationId xmlns:a16="http://schemas.microsoft.com/office/drawing/2014/main" id="{5CF0E650-1102-EE9F-005D-C09CFB129444}"/>
              </a:ext>
            </a:extLst>
          </p:cNvPr>
          <p:cNvPicPr>
            <a:picLocks noChangeAspect="1"/>
          </p:cNvPicPr>
          <p:nvPr/>
        </p:nvPicPr>
        <p:blipFill>
          <a:blip r:embed="rId180">
            <a:extLst>
              <a:ext uri="{96DAC541-7B7A-43D3-8B79-37D633B846F1}">
                <asvg:svgBlip xmlns:asvg="http://schemas.microsoft.com/office/drawing/2016/SVG/main" r:embed="rId181"/>
              </a:ext>
            </a:extLst>
          </a:blip>
          <a:stretch>
            <a:fillRect/>
          </a:stretch>
        </p:blipFill>
        <p:spPr>
          <a:xfrm>
            <a:off x="7640941" y="2495129"/>
            <a:ext cx="274320" cy="274320"/>
          </a:xfrm>
          <a:prstGeom prst="rect">
            <a:avLst/>
          </a:prstGeom>
        </p:spPr>
      </p:pic>
      <p:pic>
        <p:nvPicPr>
          <p:cNvPr id="403" name="Graphic 402" descr="file alert icon">
            <a:extLst>
              <a:ext uri="{FF2B5EF4-FFF2-40B4-BE49-F238E27FC236}">
                <a16:creationId xmlns:a16="http://schemas.microsoft.com/office/drawing/2014/main" id="{C1353028-FA6F-E542-864B-86C3A7D20F43}"/>
              </a:ext>
            </a:extLst>
          </p:cNvPr>
          <p:cNvPicPr>
            <a:picLocks noChangeAspect="1"/>
          </p:cNvPicPr>
          <p:nvPr/>
        </p:nvPicPr>
        <p:blipFill>
          <a:blip r:embed="rId182">
            <a:extLst>
              <a:ext uri="{96DAC541-7B7A-43D3-8B79-37D633B846F1}">
                <asvg:svgBlip xmlns:asvg="http://schemas.microsoft.com/office/drawing/2016/SVG/main" r:embed="rId183"/>
              </a:ext>
            </a:extLst>
          </a:blip>
          <a:stretch>
            <a:fillRect/>
          </a:stretch>
        </p:blipFill>
        <p:spPr>
          <a:xfrm>
            <a:off x="7992814" y="2495129"/>
            <a:ext cx="274320" cy="274320"/>
          </a:xfrm>
          <a:prstGeom prst="rect">
            <a:avLst/>
          </a:prstGeom>
        </p:spPr>
      </p:pic>
      <p:pic>
        <p:nvPicPr>
          <p:cNvPr id="404" name="Graphic 403" descr="new file icon">
            <a:extLst>
              <a:ext uri="{FF2B5EF4-FFF2-40B4-BE49-F238E27FC236}">
                <a16:creationId xmlns:a16="http://schemas.microsoft.com/office/drawing/2014/main" id="{CA3E2B48-91DF-7784-96F3-DB56D3BD508D}"/>
              </a:ext>
            </a:extLst>
          </p:cNvPr>
          <p:cNvPicPr>
            <a:picLocks noChangeAspect="1"/>
          </p:cNvPicPr>
          <p:nvPr/>
        </p:nvPicPr>
        <p:blipFill>
          <a:blip r:embed="rId184">
            <a:extLst>
              <a:ext uri="{96DAC541-7B7A-43D3-8B79-37D633B846F1}">
                <asvg:svgBlip xmlns:asvg="http://schemas.microsoft.com/office/drawing/2016/SVG/main" r:embed="rId185"/>
              </a:ext>
            </a:extLst>
          </a:blip>
          <a:stretch>
            <a:fillRect/>
          </a:stretch>
        </p:blipFill>
        <p:spPr>
          <a:xfrm>
            <a:off x="8344687" y="2495129"/>
            <a:ext cx="274320" cy="274320"/>
          </a:xfrm>
          <a:prstGeom prst="rect">
            <a:avLst/>
          </a:prstGeom>
        </p:spPr>
      </p:pic>
      <p:pic>
        <p:nvPicPr>
          <p:cNvPr id="405" name="Graphic 404" descr="image file icon">
            <a:extLst>
              <a:ext uri="{FF2B5EF4-FFF2-40B4-BE49-F238E27FC236}">
                <a16:creationId xmlns:a16="http://schemas.microsoft.com/office/drawing/2014/main" id="{0FAE257F-C9E7-A28A-EB56-8456000058F4}"/>
              </a:ext>
            </a:extLst>
          </p:cNvPr>
          <p:cNvPicPr>
            <a:picLocks noChangeAspect="1"/>
          </p:cNvPicPr>
          <p:nvPr/>
        </p:nvPicPr>
        <p:blipFill>
          <a:blip r:embed="rId186">
            <a:extLst>
              <a:ext uri="{96DAC541-7B7A-43D3-8B79-37D633B846F1}">
                <asvg:svgBlip xmlns:asvg="http://schemas.microsoft.com/office/drawing/2016/SVG/main" r:embed="rId187"/>
              </a:ext>
            </a:extLst>
          </a:blip>
          <a:stretch>
            <a:fillRect/>
          </a:stretch>
        </p:blipFill>
        <p:spPr>
          <a:xfrm>
            <a:off x="8696560" y="2495129"/>
            <a:ext cx="274320" cy="274320"/>
          </a:xfrm>
          <a:prstGeom prst="rect">
            <a:avLst/>
          </a:prstGeom>
        </p:spPr>
      </p:pic>
      <p:pic>
        <p:nvPicPr>
          <p:cNvPr id="406" name="Graphic 405" descr="text file icon">
            <a:extLst>
              <a:ext uri="{FF2B5EF4-FFF2-40B4-BE49-F238E27FC236}">
                <a16:creationId xmlns:a16="http://schemas.microsoft.com/office/drawing/2014/main" id="{CA3502C0-C6BD-7E3B-2F57-00F0874BE2F4}"/>
              </a:ext>
            </a:extLst>
          </p:cNvPr>
          <p:cNvPicPr>
            <a:picLocks noChangeAspect="1"/>
          </p:cNvPicPr>
          <p:nvPr/>
        </p:nvPicPr>
        <p:blipFill>
          <a:blip r:embed="rId188">
            <a:extLst>
              <a:ext uri="{96DAC541-7B7A-43D3-8B79-37D633B846F1}">
                <asvg:svgBlip xmlns:asvg="http://schemas.microsoft.com/office/drawing/2016/SVG/main" r:embed="rId189"/>
              </a:ext>
            </a:extLst>
          </a:blip>
          <a:stretch>
            <a:fillRect/>
          </a:stretch>
        </p:blipFill>
        <p:spPr>
          <a:xfrm>
            <a:off x="9048433" y="2495129"/>
            <a:ext cx="274320" cy="274320"/>
          </a:xfrm>
          <a:prstGeom prst="rect">
            <a:avLst/>
          </a:prstGeom>
        </p:spPr>
      </p:pic>
      <p:pic>
        <p:nvPicPr>
          <p:cNvPr id="407" name="Graphic 406" descr="video file icon">
            <a:extLst>
              <a:ext uri="{FF2B5EF4-FFF2-40B4-BE49-F238E27FC236}">
                <a16:creationId xmlns:a16="http://schemas.microsoft.com/office/drawing/2014/main" id="{9486E23A-FE69-EA48-0D30-C257B1E32E94}"/>
              </a:ext>
            </a:extLst>
          </p:cNvPr>
          <p:cNvPicPr>
            <a:picLocks noChangeAspect="1"/>
          </p:cNvPicPr>
          <p:nvPr/>
        </p:nvPicPr>
        <p:blipFill>
          <a:blip r:embed="rId190">
            <a:extLst>
              <a:ext uri="{96DAC541-7B7A-43D3-8B79-37D633B846F1}">
                <asvg:svgBlip xmlns:asvg="http://schemas.microsoft.com/office/drawing/2016/SVG/main" r:embed="rId191"/>
              </a:ext>
            </a:extLst>
          </a:blip>
          <a:stretch>
            <a:fillRect/>
          </a:stretch>
        </p:blipFill>
        <p:spPr>
          <a:xfrm>
            <a:off x="9400306" y="2495129"/>
            <a:ext cx="274320" cy="274320"/>
          </a:xfrm>
          <a:prstGeom prst="rect">
            <a:avLst/>
          </a:prstGeom>
        </p:spPr>
      </p:pic>
      <p:pic>
        <p:nvPicPr>
          <p:cNvPr id="408" name="Graphic 407" descr="zip file icon">
            <a:extLst>
              <a:ext uri="{FF2B5EF4-FFF2-40B4-BE49-F238E27FC236}">
                <a16:creationId xmlns:a16="http://schemas.microsoft.com/office/drawing/2014/main" id="{D3FCF914-346E-8635-10C8-21137C4469D2}"/>
              </a:ext>
            </a:extLst>
          </p:cNvPr>
          <p:cNvPicPr>
            <a:picLocks noChangeAspect="1"/>
          </p:cNvPicPr>
          <p:nvPr/>
        </p:nvPicPr>
        <p:blipFill>
          <a:blip r:embed="rId192">
            <a:extLst>
              <a:ext uri="{96DAC541-7B7A-43D3-8B79-37D633B846F1}">
                <asvg:svgBlip xmlns:asvg="http://schemas.microsoft.com/office/drawing/2016/SVG/main" r:embed="rId193"/>
              </a:ext>
            </a:extLst>
          </a:blip>
          <a:stretch>
            <a:fillRect/>
          </a:stretch>
        </p:blipFill>
        <p:spPr>
          <a:xfrm>
            <a:off x="9752179" y="2495129"/>
            <a:ext cx="274320" cy="274320"/>
          </a:xfrm>
          <a:prstGeom prst="rect">
            <a:avLst/>
          </a:prstGeom>
        </p:spPr>
      </p:pic>
      <p:pic>
        <p:nvPicPr>
          <p:cNvPr id="409" name="Graphic 408" descr="folder icon">
            <a:extLst>
              <a:ext uri="{FF2B5EF4-FFF2-40B4-BE49-F238E27FC236}">
                <a16:creationId xmlns:a16="http://schemas.microsoft.com/office/drawing/2014/main" id="{32696679-6575-8095-1B77-2AAD5BE46BE4}"/>
              </a:ext>
            </a:extLst>
          </p:cNvPr>
          <p:cNvPicPr>
            <a:picLocks noChangeAspect="1"/>
          </p:cNvPicPr>
          <p:nvPr/>
        </p:nvPicPr>
        <p:blipFill>
          <a:blip r:embed="rId194">
            <a:extLst>
              <a:ext uri="{96DAC541-7B7A-43D3-8B79-37D633B846F1}">
                <asvg:svgBlip xmlns:asvg="http://schemas.microsoft.com/office/drawing/2016/SVG/main" r:embed="rId195"/>
              </a:ext>
            </a:extLst>
          </a:blip>
          <a:stretch>
            <a:fillRect/>
          </a:stretch>
        </p:blipFill>
        <p:spPr>
          <a:xfrm>
            <a:off x="10104052" y="2495129"/>
            <a:ext cx="274320" cy="274320"/>
          </a:xfrm>
          <a:prstGeom prst="rect">
            <a:avLst/>
          </a:prstGeom>
        </p:spPr>
      </p:pic>
      <p:pic>
        <p:nvPicPr>
          <p:cNvPr id="410" name="Graphic 409" descr="folder open icon">
            <a:extLst>
              <a:ext uri="{FF2B5EF4-FFF2-40B4-BE49-F238E27FC236}">
                <a16:creationId xmlns:a16="http://schemas.microsoft.com/office/drawing/2014/main" id="{06E5B3C3-9388-5043-E875-21031AE9DBD6}"/>
              </a:ext>
            </a:extLst>
          </p:cNvPr>
          <p:cNvPicPr>
            <a:picLocks noChangeAspect="1"/>
          </p:cNvPicPr>
          <p:nvPr/>
        </p:nvPicPr>
        <p:blipFill>
          <a:blip r:embed="rId196">
            <a:extLst>
              <a:ext uri="{96DAC541-7B7A-43D3-8B79-37D633B846F1}">
                <asvg:svgBlip xmlns:asvg="http://schemas.microsoft.com/office/drawing/2016/SVG/main" r:embed="rId197"/>
              </a:ext>
            </a:extLst>
          </a:blip>
          <a:stretch>
            <a:fillRect/>
          </a:stretch>
        </p:blipFill>
        <p:spPr>
          <a:xfrm>
            <a:off x="10461640" y="2495129"/>
            <a:ext cx="274320" cy="274320"/>
          </a:xfrm>
          <a:prstGeom prst="rect">
            <a:avLst/>
          </a:prstGeom>
        </p:spPr>
      </p:pic>
      <p:pic>
        <p:nvPicPr>
          <p:cNvPr id="411" name="Graphic 410" descr="cloud icon">
            <a:extLst>
              <a:ext uri="{FF2B5EF4-FFF2-40B4-BE49-F238E27FC236}">
                <a16:creationId xmlns:a16="http://schemas.microsoft.com/office/drawing/2014/main" id="{B5CB3972-CB58-B575-6388-F0356AE00ECF}"/>
              </a:ext>
            </a:extLst>
          </p:cNvPr>
          <p:cNvPicPr>
            <a:picLocks noChangeAspect="1"/>
          </p:cNvPicPr>
          <p:nvPr/>
        </p:nvPicPr>
        <p:blipFill>
          <a:blip r:embed="rId198">
            <a:extLst>
              <a:ext uri="{96DAC541-7B7A-43D3-8B79-37D633B846F1}">
                <asvg:svgBlip xmlns:asvg="http://schemas.microsoft.com/office/drawing/2016/SVG/main" r:embed="rId199"/>
              </a:ext>
            </a:extLst>
          </a:blip>
          <a:stretch>
            <a:fillRect/>
          </a:stretch>
        </p:blipFill>
        <p:spPr>
          <a:xfrm>
            <a:off x="7640941" y="2950606"/>
            <a:ext cx="274320" cy="274320"/>
          </a:xfrm>
          <a:prstGeom prst="rect">
            <a:avLst/>
          </a:prstGeom>
        </p:spPr>
      </p:pic>
      <p:pic>
        <p:nvPicPr>
          <p:cNvPr id="412" name="Graphic 411" descr="cloud error icon">
            <a:extLst>
              <a:ext uri="{FF2B5EF4-FFF2-40B4-BE49-F238E27FC236}">
                <a16:creationId xmlns:a16="http://schemas.microsoft.com/office/drawing/2014/main" id="{514E9F91-C9D8-B2A8-3D7B-D469C974AA59}"/>
              </a:ext>
            </a:extLst>
          </p:cNvPr>
          <p:cNvPicPr>
            <a:picLocks noChangeAspect="1"/>
          </p:cNvPicPr>
          <p:nvPr/>
        </p:nvPicPr>
        <p:blipFill>
          <a:blip r:embed="rId200">
            <a:extLst>
              <a:ext uri="{96DAC541-7B7A-43D3-8B79-37D633B846F1}">
                <asvg:svgBlip xmlns:asvg="http://schemas.microsoft.com/office/drawing/2016/SVG/main" r:embed="rId201"/>
              </a:ext>
            </a:extLst>
          </a:blip>
          <a:stretch>
            <a:fillRect/>
          </a:stretch>
        </p:blipFill>
        <p:spPr>
          <a:xfrm>
            <a:off x="7992814" y="2950606"/>
            <a:ext cx="274320" cy="274320"/>
          </a:xfrm>
          <a:prstGeom prst="rect">
            <a:avLst/>
          </a:prstGeom>
        </p:spPr>
      </p:pic>
      <p:pic>
        <p:nvPicPr>
          <p:cNvPr id="413" name="Graphic 412" descr="cloud info icon">
            <a:extLst>
              <a:ext uri="{FF2B5EF4-FFF2-40B4-BE49-F238E27FC236}">
                <a16:creationId xmlns:a16="http://schemas.microsoft.com/office/drawing/2014/main" id="{5B0AAA58-5C59-E58F-CFCC-331092728CDA}"/>
              </a:ext>
            </a:extLst>
          </p:cNvPr>
          <p:cNvPicPr>
            <a:picLocks noChangeAspect="1"/>
          </p:cNvPicPr>
          <p:nvPr/>
        </p:nvPicPr>
        <p:blipFill>
          <a:blip r:embed="rId202">
            <a:extLst>
              <a:ext uri="{96DAC541-7B7A-43D3-8B79-37D633B846F1}">
                <asvg:svgBlip xmlns:asvg="http://schemas.microsoft.com/office/drawing/2016/SVG/main" r:embed="rId203"/>
              </a:ext>
            </a:extLst>
          </a:blip>
          <a:stretch>
            <a:fillRect/>
          </a:stretch>
        </p:blipFill>
        <p:spPr>
          <a:xfrm>
            <a:off x="8344687" y="2950606"/>
            <a:ext cx="274320" cy="274320"/>
          </a:xfrm>
          <a:prstGeom prst="rect">
            <a:avLst/>
          </a:prstGeom>
        </p:spPr>
      </p:pic>
      <p:pic>
        <p:nvPicPr>
          <p:cNvPr id="414" name="Graphic 413" descr="cloud upload icon">
            <a:extLst>
              <a:ext uri="{FF2B5EF4-FFF2-40B4-BE49-F238E27FC236}">
                <a16:creationId xmlns:a16="http://schemas.microsoft.com/office/drawing/2014/main" id="{F14CB486-764B-019D-768B-B692A22AB909}"/>
              </a:ext>
            </a:extLst>
          </p:cNvPr>
          <p:cNvPicPr>
            <a:picLocks noChangeAspect="1"/>
          </p:cNvPicPr>
          <p:nvPr/>
        </p:nvPicPr>
        <p:blipFill>
          <a:blip r:embed="rId204">
            <a:extLst>
              <a:ext uri="{96DAC541-7B7A-43D3-8B79-37D633B846F1}">
                <asvg:svgBlip xmlns:asvg="http://schemas.microsoft.com/office/drawing/2016/SVG/main" r:embed="rId205"/>
              </a:ext>
            </a:extLst>
          </a:blip>
          <a:stretch>
            <a:fillRect/>
          </a:stretch>
        </p:blipFill>
        <p:spPr>
          <a:xfrm>
            <a:off x="8696560" y="2950606"/>
            <a:ext cx="274320" cy="274320"/>
          </a:xfrm>
          <a:prstGeom prst="rect">
            <a:avLst/>
          </a:prstGeom>
        </p:spPr>
      </p:pic>
      <p:pic>
        <p:nvPicPr>
          <p:cNvPr id="415" name="Graphic 414" descr="upload icon">
            <a:extLst>
              <a:ext uri="{FF2B5EF4-FFF2-40B4-BE49-F238E27FC236}">
                <a16:creationId xmlns:a16="http://schemas.microsoft.com/office/drawing/2014/main" id="{3ACD5FDC-F49B-4E92-EBA5-477DF150A8D4}"/>
              </a:ext>
            </a:extLst>
          </p:cNvPr>
          <p:cNvPicPr>
            <a:picLocks noChangeAspect="1"/>
          </p:cNvPicPr>
          <p:nvPr/>
        </p:nvPicPr>
        <p:blipFill>
          <a:blip r:embed="rId206">
            <a:extLst>
              <a:ext uri="{96DAC541-7B7A-43D3-8B79-37D633B846F1}">
                <asvg:svgBlip xmlns:asvg="http://schemas.microsoft.com/office/drawing/2016/SVG/main" r:embed="rId207"/>
              </a:ext>
            </a:extLst>
          </a:blip>
          <a:stretch>
            <a:fillRect/>
          </a:stretch>
        </p:blipFill>
        <p:spPr>
          <a:xfrm>
            <a:off x="9048433" y="2950606"/>
            <a:ext cx="274320" cy="274320"/>
          </a:xfrm>
          <a:prstGeom prst="rect">
            <a:avLst/>
          </a:prstGeom>
        </p:spPr>
      </p:pic>
      <p:pic>
        <p:nvPicPr>
          <p:cNvPr id="416" name="Graphic 415" descr="download i">
            <a:extLst>
              <a:ext uri="{FF2B5EF4-FFF2-40B4-BE49-F238E27FC236}">
                <a16:creationId xmlns:a16="http://schemas.microsoft.com/office/drawing/2014/main" id="{E3A2D58E-03A5-2AA7-57AC-1CD6EA000E54}"/>
              </a:ext>
            </a:extLst>
          </p:cNvPr>
          <p:cNvPicPr>
            <a:picLocks noChangeAspect="1"/>
          </p:cNvPicPr>
          <p:nvPr/>
        </p:nvPicPr>
        <p:blipFill>
          <a:blip r:embed="rId208">
            <a:extLst>
              <a:ext uri="{96DAC541-7B7A-43D3-8B79-37D633B846F1}">
                <asvg:svgBlip xmlns:asvg="http://schemas.microsoft.com/office/drawing/2016/SVG/main" r:embed="rId209"/>
              </a:ext>
            </a:extLst>
          </a:blip>
          <a:stretch>
            <a:fillRect/>
          </a:stretch>
        </p:blipFill>
        <p:spPr>
          <a:xfrm>
            <a:off x="9400306" y="2950606"/>
            <a:ext cx="274320" cy="274320"/>
          </a:xfrm>
          <a:prstGeom prst="rect">
            <a:avLst/>
          </a:prstGeom>
        </p:spPr>
      </p:pic>
      <p:pic>
        <p:nvPicPr>
          <p:cNvPr id="417" name="Graphic 416" descr="dropzone icon">
            <a:extLst>
              <a:ext uri="{FF2B5EF4-FFF2-40B4-BE49-F238E27FC236}">
                <a16:creationId xmlns:a16="http://schemas.microsoft.com/office/drawing/2014/main" id="{69F24AFD-BD91-7267-4F8B-F7EFB1C9A4A4}"/>
              </a:ext>
            </a:extLst>
          </p:cNvPr>
          <p:cNvPicPr>
            <a:picLocks noChangeAspect="1"/>
          </p:cNvPicPr>
          <p:nvPr/>
        </p:nvPicPr>
        <p:blipFill>
          <a:blip r:embed="rId210">
            <a:extLst>
              <a:ext uri="{96DAC541-7B7A-43D3-8B79-37D633B846F1}">
                <asvg:svgBlip xmlns:asvg="http://schemas.microsoft.com/office/drawing/2016/SVG/main" r:embed="rId211"/>
              </a:ext>
            </a:extLst>
          </a:blip>
          <a:stretch>
            <a:fillRect/>
          </a:stretch>
        </p:blipFill>
        <p:spPr>
          <a:xfrm>
            <a:off x="9752179" y="2950606"/>
            <a:ext cx="274320" cy="274320"/>
          </a:xfrm>
          <a:prstGeom prst="rect">
            <a:avLst/>
          </a:prstGeom>
        </p:spPr>
      </p:pic>
      <p:pic>
        <p:nvPicPr>
          <p:cNvPr id="418" name="Graphic 417" descr="share icon">
            <a:extLst>
              <a:ext uri="{FF2B5EF4-FFF2-40B4-BE49-F238E27FC236}">
                <a16:creationId xmlns:a16="http://schemas.microsoft.com/office/drawing/2014/main" id="{91607F67-8D2E-10EB-65B5-95AB865AA308}"/>
              </a:ext>
            </a:extLst>
          </p:cNvPr>
          <p:cNvPicPr>
            <a:picLocks noChangeAspect="1"/>
          </p:cNvPicPr>
          <p:nvPr/>
        </p:nvPicPr>
        <p:blipFill>
          <a:blip r:embed="rId212">
            <a:extLst>
              <a:ext uri="{96DAC541-7B7A-43D3-8B79-37D633B846F1}">
                <asvg:svgBlip xmlns:asvg="http://schemas.microsoft.com/office/drawing/2016/SVG/main" r:embed="rId213"/>
              </a:ext>
            </a:extLst>
          </a:blip>
          <a:stretch>
            <a:fillRect/>
          </a:stretch>
        </p:blipFill>
        <p:spPr>
          <a:xfrm>
            <a:off x="10104052" y="2950606"/>
            <a:ext cx="274320" cy="274320"/>
          </a:xfrm>
          <a:prstGeom prst="rect">
            <a:avLst/>
          </a:prstGeom>
        </p:spPr>
      </p:pic>
      <p:pic>
        <p:nvPicPr>
          <p:cNvPr id="419" name="Graphic 418" descr="database icon">
            <a:extLst>
              <a:ext uri="{FF2B5EF4-FFF2-40B4-BE49-F238E27FC236}">
                <a16:creationId xmlns:a16="http://schemas.microsoft.com/office/drawing/2014/main" id="{445958E5-2A40-06E9-D26C-8A7FC37CE0EC}"/>
              </a:ext>
            </a:extLst>
          </p:cNvPr>
          <p:cNvPicPr>
            <a:picLocks noChangeAspect="1"/>
          </p:cNvPicPr>
          <p:nvPr/>
        </p:nvPicPr>
        <p:blipFill>
          <a:blip r:embed="rId214">
            <a:extLst>
              <a:ext uri="{96DAC541-7B7A-43D3-8B79-37D633B846F1}">
                <asvg:svgBlip xmlns:asvg="http://schemas.microsoft.com/office/drawing/2016/SVG/main" r:embed="rId215"/>
              </a:ext>
            </a:extLst>
          </a:blip>
          <a:stretch>
            <a:fillRect/>
          </a:stretch>
        </p:blipFill>
        <p:spPr>
          <a:xfrm>
            <a:off x="10461640" y="2950606"/>
            <a:ext cx="274320" cy="274320"/>
          </a:xfrm>
          <a:prstGeom prst="rect">
            <a:avLst/>
          </a:prstGeom>
        </p:spPr>
      </p:pic>
      <p:sp>
        <p:nvSpPr>
          <p:cNvPr id="420" name="TextBox 419">
            <a:extLst>
              <a:ext uri="{FF2B5EF4-FFF2-40B4-BE49-F238E27FC236}">
                <a16:creationId xmlns:a16="http://schemas.microsoft.com/office/drawing/2014/main" id="{7A09404A-3A14-6E67-C509-2CB8163256B9}"/>
              </a:ext>
            </a:extLst>
          </p:cNvPr>
          <p:cNvSpPr txBox="1"/>
          <p:nvPr/>
        </p:nvSpPr>
        <p:spPr>
          <a:xfrm>
            <a:off x="6496341" y="3457132"/>
            <a:ext cx="716863" cy="2330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  <a:spcBef>
                <a:spcPts val="900"/>
              </a:spcBef>
            </a:pPr>
            <a:r>
              <a:rPr lang="en-US" sz="900" b="1"/>
              <a:t>Generative</a:t>
            </a:r>
          </a:p>
        </p:txBody>
      </p:sp>
      <p:pic>
        <p:nvPicPr>
          <p:cNvPr id="421" name="Graphic 420" descr="generate icon">
            <a:extLst>
              <a:ext uri="{FF2B5EF4-FFF2-40B4-BE49-F238E27FC236}">
                <a16:creationId xmlns:a16="http://schemas.microsoft.com/office/drawing/2014/main" id="{534D15F2-1086-24B8-C481-736133E88EF2}"/>
              </a:ext>
            </a:extLst>
          </p:cNvPr>
          <p:cNvPicPr>
            <a:picLocks noChangeAspect="1"/>
          </p:cNvPicPr>
          <p:nvPr/>
        </p:nvPicPr>
        <p:blipFill>
          <a:blip r:embed="rId216">
            <a:extLst>
              <a:ext uri="{96DAC541-7B7A-43D3-8B79-37D633B846F1}">
                <asvg:svgBlip xmlns:asvg="http://schemas.microsoft.com/office/drawing/2016/SVG/main" r:embed="rId217"/>
              </a:ext>
            </a:extLst>
          </a:blip>
          <a:stretch>
            <a:fillRect/>
          </a:stretch>
        </p:blipFill>
        <p:spPr>
          <a:xfrm>
            <a:off x="7640941" y="3457132"/>
            <a:ext cx="274320" cy="274320"/>
          </a:xfrm>
          <a:prstGeom prst="rect">
            <a:avLst/>
          </a:prstGeom>
        </p:spPr>
      </p:pic>
      <p:pic>
        <p:nvPicPr>
          <p:cNvPr id="422" name="Graphic 421" descr="prompt icon">
            <a:extLst>
              <a:ext uri="{FF2B5EF4-FFF2-40B4-BE49-F238E27FC236}">
                <a16:creationId xmlns:a16="http://schemas.microsoft.com/office/drawing/2014/main" id="{CAA66719-1AF2-F1D5-9D5B-9D4310ADFD7F}"/>
              </a:ext>
            </a:extLst>
          </p:cNvPr>
          <p:cNvPicPr>
            <a:picLocks noChangeAspect="1"/>
          </p:cNvPicPr>
          <p:nvPr/>
        </p:nvPicPr>
        <p:blipFill>
          <a:blip r:embed="rId218">
            <a:extLst>
              <a:ext uri="{96DAC541-7B7A-43D3-8B79-37D633B846F1}">
                <asvg:svgBlip xmlns:asvg="http://schemas.microsoft.com/office/drawing/2016/SVG/main" r:embed="rId219"/>
              </a:ext>
            </a:extLst>
          </a:blip>
          <a:stretch>
            <a:fillRect/>
          </a:stretch>
        </p:blipFill>
        <p:spPr>
          <a:xfrm>
            <a:off x="7992814" y="3457132"/>
            <a:ext cx="274320" cy="274320"/>
          </a:xfrm>
          <a:prstGeom prst="rect">
            <a:avLst/>
          </a:prstGeom>
        </p:spPr>
      </p:pic>
      <p:pic>
        <p:nvPicPr>
          <p:cNvPr id="423" name="Graphic 422" descr="generative speech icon">
            <a:extLst>
              <a:ext uri="{FF2B5EF4-FFF2-40B4-BE49-F238E27FC236}">
                <a16:creationId xmlns:a16="http://schemas.microsoft.com/office/drawing/2014/main" id="{1AC4833F-ECE3-29DB-B688-4E781CCF82CE}"/>
              </a:ext>
            </a:extLst>
          </p:cNvPr>
          <p:cNvPicPr>
            <a:picLocks noChangeAspect="1"/>
          </p:cNvPicPr>
          <p:nvPr/>
        </p:nvPicPr>
        <p:blipFill>
          <a:blip r:embed="rId220">
            <a:extLst>
              <a:ext uri="{96DAC541-7B7A-43D3-8B79-37D633B846F1}">
                <asvg:svgBlip xmlns:asvg="http://schemas.microsoft.com/office/drawing/2016/SVG/main" r:embed="rId221"/>
              </a:ext>
            </a:extLst>
          </a:blip>
          <a:stretch>
            <a:fillRect/>
          </a:stretch>
        </p:blipFill>
        <p:spPr>
          <a:xfrm>
            <a:off x="8344687" y="3457132"/>
            <a:ext cx="274320" cy="274320"/>
          </a:xfrm>
          <a:prstGeom prst="rect">
            <a:avLst/>
          </a:prstGeom>
        </p:spPr>
      </p:pic>
      <p:pic>
        <p:nvPicPr>
          <p:cNvPr id="424" name="Graphic 423" descr="generative image icon">
            <a:extLst>
              <a:ext uri="{FF2B5EF4-FFF2-40B4-BE49-F238E27FC236}">
                <a16:creationId xmlns:a16="http://schemas.microsoft.com/office/drawing/2014/main" id="{7F66AF20-7C27-699D-AEE5-2B0EE0930F52}"/>
              </a:ext>
            </a:extLst>
          </p:cNvPr>
          <p:cNvPicPr>
            <a:picLocks noChangeAspect="1"/>
          </p:cNvPicPr>
          <p:nvPr/>
        </p:nvPicPr>
        <p:blipFill>
          <a:blip r:embed="rId222">
            <a:extLst>
              <a:ext uri="{96DAC541-7B7A-43D3-8B79-37D633B846F1}">
                <asvg:svgBlip xmlns:asvg="http://schemas.microsoft.com/office/drawing/2016/SVG/main" r:embed="rId223"/>
              </a:ext>
            </a:extLst>
          </a:blip>
          <a:stretch>
            <a:fillRect/>
          </a:stretch>
        </p:blipFill>
        <p:spPr>
          <a:xfrm>
            <a:off x="8696560" y="3457132"/>
            <a:ext cx="274320" cy="274320"/>
          </a:xfrm>
          <a:prstGeom prst="rect">
            <a:avLst/>
          </a:prstGeom>
        </p:spPr>
      </p:pic>
      <p:sp>
        <p:nvSpPr>
          <p:cNvPr id="425" name="TextBox 424">
            <a:extLst>
              <a:ext uri="{FF2B5EF4-FFF2-40B4-BE49-F238E27FC236}">
                <a16:creationId xmlns:a16="http://schemas.microsoft.com/office/drawing/2014/main" id="{927ED52F-F4B9-CB44-E478-76DC29CD368F}"/>
              </a:ext>
            </a:extLst>
          </p:cNvPr>
          <p:cNvSpPr txBox="1"/>
          <p:nvPr/>
        </p:nvSpPr>
        <p:spPr>
          <a:xfrm>
            <a:off x="6496341" y="3963658"/>
            <a:ext cx="957313" cy="2330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  <a:spcBef>
                <a:spcPts val="900"/>
              </a:spcBef>
            </a:pPr>
            <a:r>
              <a:rPr lang="en-US" sz="900" b="1"/>
              <a:t>Location &amp; time</a:t>
            </a:r>
          </a:p>
        </p:txBody>
      </p:sp>
      <p:pic>
        <p:nvPicPr>
          <p:cNvPr id="426" name="Graphic 425" descr="clock icon">
            <a:extLst>
              <a:ext uri="{FF2B5EF4-FFF2-40B4-BE49-F238E27FC236}">
                <a16:creationId xmlns:a16="http://schemas.microsoft.com/office/drawing/2014/main" id="{6CC195CB-47EF-5ACD-71A5-0602F250603F}"/>
              </a:ext>
            </a:extLst>
          </p:cNvPr>
          <p:cNvPicPr>
            <a:picLocks noChangeAspect="1"/>
          </p:cNvPicPr>
          <p:nvPr/>
        </p:nvPicPr>
        <p:blipFill>
          <a:blip r:embed="rId224">
            <a:extLst>
              <a:ext uri="{96DAC541-7B7A-43D3-8B79-37D633B846F1}">
                <asvg:svgBlip xmlns:asvg="http://schemas.microsoft.com/office/drawing/2016/SVG/main" r:embed="rId225"/>
              </a:ext>
            </a:extLst>
          </a:blip>
          <a:stretch>
            <a:fillRect/>
          </a:stretch>
        </p:blipFill>
        <p:spPr>
          <a:xfrm>
            <a:off x="7640941" y="3963658"/>
            <a:ext cx="274320" cy="274320"/>
          </a:xfrm>
          <a:prstGeom prst="rect">
            <a:avLst/>
          </a:prstGeom>
        </p:spPr>
      </p:pic>
      <p:pic>
        <p:nvPicPr>
          <p:cNvPr id="427" name="Graphic 426" descr="stopwatch icon">
            <a:extLst>
              <a:ext uri="{FF2B5EF4-FFF2-40B4-BE49-F238E27FC236}">
                <a16:creationId xmlns:a16="http://schemas.microsoft.com/office/drawing/2014/main" id="{BE79920A-7C8E-E4F9-828B-1A79F5542DE0}"/>
              </a:ext>
            </a:extLst>
          </p:cNvPr>
          <p:cNvPicPr>
            <a:picLocks noChangeAspect="1"/>
          </p:cNvPicPr>
          <p:nvPr/>
        </p:nvPicPr>
        <p:blipFill>
          <a:blip r:embed="rId226">
            <a:extLst>
              <a:ext uri="{96DAC541-7B7A-43D3-8B79-37D633B846F1}">
                <asvg:svgBlip xmlns:asvg="http://schemas.microsoft.com/office/drawing/2016/SVG/main" r:embed="rId227"/>
              </a:ext>
            </a:extLst>
          </a:blip>
          <a:stretch>
            <a:fillRect/>
          </a:stretch>
        </p:blipFill>
        <p:spPr>
          <a:xfrm>
            <a:off x="7992814" y="3963658"/>
            <a:ext cx="274320" cy="274320"/>
          </a:xfrm>
          <a:prstGeom prst="rect">
            <a:avLst/>
          </a:prstGeom>
        </p:spPr>
      </p:pic>
      <p:pic>
        <p:nvPicPr>
          <p:cNvPr id="428" name="Graphic 427" descr="calendar icon">
            <a:extLst>
              <a:ext uri="{FF2B5EF4-FFF2-40B4-BE49-F238E27FC236}">
                <a16:creationId xmlns:a16="http://schemas.microsoft.com/office/drawing/2014/main" id="{CE11CEED-67BA-7660-E4BC-230856515F48}"/>
              </a:ext>
            </a:extLst>
          </p:cNvPr>
          <p:cNvPicPr>
            <a:picLocks noChangeAspect="1"/>
          </p:cNvPicPr>
          <p:nvPr/>
        </p:nvPicPr>
        <p:blipFill>
          <a:blip r:embed="rId228">
            <a:extLst>
              <a:ext uri="{96DAC541-7B7A-43D3-8B79-37D633B846F1}">
                <asvg:svgBlip xmlns:asvg="http://schemas.microsoft.com/office/drawing/2016/SVG/main" r:embed="rId229"/>
              </a:ext>
            </a:extLst>
          </a:blip>
          <a:stretch>
            <a:fillRect/>
          </a:stretch>
        </p:blipFill>
        <p:spPr>
          <a:xfrm>
            <a:off x="8344687" y="3963658"/>
            <a:ext cx="274320" cy="274320"/>
          </a:xfrm>
          <a:prstGeom prst="rect">
            <a:avLst/>
          </a:prstGeom>
        </p:spPr>
      </p:pic>
      <p:pic>
        <p:nvPicPr>
          <p:cNvPr id="429" name="Graphic 428" descr="location icon">
            <a:extLst>
              <a:ext uri="{FF2B5EF4-FFF2-40B4-BE49-F238E27FC236}">
                <a16:creationId xmlns:a16="http://schemas.microsoft.com/office/drawing/2014/main" id="{01B3BDD9-6C5F-DCD2-E9E8-A004BC63FDD2}"/>
              </a:ext>
            </a:extLst>
          </p:cNvPr>
          <p:cNvPicPr>
            <a:picLocks noChangeAspect="1"/>
          </p:cNvPicPr>
          <p:nvPr/>
        </p:nvPicPr>
        <p:blipFill>
          <a:blip r:embed="rId230">
            <a:extLst>
              <a:ext uri="{96DAC541-7B7A-43D3-8B79-37D633B846F1}">
                <asvg:svgBlip xmlns:asvg="http://schemas.microsoft.com/office/drawing/2016/SVG/main" r:embed="rId231"/>
              </a:ext>
            </a:extLst>
          </a:blip>
          <a:stretch>
            <a:fillRect/>
          </a:stretch>
        </p:blipFill>
        <p:spPr>
          <a:xfrm>
            <a:off x="8696560" y="3963658"/>
            <a:ext cx="274320" cy="274320"/>
          </a:xfrm>
          <a:prstGeom prst="rect">
            <a:avLst/>
          </a:prstGeom>
        </p:spPr>
      </p:pic>
      <p:pic>
        <p:nvPicPr>
          <p:cNvPr id="430" name="Graphic 429" descr="home icon">
            <a:extLst>
              <a:ext uri="{FF2B5EF4-FFF2-40B4-BE49-F238E27FC236}">
                <a16:creationId xmlns:a16="http://schemas.microsoft.com/office/drawing/2014/main" id="{6CF6EEE8-6E09-2092-376C-076609135056}"/>
              </a:ext>
            </a:extLst>
          </p:cNvPr>
          <p:cNvPicPr>
            <a:picLocks noChangeAspect="1"/>
          </p:cNvPicPr>
          <p:nvPr/>
        </p:nvPicPr>
        <p:blipFill>
          <a:blip r:embed="rId232">
            <a:extLst>
              <a:ext uri="{96DAC541-7B7A-43D3-8B79-37D633B846F1}">
                <asvg:svgBlip xmlns:asvg="http://schemas.microsoft.com/office/drawing/2016/SVG/main" r:embed="rId233"/>
              </a:ext>
            </a:extLst>
          </a:blip>
          <a:stretch>
            <a:fillRect/>
          </a:stretch>
        </p:blipFill>
        <p:spPr>
          <a:xfrm>
            <a:off x="9048433" y="3963658"/>
            <a:ext cx="274320" cy="274320"/>
          </a:xfrm>
          <a:prstGeom prst="rect">
            <a:avLst/>
          </a:prstGeom>
        </p:spPr>
      </p:pic>
      <p:pic>
        <p:nvPicPr>
          <p:cNvPr id="431" name="Graphic 430" descr="enterprise icon">
            <a:extLst>
              <a:ext uri="{FF2B5EF4-FFF2-40B4-BE49-F238E27FC236}">
                <a16:creationId xmlns:a16="http://schemas.microsoft.com/office/drawing/2014/main" id="{1C04A07B-3B83-BDF0-8833-9B2562F61AFF}"/>
              </a:ext>
            </a:extLst>
          </p:cNvPr>
          <p:cNvPicPr>
            <a:picLocks noChangeAspect="1"/>
          </p:cNvPicPr>
          <p:nvPr/>
        </p:nvPicPr>
        <p:blipFill>
          <a:blip r:embed="rId234">
            <a:extLst>
              <a:ext uri="{96DAC541-7B7A-43D3-8B79-37D633B846F1}">
                <asvg:svgBlip xmlns:asvg="http://schemas.microsoft.com/office/drawing/2016/SVG/main" r:embed="rId235"/>
              </a:ext>
            </a:extLst>
          </a:blip>
          <a:stretch>
            <a:fillRect/>
          </a:stretch>
        </p:blipFill>
        <p:spPr>
          <a:xfrm>
            <a:off x="9400306" y="3963658"/>
            <a:ext cx="274320" cy="274320"/>
          </a:xfrm>
          <a:prstGeom prst="rect">
            <a:avLst/>
          </a:prstGeom>
        </p:spPr>
      </p:pic>
      <p:pic>
        <p:nvPicPr>
          <p:cNvPr id="432" name="Graphic 431" descr="small business icon">
            <a:extLst>
              <a:ext uri="{FF2B5EF4-FFF2-40B4-BE49-F238E27FC236}">
                <a16:creationId xmlns:a16="http://schemas.microsoft.com/office/drawing/2014/main" id="{1A40A08D-B204-B74D-AC7D-6AD570C9BA5E}"/>
              </a:ext>
            </a:extLst>
          </p:cNvPr>
          <p:cNvPicPr>
            <a:picLocks noChangeAspect="1"/>
          </p:cNvPicPr>
          <p:nvPr/>
        </p:nvPicPr>
        <p:blipFill>
          <a:blip r:embed="rId236">
            <a:extLst>
              <a:ext uri="{96DAC541-7B7A-43D3-8B79-37D633B846F1}">
                <asvg:svgBlip xmlns:asvg="http://schemas.microsoft.com/office/drawing/2016/SVG/main" r:embed="rId237"/>
              </a:ext>
            </a:extLst>
          </a:blip>
          <a:stretch>
            <a:fillRect/>
          </a:stretch>
        </p:blipFill>
        <p:spPr>
          <a:xfrm>
            <a:off x="9752179" y="3963658"/>
            <a:ext cx="274320" cy="274320"/>
          </a:xfrm>
          <a:prstGeom prst="rect">
            <a:avLst/>
          </a:prstGeom>
        </p:spPr>
      </p:pic>
      <p:pic>
        <p:nvPicPr>
          <p:cNvPr id="433" name="Graphic 432" descr="earth icon">
            <a:extLst>
              <a:ext uri="{FF2B5EF4-FFF2-40B4-BE49-F238E27FC236}">
                <a16:creationId xmlns:a16="http://schemas.microsoft.com/office/drawing/2014/main" id="{067F67C1-0B23-D267-28F8-A7408F4AB250}"/>
              </a:ext>
            </a:extLst>
          </p:cNvPr>
          <p:cNvPicPr>
            <a:picLocks noChangeAspect="1"/>
          </p:cNvPicPr>
          <p:nvPr/>
        </p:nvPicPr>
        <p:blipFill>
          <a:blip r:embed="rId238">
            <a:extLst>
              <a:ext uri="{96DAC541-7B7A-43D3-8B79-37D633B846F1}">
                <asvg:svgBlip xmlns:asvg="http://schemas.microsoft.com/office/drawing/2016/SVG/main" r:embed="rId239"/>
              </a:ext>
            </a:extLst>
          </a:blip>
          <a:stretch>
            <a:fillRect/>
          </a:stretch>
        </p:blipFill>
        <p:spPr>
          <a:xfrm>
            <a:off x="10104052" y="3963658"/>
            <a:ext cx="274320" cy="274320"/>
          </a:xfrm>
          <a:prstGeom prst="rect">
            <a:avLst/>
          </a:prstGeom>
        </p:spPr>
      </p:pic>
      <p:sp>
        <p:nvSpPr>
          <p:cNvPr id="434" name="TextBox 433">
            <a:extLst>
              <a:ext uri="{FF2B5EF4-FFF2-40B4-BE49-F238E27FC236}">
                <a16:creationId xmlns:a16="http://schemas.microsoft.com/office/drawing/2014/main" id="{DE6129B3-182C-E7A6-9967-9AC2645FC7BB}"/>
              </a:ext>
            </a:extLst>
          </p:cNvPr>
          <p:cNvSpPr txBox="1"/>
          <p:nvPr/>
        </p:nvSpPr>
        <p:spPr>
          <a:xfrm>
            <a:off x="6496341" y="4470184"/>
            <a:ext cx="450764" cy="2330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  <a:spcBef>
                <a:spcPts val="900"/>
              </a:spcBef>
            </a:pPr>
            <a:r>
              <a:rPr lang="en-US" sz="900" b="1"/>
              <a:t>Users</a:t>
            </a:r>
          </a:p>
        </p:txBody>
      </p:sp>
      <p:pic>
        <p:nvPicPr>
          <p:cNvPr id="435" name="Graphic 434" descr="user icon">
            <a:extLst>
              <a:ext uri="{FF2B5EF4-FFF2-40B4-BE49-F238E27FC236}">
                <a16:creationId xmlns:a16="http://schemas.microsoft.com/office/drawing/2014/main" id="{1C6FF307-C0D9-CECD-F71E-0F81604B55D9}"/>
              </a:ext>
            </a:extLst>
          </p:cNvPr>
          <p:cNvPicPr>
            <a:picLocks noChangeAspect="1"/>
          </p:cNvPicPr>
          <p:nvPr/>
        </p:nvPicPr>
        <p:blipFill>
          <a:blip r:embed="rId240">
            <a:extLst>
              <a:ext uri="{96DAC541-7B7A-43D3-8B79-37D633B846F1}">
                <asvg:svgBlip xmlns:asvg="http://schemas.microsoft.com/office/drawing/2016/SVG/main" r:embed="rId241"/>
              </a:ext>
            </a:extLst>
          </a:blip>
          <a:stretch>
            <a:fillRect/>
          </a:stretch>
        </p:blipFill>
        <p:spPr>
          <a:xfrm>
            <a:off x="7640941" y="4470184"/>
            <a:ext cx="274320" cy="274320"/>
          </a:xfrm>
          <a:prstGeom prst="rect">
            <a:avLst/>
          </a:prstGeom>
        </p:spPr>
      </p:pic>
      <p:pic>
        <p:nvPicPr>
          <p:cNvPr id="436" name="Graphic 435" descr="two users icon">
            <a:extLst>
              <a:ext uri="{FF2B5EF4-FFF2-40B4-BE49-F238E27FC236}">
                <a16:creationId xmlns:a16="http://schemas.microsoft.com/office/drawing/2014/main" id="{F25333FE-71E8-78BC-1B25-A0AB4D9D5BA7}"/>
              </a:ext>
            </a:extLst>
          </p:cNvPr>
          <p:cNvPicPr>
            <a:picLocks noChangeAspect="1"/>
          </p:cNvPicPr>
          <p:nvPr/>
        </p:nvPicPr>
        <p:blipFill>
          <a:blip r:embed="rId242">
            <a:extLst>
              <a:ext uri="{96DAC541-7B7A-43D3-8B79-37D633B846F1}">
                <asvg:svgBlip xmlns:asvg="http://schemas.microsoft.com/office/drawing/2016/SVG/main" r:embed="rId243"/>
              </a:ext>
            </a:extLst>
          </a:blip>
          <a:stretch>
            <a:fillRect/>
          </a:stretch>
        </p:blipFill>
        <p:spPr>
          <a:xfrm>
            <a:off x="7992814" y="4470184"/>
            <a:ext cx="274320" cy="274320"/>
          </a:xfrm>
          <a:prstGeom prst="rect">
            <a:avLst/>
          </a:prstGeom>
        </p:spPr>
      </p:pic>
      <p:pic>
        <p:nvPicPr>
          <p:cNvPr id="437" name="Graphic 436" descr="team icon">
            <a:extLst>
              <a:ext uri="{FF2B5EF4-FFF2-40B4-BE49-F238E27FC236}">
                <a16:creationId xmlns:a16="http://schemas.microsoft.com/office/drawing/2014/main" id="{A7D3B88C-7003-6DDE-6C7D-5170B7804FA2}"/>
              </a:ext>
            </a:extLst>
          </p:cNvPr>
          <p:cNvPicPr>
            <a:picLocks noChangeAspect="1"/>
          </p:cNvPicPr>
          <p:nvPr/>
        </p:nvPicPr>
        <p:blipFill>
          <a:blip r:embed="rId244">
            <a:extLst>
              <a:ext uri="{96DAC541-7B7A-43D3-8B79-37D633B846F1}">
                <asvg:svgBlip xmlns:asvg="http://schemas.microsoft.com/office/drawing/2016/SVG/main" r:embed="rId245"/>
              </a:ext>
            </a:extLst>
          </a:blip>
          <a:stretch>
            <a:fillRect/>
          </a:stretch>
        </p:blipFill>
        <p:spPr>
          <a:xfrm>
            <a:off x="8344687" y="4470184"/>
            <a:ext cx="274320" cy="274320"/>
          </a:xfrm>
          <a:prstGeom prst="rect">
            <a:avLst/>
          </a:prstGeom>
        </p:spPr>
      </p:pic>
      <p:pic>
        <p:nvPicPr>
          <p:cNvPr id="438" name="Graphic 437" descr="avatar icon">
            <a:extLst>
              <a:ext uri="{FF2B5EF4-FFF2-40B4-BE49-F238E27FC236}">
                <a16:creationId xmlns:a16="http://schemas.microsoft.com/office/drawing/2014/main" id="{60CF3D03-4063-29D4-2441-44ECF7F433BA}"/>
              </a:ext>
            </a:extLst>
          </p:cNvPr>
          <p:cNvPicPr>
            <a:picLocks noChangeAspect="1"/>
          </p:cNvPicPr>
          <p:nvPr/>
        </p:nvPicPr>
        <p:blipFill>
          <a:blip r:embed="rId246">
            <a:extLst>
              <a:ext uri="{96DAC541-7B7A-43D3-8B79-37D633B846F1}">
                <asvg:svgBlip xmlns:asvg="http://schemas.microsoft.com/office/drawing/2016/SVG/main" r:embed="rId247"/>
              </a:ext>
            </a:extLst>
          </a:blip>
          <a:stretch>
            <a:fillRect/>
          </a:stretch>
        </p:blipFill>
        <p:spPr>
          <a:xfrm>
            <a:off x="8696560" y="4470184"/>
            <a:ext cx="274320" cy="274320"/>
          </a:xfrm>
          <a:prstGeom prst="rect">
            <a:avLst/>
          </a:prstGeom>
        </p:spPr>
      </p:pic>
      <p:sp>
        <p:nvSpPr>
          <p:cNvPr id="439" name="TextBox 438">
            <a:extLst>
              <a:ext uri="{FF2B5EF4-FFF2-40B4-BE49-F238E27FC236}">
                <a16:creationId xmlns:a16="http://schemas.microsoft.com/office/drawing/2014/main" id="{E629B5D7-B30D-E869-55E8-E28099FB5BA1}"/>
              </a:ext>
            </a:extLst>
          </p:cNvPr>
          <p:cNvSpPr txBox="1"/>
          <p:nvPr/>
        </p:nvSpPr>
        <p:spPr>
          <a:xfrm>
            <a:off x="6496341" y="4976708"/>
            <a:ext cx="404278" cy="2330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  <a:spcBef>
                <a:spcPts val="900"/>
              </a:spcBef>
            </a:pPr>
            <a:r>
              <a:rPr lang="en-US" sz="900" b="1"/>
              <a:t>Web</a:t>
            </a:r>
          </a:p>
        </p:txBody>
      </p:sp>
      <p:pic>
        <p:nvPicPr>
          <p:cNvPr id="440" name="Graphic 439" descr="code icon">
            <a:extLst>
              <a:ext uri="{FF2B5EF4-FFF2-40B4-BE49-F238E27FC236}">
                <a16:creationId xmlns:a16="http://schemas.microsoft.com/office/drawing/2014/main" id="{8D4023B7-8D86-86A0-81E5-97262380143F}"/>
              </a:ext>
            </a:extLst>
          </p:cNvPr>
          <p:cNvPicPr>
            <a:picLocks noChangeAspect="1"/>
          </p:cNvPicPr>
          <p:nvPr/>
        </p:nvPicPr>
        <p:blipFill>
          <a:blip r:embed="rId248">
            <a:extLst>
              <a:ext uri="{96DAC541-7B7A-43D3-8B79-37D633B846F1}">
                <asvg:svgBlip xmlns:asvg="http://schemas.microsoft.com/office/drawing/2016/SVG/main" r:embed="rId249"/>
              </a:ext>
            </a:extLst>
          </a:blip>
          <a:stretch>
            <a:fillRect/>
          </a:stretch>
        </p:blipFill>
        <p:spPr>
          <a:xfrm>
            <a:off x="7640941" y="4976708"/>
            <a:ext cx="274320" cy="274320"/>
          </a:xfrm>
          <a:prstGeom prst="rect">
            <a:avLst/>
          </a:prstGeom>
        </p:spPr>
      </p:pic>
      <p:pic>
        <p:nvPicPr>
          <p:cNvPr id="441" name="Graphic 440" descr="tag icon">
            <a:extLst>
              <a:ext uri="{FF2B5EF4-FFF2-40B4-BE49-F238E27FC236}">
                <a16:creationId xmlns:a16="http://schemas.microsoft.com/office/drawing/2014/main" id="{22BCD141-18A5-CAF3-866A-2F22E3A0DEBB}"/>
              </a:ext>
            </a:extLst>
          </p:cNvPr>
          <p:cNvPicPr>
            <a:picLocks noChangeAspect="1"/>
          </p:cNvPicPr>
          <p:nvPr/>
        </p:nvPicPr>
        <p:blipFill>
          <a:blip r:embed="rId250">
            <a:extLst>
              <a:ext uri="{96DAC541-7B7A-43D3-8B79-37D633B846F1}">
                <asvg:svgBlip xmlns:asvg="http://schemas.microsoft.com/office/drawing/2016/SVG/main" r:embed="rId251"/>
              </a:ext>
            </a:extLst>
          </a:blip>
          <a:stretch>
            <a:fillRect/>
          </a:stretch>
        </p:blipFill>
        <p:spPr>
          <a:xfrm>
            <a:off x="7992814" y="4976708"/>
            <a:ext cx="274320" cy="274320"/>
          </a:xfrm>
          <a:prstGeom prst="rect">
            <a:avLst/>
          </a:prstGeom>
        </p:spPr>
      </p:pic>
      <p:pic>
        <p:nvPicPr>
          <p:cNvPr id="442" name="Graphic 441" descr="page icon">
            <a:extLst>
              <a:ext uri="{FF2B5EF4-FFF2-40B4-BE49-F238E27FC236}">
                <a16:creationId xmlns:a16="http://schemas.microsoft.com/office/drawing/2014/main" id="{6ECD314A-1D6F-D342-98D4-B5E69372A95F}"/>
              </a:ext>
            </a:extLst>
          </p:cNvPr>
          <p:cNvPicPr>
            <a:picLocks noChangeAspect="1"/>
          </p:cNvPicPr>
          <p:nvPr/>
        </p:nvPicPr>
        <p:blipFill>
          <a:blip r:embed="rId252">
            <a:extLst>
              <a:ext uri="{96DAC541-7B7A-43D3-8B79-37D633B846F1}">
                <asvg:svgBlip xmlns:asvg="http://schemas.microsoft.com/office/drawing/2016/SVG/main" r:embed="rId253"/>
              </a:ext>
            </a:extLst>
          </a:blip>
          <a:stretch>
            <a:fillRect/>
          </a:stretch>
        </p:blipFill>
        <p:spPr>
          <a:xfrm>
            <a:off x="8344687" y="4976708"/>
            <a:ext cx="274320" cy="274320"/>
          </a:xfrm>
          <a:prstGeom prst="rect">
            <a:avLst/>
          </a:prstGeom>
        </p:spPr>
      </p:pic>
      <p:pic>
        <p:nvPicPr>
          <p:cNvPr id="443" name="Graphic 442" descr="app icon">
            <a:extLst>
              <a:ext uri="{FF2B5EF4-FFF2-40B4-BE49-F238E27FC236}">
                <a16:creationId xmlns:a16="http://schemas.microsoft.com/office/drawing/2014/main" id="{1D7C857F-467C-78C1-E539-F585919305DB}"/>
              </a:ext>
            </a:extLst>
          </p:cNvPr>
          <p:cNvPicPr>
            <a:picLocks noChangeAspect="1"/>
          </p:cNvPicPr>
          <p:nvPr/>
        </p:nvPicPr>
        <p:blipFill>
          <a:blip r:embed="rId254">
            <a:extLst>
              <a:ext uri="{96DAC541-7B7A-43D3-8B79-37D633B846F1}">
                <asvg:svgBlip xmlns:asvg="http://schemas.microsoft.com/office/drawing/2016/SVG/main" r:embed="rId255"/>
              </a:ext>
            </a:extLst>
          </a:blip>
          <a:stretch>
            <a:fillRect/>
          </a:stretch>
        </p:blipFill>
        <p:spPr>
          <a:xfrm>
            <a:off x="8696560" y="4976708"/>
            <a:ext cx="274320" cy="274320"/>
          </a:xfrm>
          <a:prstGeom prst="rect">
            <a:avLst/>
          </a:prstGeom>
        </p:spPr>
      </p:pic>
      <p:pic>
        <p:nvPicPr>
          <p:cNvPr id="444" name="Graphic 443" descr="wire globe icon">
            <a:extLst>
              <a:ext uri="{FF2B5EF4-FFF2-40B4-BE49-F238E27FC236}">
                <a16:creationId xmlns:a16="http://schemas.microsoft.com/office/drawing/2014/main" id="{0A942F55-F7BB-BD15-20A4-B3F0117C05DD}"/>
              </a:ext>
            </a:extLst>
          </p:cNvPr>
          <p:cNvPicPr>
            <a:picLocks noChangeAspect="1"/>
          </p:cNvPicPr>
          <p:nvPr/>
        </p:nvPicPr>
        <p:blipFill>
          <a:blip r:embed="rId256">
            <a:extLst>
              <a:ext uri="{96DAC541-7B7A-43D3-8B79-37D633B846F1}">
                <asvg:svgBlip xmlns:asvg="http://schemas.microsoft.com/office/drawing/2016/SVG/main" r:embed="rId257"/>
              </a:ext>
            </a:extLst>
          </a:blip>
          <a:stretch>
            <a:fillRect/>
          </a:stretch>
        </p:blipFill>
        <p:spPr>
          <a:xfrm>
            <a:off x="9048433" y="4976708"/>
            <a:ext cx="274320" cy="274320"/>
          </a:xfrm>
          <a:prstGeom prst="rect">
            <a:avLst/>
          </a:prstGeom>
        </p:spPr>
      </p:pic>
      <p:pic>
        <p:nvPicPr>
          <p:cNvPr id="445" name="Graphic 444" descr="link icon">
            <a:extLst>
              <a:ext uri="{FF2B5EF4-FFF2-40B4-BE49-F238E27FC236}">
                <a16:creationId xmlns:a16="http://schemas.microsoft.com/office/drawing/2014/main" id="{D0BD5E67-3FDD-C657-D7BC-EFCD9507C57C}"/>
              </a:ext>
            </a:extLst>
          </p:cNvPr>
          <p:cNvPicPr>
            <a:picLocks noChangeAspect="1"/>
          </p:cNvPicPr>
          <p:nvPr/>
        </p:nvPicPr>
        <p:blipFill>
          <a:blip r:embed="rId258">
            <a:extLst>
              <a:ext uri="{96DAC541-7B7A-43D3-8B79-37D633B846F1}">
                <asvg:svgBlip xmlns:asvg="http://schemas.microsoft.com/office/drawing/2016/SVG/main" r:embed="rId259"/>
              </a:ext>
            </a:extLst>
          </a:blip>
          <a:stretch>
            <a:fillRect/>
          </a:stretch>
        </p:blipFill>
        <p:spPr>
          <a:xfrm>
            <a:off x="9400306" y="4976708"/>
            <a:ext cx="274320" cy="27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33017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798D9-AB25-A6BF-F169-16B02444D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Light icons for dark backgrounds</a:t>
            </a:r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707FE76F-7858-5328-A389-95599CE6CC9F}"/>
              </a:ext>
            </a:extLst>
          </p:cNvPr>
          <p:cNvSpPr txBox="1"/>
          <p:nvPr/>
        </p:nvSpPr>
        <p:spPr>
          <a:xfrm>
            <a:off x="609600" y="1504582"/>
            <a:ext cx="944489" cy="2330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  <a:spcBef>
                <a:spcPts val="900"/>
              </a:spcBef>
            </a:pPr>
            <a:r>
              <a:rPr lang="en-US" sz="900" b="1">
                <a:solidFill>
                  <a:schemeClr val="bg1"/>
                </a:solidFill>
              </a:rPr>
              <a:t>Alerts &amp; actions</a:t>
            </a:r>
          </a:p>
        </p:txBody>
      </p:sp>
      <p:pic>
        <p:nvPicPr>
          <p:cNvPr id="250" name="Graphic 249" descr="Alert notice icon">
            <a:extLst>
              <a:ext uri="{FF2B5EF4-FFF2-40B4-BE49-F238E27FC236}">
                <a16:creationId xmlns:a16="http://schemas.microsoft.com/office/drawing/2014/main" id="{DC0EC477-C38A-DD3B-1301-C745E92F3D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10738" y="1504582"/>
            <a:ext cx="274320" cy="274320"/>
          </a:xfrm>
          <a:prstGeom prst="rect">
            <a:avLst/>
          </a:prstGeom>
        </p:spPr>
      </p:pic>
      <p:pic>
        <p:nvPicPr>
          <p:cNvPr id="252" name="Graphic 251" descr="check circle icon">
            <a:extLst>
              <a:ext uri="{FF2B5EF4-FFF2-40B4-BE49-F238E27FC236}">
                <a16:creationId xmlns:a16="http://schemas.microsoft.com/office/drawing/2014/main" id="{B396E55C-3C48-BF56-A593-8273C5381D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62611" y="1504582"/>
            <a:ext cx="274320" cy="274320"/>
          </a:xfrm>
          <a:prstGeom prst="rect">
            <a:avLst/>
          </a:prstGeom>
        </p:spPr>
      </p:pic>
      <p:pic>
        <p:nvPicPr>
          <p:cNvPr id="254" name="Graphic 253" descr="x circle icon">
            <a:extLst>
              <a:ext uri="{FF2B5EF4-FFF2-40B4-BE49-F238E27FC236}">
                <a16:creationId xmlns:a16="http://schemas.microsoft.com/office/drawing/2014/main" id="{D272A74F-26B7-9C9D-C871-28636340C9B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514484" y="1504582"/>
            <a:ext cx="274320" cy="274320"/>
          </a:xfrm>
          <a:prstGeom prst="rect">
            <a:avLst/>
          </a:prstGeom>
        </p:spPr>
      </p:pic>
      <p:pic>
        <p:nvPicPr>
          <p:cNvPr id="256" name="Graphic 255" descr="question mark circle icon">
            <a:extLst>
              <a:ext uri="{FF2B5EF4-FFF2-40B4-BE49-F238E27FC236}">
                <a16:creationId xmlns:a16="http://schemas.microsoft.com/office/drawing/2014/main" id="{518DE13D-E83D-79CF-20CD-0A03E9F3F18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866357" y="1504582"/>
            <a:ext cx="274320" cy="274320"/>
          </a:xfrm>
          <a:prstGeom prst="rect">
            <a:avLst/>
          </a:prstGeom>
        </p:spPr>
      </p:pic>
      <p:pic>
        <p:nvPicPr>
          <p:cNvPr id="258" name="Graphic 257" descr="info circle icon">
            <a:extLst>
              <a:ext uri="{FF2B5EF4-FFF2-40B4-BE49-F238E27FC236}">
                <a16:creationId xmlns:a16="http://schemas.microsoft.com/office/drawing/2014/main" id="{E99C56B4-E5A8-9B7D-330F-E94884A8D03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218230" y="1504582"/>
            <a:ext cx="274320" cy="274320"/>
          </a:xfrm>
          <a:prstGeom prst="rect">
            <a:avLst/>
          </a:prstGeom>
        </p:spPr>
      </p:pic>
      <p:pic>
        <p:nvPicPr>
          <p:cNvPr id="260" name="Graphic 259" descr="warning icon">
            <a:extLst>
              <a:ext uri="{FF2B5EF4-FFF2-40B4-BE49-F238E27FC236}">
                <a16:creationId xmlns:a16="http://schemas.microsoft.com/office/drawing/2014/main" id="{769BD613-E2B6-CD21-5F8F-9C1D41F8DDA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570103" y="1504582"/>
            <a:ext cx="274320" cy="274320"/>
          </a:xfrm>
          <a:prstGeom prst="rect">
            <a:avLst/>
          </a:prstGeom>
        </p:spPr>
      </p:pic>
      <p:sp>
        <p:nvSpPr>
          <p:cNvPr id="262" name="TextBox 261">
            <a:extLst>
              <a:ext uri="{FF2B5EF4-FFF2-40B4-BE49-F238E27FC236}">
                <a16:creationId xmlns:a16="http://schemas.microsoft.com/office/drawing/2014/main" id="{57BD9DF8-3AED-FD0D-C21D-FAEB5BF57DB7}"/>
              </a:ext>
            </a:extLst>
          </p:cNvPr>
          <p:cNvSpPr txBox="1"/>
          <p:nvPr/>
        </p:nvSpPr>
        <p:spPr>
          <a:xfrm>
            <a:off x="609600" y="2013112"/>
            <a:ext cx="529312" cy="2330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  <a:spcBef>
                <a:spcPts val="900"/>
              </a:spcBef>
            </a:pPr>
            <a:r>
              <a:rPr lang="en-US" sz="900" b="1">
                <a:solidFill>
                  <a:schemeClr val="bg1"/>
                </a:solidFill>
              </a:rPr>
              <a:t>Arrows</a:t>
            </a:r>
          </a:p>
        </p:txBody>
      </p:sp>
      <p:pic>
        <p:nvPicPr>
          <p:cNvPr id="264" name="Graphic 263" descr="arrow up icon">
            <a:extLst>
              <a:ext uri="{FF2B5EF4-FFF2-40B4-BE49-F238E27FC236}">
                <a16:creationId xmlns:a16="http://schemas.microsoft.com/office/drawing/2014/main" id="{D0D4DA5A-584E-8303-F899-6E7DA5CCEC8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810738" y="2013112"/>
            <a:ext cx="274320" cy="274320"/>
          </a:xfrm>
          <a:prstGeom prst="rect">
            <a:avLst/>
          </a:prstGeom>
        </p:spPr>
      </p:pic>
      <p:pic>
        <p:nvPicPr>
          <p:cNvPr id="266" name="Graphic 265" descr="arrow left icon">
            <a:extLst>
              <a:ext uri="{FF2B5EF4-FFF2-40B4-BE49-F238E27FC236}">
                <a16:creationId xmlns:a16="http://schemas.microsoft.com/office/drawing/2014/main" id="{A166896F-F525-AD4A-961F-A82A87771C18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162611" y="2013112"/>
            <a:ext cx="274320" cy="274320"/>
          </a:xfrm>
          <a:prstGeom prst="rect">
            <a:avLst/>
          </a:prstGeom>
        </p:spPr>
      </p:pic>
      <p:pic>
        <p:nvPicPr>
          <p:cNvPr id="268" name="Graphic 267" descr="arrow down icon">
            <a:extLst>
              <a:ext uri="{FF2B5EF4-FFF2-40B4-BE49-F238E27FC236}">
                <a16:creationId xmlns:a16="http://schemas.microsoft.com/office/drawing/2014/main" id="{0C461054-B17D-9C9D-1F20-1931CD65DE0F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2514484" y="2013112"/>
            <a:ext cx="274320" cy="274320"/>
          </a:xfrm>
          <a:prstGeom prst="rect">
            <a:avLst/>
          </a:prstGeom>
        </p:spPr>
      </p:pic>
      <p:pic>
        <p:nvPicPr>
          <p:cNvPr id="270" name="Graphic 269" descr="arrow right icon">
            <a:extLst>
              <a:ext uri="{FF2B5EF4-FFF2-40B4-BE49-F238E27FC236}">
                <a16:creationId xmlns:a16="http://schemas.microsoft.com/office/drawing/2014/main" id="{F9E5BD5B-7A49-60E0-0293-3550EBEBDB99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2866357" y="2013112"/>
            <a:ext cx="274320" cy="274320"/>
          </a:xfrm>
          <a:prstGeom prst="rect">
            <a:avLst/>
          </a:prstGeom>
        </p:spPr>
      </p:pic>
      <p:pic>
        <p:nvPicPr>
          <p:cNvPr id="272" name="Graphic 271" descr="switch arrows icon">
            <a:extLst>
              <a:ext uri="{FF2B5EF4-FFF2-40B4-BE49-F238E27FC236}">
                <a16:creationId xmlns:a16="http://schemas.microsoft.com/office/drawing/2014/main" id="{1E0649EF-2D45-1DF2-A15A-8684AD8C0AC3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3218230" y="2013112"/>
            <a:ext cx="274320" cy="274320"/>
          </a:xfrm>
          <a:prstGeom prst="rect">
            <a:avLst/>
          </a:prstGeom>
        </p:spPr>
      </p:pic>
      <p:pic>
        <p:nvPicPr>
          <p:cNvPr id="274" name="Graphic 273" descr="update icon">
            <a:extLst>
              <a:ext uri="{FF2B5EF4-FFF2-40B4-BE49-F238E27FC236}">
                <a16:creationId xmlns:a16="http://schemas.microsoft.com/office/drawing/2014/main" id="{18431F24-85CD-4C15-1279-88E20D72B426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3570103" y="2013112"/>
            <a:ext cx="274320" cy="274320"/>
          </a:xfrm>
          <a:prstGeom prst="rect">
            <a:avLst/>
          </a:prstGeom>
        </p:spPr>
      </p:pic>
      <p:pic>
        <p:nvPicPr>
          <p:cNvPr id="276" name="Graphic 275" descr="rotate cw icon">
            <a:extLst>
              <a:ext uri="{FF2B5EF4-FFF2-40B4-BE49-F238E27FC236}">
                <a16:creationId xmlns:a16="http://schemas.microsoft.com/office/drawing/2014/main" id="{AB7725A9-4B8D-CE75-A32D-C7FF848AB944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3921976" y="2013112"/>
            <a:ext cx="274320" cy="274320"/>
          </a:xfrm>
          <a:prstGeom prst="rect">
            <a:avLst/>
          </a:prstGeom>
        </p:spPr>
      </p:pic>
      <p:pic>
        <p:nvPicPr>
          <p:cNvPr id="278" name="Graphic 277" descr="rotate ccw icon">
            <a:extLst>
              <a:ext uri="{FF2B5EF4-FFF2-40B4-BE49-F238E27FC236}">
                <a16:creationId xmlns:a16="http://schemas.microsoft.com/office/drawing/2014/main" id="{E0FBB132-817D-C4D0-7439-3ED0B98E4FF9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4273849" y="2013112"/>
            <a:ext cx="274320" cy="274320"/>
          </a:xfrm>
          <a:prstGeom prst="rect">
            <a:avLst/>
          </a:prstGeom>
        </p:spPr>
      </p:pic>
      <p:pic>
        <p:nvPicPr>
          <p:cNvPr id="280" name="Graphic 279" descr="remix icon">
            <a:extLst>
              <a:ext uri="{FF2B5EF4-FFF2-40B4-BE49-F238E27FC236}">
                <a16:creationId xmlns:a16="http://schemas.microsoft.com/office/drawing/2014/main" id="{D68CBA29-7C6E-7DBC-E33B-5A37A7930786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4631437" y="2013112"/>
            <a:ext cx="274320" cy="274320"/>
          </a:xfrm>
          <a:prstGeom prst="rect">
            <a:avLst/>
          </a:prstGeom>
        </p:spPr>
      </p:pic>
      <p:sp>
        <p:nvSpPr>
          <p:cNvPr id="282" name="TextBox 281">
            <a:extLst>
              <a:ext uri="{FF2B5EF4-FFF2-40B4-BE49-F238E27FC236}">
                <a16:creationId xmlns:a16="http://schemas.microsoft.com/office/drawing/2014/main" id="{EDB45DAC-8A1B-3E6A-F95E-03FED23D4B7E}"/>
              </a:ext>
            </a:extLst>
          </p:cNvPr>
          <p:cNvSpPr txBox="1"/>
          <p:nvPr/>
        </p:nvSpPr>
        <p:spPr>
          <a:xfrm>
            <a:off x="609600" y="2521642"/>
            <a:ext cx="768159" cy="2330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  <a:spcBef>
                <a:spcPts val="900"/>
              </a:spcBef>
            </a:pPr>
            <a:r>
              <a:rPr lang="en-US" sz="900" b="1">
                <a:solidFill>
                  <a:schemeClr val="bg1"/>
                </a:solidFill>
              </a:rPr>
              <a:t>Art &amp; media</a:t>
            </a:r>
          </a:p>
        </p:txBody>
      </p:sp>
      <p:pic>
        <p:nvPicPr>
          <p:cNvPr id="284" name="Graphic 283" descr="3d icon">
            <a:extLst>
              <a:ext uri="{FF2B5EF4-FFF2-40B4-BE49-F238E27FC236}">
                <a16:creationId xmlns:a16="http://schemas.microsoft.com/office/drawing/2014/main" id="{DA9A2C25-7801-877A-8FC9-03A25495F3FC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1810738" y="2521642"/>
            <a:ext cx="274320" cy="274320"/>
          </a:xfrm>
          <a:prstGeom prst="rect">
            <a:avLst/>
          </a:prstGeom>
        </p:spPr>
      </p:pic>
      <p:pic>
        <p:nvPicPr>
          <p:cNvPr id="286" name="Graphic 285" descr="mic icon">
            <a:extLst>
              <a:ext uri="{FF2B5EF4-FFF2-40B4-BE49-F238E27FC236}">
                <a16:creationId xmlns:a16="http://schemas.microsoft.com/office/drawing/2014/main" id="{4DFBE491-DA8F-E424-D5F0-575B41C6B4A9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2162611" y="2521642"/>
            <a:ext cx="274320" cy="274320"/>
          </a:xfrm>
          <a:prstGeom prst="rect">
            <a:avLst/>
          </a:prstGeom>
        </p:spPr>
      </p:pic>
      <p:pic>
        <p:nvPicPr>
          <p:cNvPr id="288" name="Graphic 287" descr="camera icon">
            <a:extLst>
              <a:ext uri="{FF2B5EF4-FFF2-40B4-BE49-F238E27FC236}">
                <a16:creationId xmlns:a16="http://schemas.microsoft.com/office/drawing/2014/main" id="{17BB1BB4-3CBC-9E78-88FC-84BECF2F5418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2514484" y="2521642"/>
            <a:ext cx="274320" cy="274320"/>
          </a:xfrm>
          <a:prstGeom prst="rect">
            <a:avLst/>
          </a:prstGeom>
        </p:spPr>
      </p:pic>
      <p:pic>
        <p:nvPicPr>
          <p:cNvPr id="290" name="Graphic 289" descr="video camera icon">
            <a:extLst>
              <a:ext uri="{FF2B5EF4-FFF2-40B4-BE49-F238E27FC236}">
                <a16:creationId xmlns:a16="http://schemas.microsoft.com/office/drawing/2014/main" id="{C5AD98A8-8570-D215-E41D-1ED0068F3FA9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2866357" y="2521642"/>
            <a:ext cx="274320" cy="274320"/>
          </a:xfrm>
          <a:prstGeom prst="rect">
            <a:avLst/>
          </a:prstGeom>
        </p:spPr>
      </p:pic>
      <p:pic>
        <p:nvPicPr>
          <p:cNvPr id="292" name="Graphic 291" descr="palette icon">
            <a:extLst>
              <a:ext uri="{FF2B5EF4-FFF2-40B4-BE49-F238E27FC236}">
                <a16:creationId xmlns:a16="http://schemas.microsoft.com/office/drawing/2014/main" id="{9E7E6FE5-DC55-54B0-788C-24374906DC83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3218230" y="2521642"/>
            <a:ext cx="274320" cy="274320"/>
          </a:xfrm>
          <a:prstGeom prst="rect">
            <a:avLst/>
          </a:prstGeom>
        </p:spPr>
      </p:pic>
      <p:pic>
        <p:nvPicPr>
          <p:cNvPr id="294" name="Graphic 293" descr="play video icon">
            <a:extLst>
              <a:ext uri="{FF2B5EF4-FFF2-40B4-BE49-F238E27FC236}">
                <a16:creationId xmlns:a16="http://schemas.microsoft.com/office/drawing/2014/main" id="{89870158-0946-2ABF-1ADA-79D1EC88B4F6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3570103" y="2521642"/>
            <a:ext cx="274320" cy="274320"/>
          </a:xfrm>
          <a:prstGeom prst="rect">
            <a:avLst/>
          </a:prstGeom>
        </p:spPr>
      </p:pic>
      <p:pic>
        <p:nvPicPr>
          <p:cNvPr id="296" name="Graphic 295" descr="image icon">
            <a:extLst>
              <a:ext uri="{FF2B5EF4-FFF2-40B4-BE49-F238E27FC236}">
                <a16:creationId xmlns:a16="http://schemas.microsoft.com/office/drawing/2014/main" id="{6490C513-2250-6145-31E0-37C047B725F4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3921976" y="2521642"/>
            <a:ext cx="274320" cy="274320"/>
          </a:xfrm>
          <a:prstGeom prst="rect">
            <a:avLst/>
          </a:prstGeom>
        </p:spPr>
      </p:pic>
      <p:pic>
        <p:nvPicPr>
          <p:cNvPr id="298" name="Graphic 297" descr="image stack icon">
            <a:extLst>
              <a:ext uri="{FF2B5EF4-FFF2-40B4-BE49-F238E27FC236}">
                <a16:creationId xmlns:a16="http://schemas.microsoft.com/office/drawing/2014/main" id="{04D8988A-1FAE-53B9-704A-F167619966D5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4273849" y="2521642"/>
            <a:ext cx="274320" cy="274320"/>
          </a:xfrm>
          <a:prstGeom prst="rect">
            <a:avLst/>
          </a:prstGeom>
        </p:spPr>
      </p:pic>
      <p:pic>
        <p:nvPicPr>
          <p:cNvPr id="300" name="Graphic 299" descr="crop icon">
            <a:extLst>
              <a:ext uri="{FF2B5EF4-FFF2-40B4-BE49-F238E27FC236}">
                <a16:creationId xmlns:a16="http://schemas.microsoft.com/office/drawing/2014/main" id="{302A93C7-54E3-5BB3-9121-D0ED2B695B17}"/>
              </a:ext>
            </a:extLst>
          </p:cNvPr>
          <p:cNvPicPr>
            <a:picLocks noChangeAspect="1"/>
          </p:cNvPicPr>
          <p:nvPr/>
        </p:nvPicPr>
        <p:blipFill>
          <a:blip r:embed="rId48"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4631437" y="2521642"/>
            <a:ext cx="274320" cy="274320"/>
          </a:xfrm>
          <a:prstGeom prst="rect">
            <a:avLst/>
          </a:prstGeom>
        </p:spPr>
      </p:pic>
      <p:pic>
        <p:nvPicPr>
          <p:cNvPr id="302" name="Graphic 301" descr="record icon">
            <a:extLst>
              <a:ext uri="{FF2B5EF4-FFF2-40B4-BE49-F238E27FC236}">
                <a16:creationId xmlns:a16="http://schemas.microsoft.com/office/drawing/2014/main" id="{FEA17995-513B-1DB0-B5AA-0B524982FA34}"/>
              </a:ext>
            </a:extLst>
          </p:cNvPr>
          <p:cNvPicPr>
            <a:picLocks noChangeAspect="1"/>
          </p:cNvPicPr>
          <p:nvPr/>
        </p:nvPicPr>
        <p:blipFill>
          <a:blip r:embed="rId50"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tretch>
            <a:fillRect/>
          </a:stretch>
        </p:blipFill>
        <p:spPr>
          <a:xfrm>
            <a:off x="1810738" y="2977119"/>
            <a:ext cx="274320" cy="274320"/>
          </a:xfrm>
          <a:prstGeom prst="rect">
            <a:avLst/>
          </a:prstGeom>
        </p:spPr>
      </p:pic>
      <p:pic>
        <p:nvPicPr>
          <p:cNvPr id="304" name="Graphic 303" descr="play icon">
            <a:extLst>
              <a:ext uri="{FF2B5EF4-FFF2-40B4-BE49-F238E27FC236}">
                <a16:creationId xmlns:a16="http://schemas.microsoft.com/office/drawing/2014/main" id="{AA9DDDC6-B6BA-57B9-8990-54E0A34060BA}"/>
              </a:ext>
            </a:extLst>
          </p:cNvPr>
          <p:cNvPicPr>
            <a:picLocks noChangeAspect="1"/>
          </p:cNvPicPr>
          <p:nvPr/>
        </p:nvPicPr>
        <p:blipFill>
          <a:blip r:embed="rId52"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tretch>
            <a:fillRect/>
          </a:stretch>
        </p:blipFill>
        <p:spPr>
          <a:xfrm>
            <a:off x="2162611" y="2977119"/>
            <a:ext cx="274320" cy="274320"/>
          </a:xfrm>
          <a:prstGeom prst="rect">
            <a:avLst/>
          </a:prstGeom>
        </p:spPr>
      </p:pic>
      <p:pic>
        <p:nvPicPr>
          <p:cNvPr id="306" name="Graphic 305" descr="step forward icon">
            <a:extLst>
              <a:ext uri="{FF2B5EF4-FFF2-40B4-BE49-F238E27FC236}">
                <a16:creationId xmlns:a16="http://schemas.microsoft.com/office/drawing/2014/main" id="{53537FBA-A715-8EE7-999A-34A4EDF8ECAA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2514484" y="2977119"/>
            <a:ext cx="274320" cy="274320"/>
          </a:xfrm>
          <a:prstGeom prst="rect">
            <a:avLst/>
          </a:prstGeom>
        </p:spPr>
      </p:pic>
      <p:pic>
        <p:nvPicPr>
          <p:cNvPr id="308" name="Graphic 307" descr="pause icon">
            <a:extLst>
              <a:ext uri="{FF2B5EF4-FFF2-40B4-BE49-F238E27FC236}">
                <a16:creationId xmlns:a16="http://schemas.microsoft.com/office/drawing/2014/main" id="{CD49E6BE-E721-FE90-8C0E-C4ED3498E077}"/>
              </a:ext>
            </a:extLst>
          </p:cNvPr>
          <p:cNvPicPr>
            <a:picLocks noChangeAspect="1"/>
          </p:cNvPicPr>
          <p:nvPr/>
        </p:nvPicPr>
        <p:blipFill>
          <a:blip r:embed="rId56">
            <a:extLs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2866357" y="2977119"/>
            <a:ext cx="274320" cy="274320"/>
          </a:xfrm>
          <a:prstGeom prst="rect">
            <a:avLst/>
          </a:prstGeom>
        </p:spPr>
      </p:pic>
      <p:pic>
        <p:nvPicPr>
          <p:cNvPr id="310" name="Graphic 309" descr="pencil icon">
            <a:extLst>
              <a:ext uri="{FF2B5EF4-FFF2-40B4-BE49-F238E27FC236}">
                <a16:creationId xmlns:a16="http://schemas.microsoft.com/office/drawing/2014/main" id="{CF336068-05C6-AAF5-C365-C6A0D6A6A5FA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3218230" y="2977119"/>
            <a:ext cx="274320" cy="274320"/>
          </a:xfrm>
          <a:prstGeom prst="rect">
            <a:avLst/>
          </a:prstGeom>
        </p:spPr>
      </p:pic>
      <p:pic>
        <p:nvPicPr>
          <p:cNvPr id="312" name="Graphic 311" descr="paintbrush icon">
            <a:extLst>
              <a:ext uri="{FF2B5EF4-FFF2-40B4-BE49-F238E27FC236}">
                <a16:creationId xmlns:a16="http://schemas.microsoft.com/office/drawing/2014/main" id="{2D54AFD8-7656-805F-DDD1-D7159851E8CF}"/>
              </a:ext>
            </a:extLst>
          </p:cNvPr>
          <p:cNvPicPr>
            <a:picLocks noChangeAspect="1"/>
          </p:cNvPicPr>
          <p:nvPr/>
        </p:nvPicPr>
        <p:blipFill>
          <a:blip r:embed="rId60"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  <a:stretch>
            <a:fillRect/>
          </a:stretch>
        </p:blipFill>
        <p:spPr>
          <a:xfrm>
            <a:off x="3570103" y="2977119"/>
            <a:ext cx="274320" cy="274320"/>
          </a:xfrm>
          <a:prstGeom prst="rect">
            <a:avLst/>
          </a:prstGeom>
        </p:spPr>
      </p:pic>
      <p:pic>
        <p:nvPicPr>
          <p:cNvPr id="314" name="Graphic 313" descr="pen icon">
            <a:extLst>
              <a:ext uri="{FF2B5EF4-FFF2-40B4-BE49-F238E27FC236}">
                <a16:creationId xmlns:a16="http://schemas.microsoft.com/office/drawing/2014/main" id="{95E3A0DB-4DD4-204B-1872-2332B49338F7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>
            <a:off x="3921976" y="2977119"/>
            <a:ext cx="274320" cy="274320"/>
          </a:xfrm>
          <a:prstGeom prst="rect">
            <a:avLst/>
          </a:prstGeom>
        </p:spPr>
      </p:pic>
      <p:sp>
        <p:nvSpPr>
          <p:cNvPr id="316" name="TextBox 315">
            <a:extLst>
              <a:ext uri="{FF2B5EF4-FFF2-40B4-BE49-F238E27FC236}">
                <a16:creationId xmlns:a16="http://schemas.microsoft.com/office/drawing/2014/main" id="{87117587-A573-D9ED-66A7-5248F8E7CA80}"/>
              </a:ext>
            </a:extLst>
          </p:cNvPr>
          <p:cNvSpPr txBox="1"/>
          <p:nvPr/>
        </p:nvSpPr>
        <p:spPr>
          <a:xfrm>
            <a:off x="609600" y="3485649"/>
            <a:ext cx="973343" cy="2330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  <a:spcBef>
                <a:spcPts val="900"/>
              </a:spcBef>
            </a:pPr>
            <a:r>
              <a:rPr lang="en-US" sz="900" b="1">
                <a:solidFill>
                  <a:schemeClr val="bg1"/>
                </a:solidFill>
              </a:rPr>
              <a:t>Charts &amp; </a:t>
            </a:r>
            <a:r>
              <a:rPr lang="en-US" sz="900" b="1" err="1">
                <a:solidFill>
                  <a:schemeClr val="bg1"/>
                </a:solidFill>
              </a:rPr>
              <a:t>dataviz</a:t>
            </a:r>
            <a:endParaRPr lang="en-US" sz="900" b="1">
              <a:solidFill>
                <a:schemeClr val="bg1"/>
              </a:solidFill>
            </a:endParaRPr>
          </a:p>
        </p:txBody>
      </p:sp>
      <p:pic>
        <p:nvPicPr>
          <p:cNvPr id="318" name="Graphic 317" descr="bar chart icon">
            <a:extLst>
              <a:ext uri="{FF2B5EF4-FFF2-40B4-BE49-F238E27FC236}">
                <a16:creationId xmlns:a16="http://schemas.microsoft.com/office/drawing/2014/main" id="{766C0376-2E51-323B-0468-77383E8548EC}"/>
              </a:ext>
            </a:extLst>
          </p:cNvPr>
          <p:cNvPicPr>
            <a:picLocks noChangeAspect="1"/>
          </p:cNvPicPr>
          <p:nvPr/>
        </p:nvPicPr>
        <p:blipFill>
          <a:blip r:embed="rId64">
            <a:extLst>
              <a:ext uri="{96DAC541-7B7A-43D3-8B79-37D633B846F1}">
                <asvg:svgBlip xmlns:asvg="http://schemas.microsoft.com/office/drawing/2016/SVG/main" r:embed="rId65"/>
              </a:ext>
            </a:extLst>
          </a:blip>
          <a:stretch>
            <a:fillRect/>
          </a:stretch>
        </p:blipFill>
        <p:spPr>
          <a:xfrm>
            <a:off x="1810738" y="3485649"/>
            <a:ext cx="274320" cy="274320"/>
          </a:xfrm>
          <a:prstGeom prst="rect">
            <a:avLst/>
          </a:prstGeom>
        </p:spPr>
      </p:pic>
      <p:pic>
        <p:nvPicPr>
          <p:cNvPr id="320" name="Graphic 319" descr="increase bar chart icon">
            <a:extLst>
              <a:ext uri="{FF2B5EF4-FFF2-40B4-BE49-F238E27FC236}">
                <a16:creationId xmlns:a16="http://schemas.microsoft.com/office/drawing/2014/main" id="{C1F5F3B9-0885-3FF7-1968-2AD8864CA44E}"/>
              </a:ext>
            </a:extLst>
          </p:cNvPr>
          <p:cNvPicPr>
            <a:picLocks noChangeAspect="1"/>
          </p:cNvPicPr>
          <p:nvPr/>
        </p:nvPicPr>
        <p:blipFill>
          <a:blip r:embed="rId66">
            <a:extLst>
              <a:ext uri="{96DAC541-7B7A-43D3-8B79-37D633B846F1}">
                <asvg:svgBlip xmlns:asvg="http://schemas.microsoft.com/office/drawing/2016/SVG/main" r:embed="rId67"/>
              </a:ext>
            </a:extLst>
          </a:blip>
          <a:stretch>
            <a:fillRect/>
          </a:stretch>
        </p:blipFill>
        <p:spPr>
          <a:xfrm>
            <a:off x="2162611" y="3485649"/>
            <a:ext cx="274320" cy="274320"/>
          </a:xfrm>
          <a:prstGeom prst="rect">
            <a:avLst/>
          </a:prstGeom>
        </p:spPr>
      </p:pic>
      <p:pic>
        <p:nvPicPr>
          <p:cNvPr id="322" name="Graphic 321" descr="pie chart icon">
            <a:extLst>
              <a:ext uri="{FF2B5EF4-FFF2-40B4-BE49-F238E27FC236}">
                <a16:creationId xmlns:a16="http://schemas.microsoft.com/office/drawing/2014/main" id="{33C90B16-8DCE-B908-910A-7B6ACDF6C16E}"/>
              </a:ext>
            </a:extLst>
          </p:cNvPr>
          <p:cNvPicPr>
            <a:picLocks noChangeAspect="1"/>
          </p:cNvPicPr>
          <p:nvPr/>
        </p:nvPicPr>
        <p:blipFill>
          <a:blip r:embed="rId68">
            <a:extLst>
              <a:ext uri="{96DAC541-7B7A-43D3-8B79-37D633B846F1}">
                <asvg:svgBlip xmlns:asvg="http://schemas.microsoft.com/office/drawing/2016/SVG/main" r:embed="rId69"/>
              </a:ext>
            </a:extLst>
          </a:blip>
          <a:stretch>
            <a:fillRect/>
          </a:stretch>
        </p:blipFill>
        <p:spPr>
          <a:xfrm>
            <a:off x="2514484" y="3485649"/>
            <a:ext cx="274320" cy="274320"/>
          </a:xfrm>
          <a:prstGeom prst="rect">
            <a:avLst/>
          </a:prstGeom>
        </p:spPr>
      </p:pic>
      <p:pic>
        <p:nvPicPr>
          <p:cNvPr id="324" name="Graphic 323" descr="donut chart icon">
            <a:extLst>
              <a:ext uri="{FF2B5EF4-FFF2-40B4-BE49-F238E27FC236}">
                <a16:creationId xmlns:a16="http://schemas.microsoft.com/office/drawing/2014/main" id="{E2F27302-B024-5AED-5D15-1B2642E47642}"/>
              </a:ext>
            </a:extLst>
          </p:cNvPr>
          <p:cNvPicPr>
            <a:picLocks noChangeAspect="1"/>
          </p:cNvPicPr>
          <p:nvPr/>
        </p:nvPicPr>
        <p:blipFill>
          <a:blip r:embed="rId70">
            <a:extLst>
              <a:ext uri="{96DAC541-7B7A-43D3-8B79-37D633B846F1}">
                <asvg:svgBlip xmlns:asvg="http://schemas.microsoft.com/office/drawing/2016/SVG/main" r:embed="rId71"/>
              </a:ext>
            </a:extLst>
          </a:blip>
          <a:stretch>
            <a:fillRect/>
          </a:stretch>
        </p:blipFill>
        <p:spPr>
          <a:xfrm>
            <a:off x="2866357" y="3485649"/>
            <a:ext cx="274320" cy="274320"/>
          </a:xfrm>
          <a:prstGeom prst="rect">
            <a:avLst/>
          </a:prstGeom>
        </p:spPr>
      </p:pic>
      <p:pic>
        <p:nvPicPr>
          <p:cNvPr id="326" name="Graphic 325" descr="venn diagram icon">
            <a:extLst>
              <a:ext uri="{FF2B5EF4-FFF2-40B4-BE49-F238E27FC236}">
                <a16:creationId xmlns:a16="http://schemas.microsoft.com/office/drawing/2014/main" id="{6F71792D-7482-3ACC-9F24-970062574AA3}"/>
              </a:ext>
            </a:extLst>
          </p:cNvPr>
          <p:cNvPicPr>
            <a:picLocks noChangeAspect="1"/>
          </p:cNvPicPr>
          <p:nvPr/>
        </p:nvPicPr>
        <p:blipFill>
          <a:blip r:embed="rId72">
            <a:extLst>
              <a:ext uri="{96DAC541-7B7A-43D3-8B79-37D633B846F1}">
                <asvg:svgBlip xmlns:asvg="http://schemas.microsoft.com/office/drawing/2016/SVG/main" r:embed="rId73"/>
              </a:ext>
            </a:extLst>
          </a:blip>
          <a:stretch>
            <a:fillRect/>
          </a:stretch>
        </p:blipFill>
        <p:spPr>
          <a:xfrm>
            <a:off x="3218230" y="3485649"/>
            <a:ext cx="274320" cy="274320"/>
          </a:xfrm>
          <a:prstGeom prst="rect">
            <a:avLst/>
          </a:prstGeom>
        </p:spPr>
      </p:pic>
      <p:pic>
        <p:nvPicPr>
          <p:cNvPr id="328" name="Graphic 327" descr="social network icon">
            <a:extLst>
              <a:ext uri="{FF2B5EF4-FFF2-40B4-BE49-F238E27FC236}">
                <a16:creationId xmlns:a16="http://schemas.microsoft.com/office/drawing/2014/main" id="{8BA18BF6-ECF1-F65F-ED00-D88A51A44B1F}"/>
              </a:ext>
            </a:extLst>
          </p:cNvPr>
          <p:cNvPicPr>
            <a:picLocks noChangeAspect="1"/>
          </p:cNvPicPr>
          <p:nvPr/>
        </p:nvPicPr>
        <p:blipFill>
          <a:blip r:embed="rId74">
            <a:extLst>
              <a:ext uri="{96DAC541-7B7A-43D3-8B79-37D633B846F1}">
                <asvg:svgBlip xmlns:asvg="http://schemas.microsoft.com/office/drawing/2016/SVG/main" r:embed="rId75"/>
              </a:ext>
            </a:extLst>
          </a:blip>
          <a:stretch>
            <a:fillRect/>
          </a:stretch>
        </p:blipFill>
        <p:spPr>
          <a:xfrm>
            <a:off x="3570103" y="3485649"/>
            <a:ext cx="274320" cy="274320"/>
          </a:xfrm>
          <a:prstGeom prst="rect">
            <a:avLst/>
          </a:prstGeom>
        </p:spPr>
      </p:pic>
      <p:pic>
        <p:nvPicPr>
          <p:cNvPr id="330" name="Graphic 329" descr="dashboard icon">
            <a:extLst>
              <a:ext uri="{FF2B5EF4-FFF2-40B4-BE49-F238E27FC236}">
                <a16:creationId xmlns:a16="http://schemas.microsoft.com/office/drawing/2014/main" id="{CB63EAA3-9BDF-8E80-4E10-13DDE24AB973}"/>
              </a:ext>
            </a:extLst>
          </p:cNvPr>
          <p:cNvPicPr>
            <a:picLocks noChangeAspect="1"/>
          </p:cNvPicPr>
          <p:nvPr/>
        </p:nvPicPr>
        <p:blipFill>
          <a:blip r:embed="rId76">
            <a:extLst>
              <a:ext uri="{96DAC541-7B7A-43D3-8B79-37D633B846F1}">
                <asvg:svgBlip xmlns:asvg="http://schemas.microsoft.com/office/drawing/2016/SVG/main" r:embed="rId77"/>
              </a:ext>
            </a:extLst>
          </a:blip>
          <a:stretch>
            <a:fillRect/>
          </a:stretch>
        </p:blipFill>
        <p:spPr>
          <a:xfrm>
            <a:off x="3921976" y="3485649"/>
            <a:ext cx="274320" cy="274320"/>
          </a:xfrm>
          <a:prstGeom prst="rect">
            <a:avLst/>
          </a:prstGeom>
        </p:spPr>
      </p:pic>
      <p:sp>
        <p:nvSpPr>
          <p:cNvPr id="332" name="TextBox 331">
            <a:extLst>
              <a:ext uri="{FF2B5EF4-FFF2-40B4-BE49-F238E27FC236}">
                <a16:creationId xmlns:a16="http://schemas.microsoft.com/office/drawing/2014/main" id="{B6F1702A-A40F-D41C-511C-07FC70D2127C}"/>
              </a:ext>
            </a:extLst>
          </p:cNvPr>
          <p:cNvSpPr txBox="1"/>
          <p:nvPr/>
        </p:nvSpPr>
        <p:spPr>
          <a:xfrm>
            <a:off x="609600" y="3994179"/>
            <a:ext cx="712054" cy="2330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  <a:spcBef>
                <a:spcPts val="900"/>
              </a:spcBef>
            </a:pPr>
            <a:r>
              <a:rPr lang="en-US" sz="900" b="1">
                <a:solidFill>
                  <a:schemeClr val="bg1"/>
                </a:solidFill>
              </a:rPr>
              <a:t>Commerce</a:t>
            </a:r>
          </a:p>
        </p:txBody>
      </p:sp>
      <p:pic>
        <p:nvPicPr>
          <p:cNvPr id="334" name="Graphic 333" descr="currency icon">
            <a:extLst>
              <a:ext uri="{FF2B5EF4-FFF2-40B4-BE49-F238E27FC236}">
                <a16:creationId xmlns:a16="http://schemas.microsoft.com/office/drawing/2014/main" id="{CE63F685-0CD5-DF82-EA6D-DC690969BCE3}"/>
              </a:ext>
            </a:extLst>
          </p:cNvPr>
          <p:cNvPicPr>
            <a:picLocks noChangeAspect="1"/>
          </p:cNvPicPr>
          <p:nvPr/>
        </p:nvPicPr>
        <p:blipFill>
          <a:blip r:embed="rId78">
            <a:extLst>
              <a:ext uri="{96DAC541-7B7A-43D3-8B79-37D633B846F1}">
                <asvg:svgBlip xmlns:asvg="http://schemas.microsoft.com/office/drawing/2016/SVG/main" r:embed="rId79"/>
              </a:ext>
            </a:extLst>
          </a:blip>
          <a:stretch>
            <a:fillRect/>
          </a:stretch>
        </p:blipFill>
        <p:spPr>
          <a:xfrm>
            <a:off x="1810738" y="3994179"/>
            <a:ext cx="274320" cy="274320"/>
          </a:xfrm>
          <a:prstGeom prst="rect">
            <a:avLst/>
          </a:prstGeom>
        </p:spPr>
      </p:pic>
      <p:pic>
        <p:nvPicPr>
          <p:cNvPr id="336" name="Graphic 335" descr="shopping cart icon">
            <a:extLst>
              <a:ext uri="{FF2B5EF4-FFF2-40B4-BE49-F238E27FC236}">
                <a16:creationId xmlns:a16="http://schemas.microsoft.com/office/drawing/2014/main" id="{7CE8EAC5-D2A7-FF5B-460B-D07C74F13DE6}"/>
              </a:ext>
            </a:extLst>
          </p:cNvPr>
          <p:cNvPicPr>
            <a:picLocks noChangeAspect="1"/>
          </p:cNvPicPr>
          <p:nvPr/>
        </p:nvPicPr>
        <p:blipFill>
          <a:blip r:embed="rId80">
            <a:extLst>
              <a:ext uri="{96DAC541-7B7A-43D3-8B79-37D633B846F1}">
                <asvg:svgBlip xmlns:asvg="http://schemas.microsoft.com/office/drawing/2016/SVG/main" r:embed="rId81"/>
              </a:ext>
            </a:extLst>
          </a:blip>
          <a:stretch>
            <a:fillRect/>
          </a:stretch>
        </p:blipFill>
        <p:spPr>
          <a:xfrm>
            <a:off x="2162611" y="3994179"/>
            <a:ext cx="274320" cy="274320"/>
          </a:xfrm>
          <a:prstGeom prst="rect">
            <a:avLst/>
          </a:prstGeom>
        </p:spPr>
      </p:pic>
      <p:pic>
        <p:nvPicPr>
          <p:cNvPr id="338" name="Graphic 337" descr="gift icon">
            <a:extLst>
              <a:ext uri="{FF2B5EF4-FFF2-40B4-BE49-F238E27FC236}">
                <a16:creationId xmlns:a16="http://schemas.microsoft.com/office/drawing/2014/main" id="{907E72A4-0659-8454-3B36-C7E8D5D9943A}"/>
              </a:ext>
            </a:extLst>
          </p:cNvPr>
          <p:cNvPicPr>
            <a:picLocks noChangeAspect="1"/>
          </p:cNvPicPr>
          <p:nvPr/>
        </p:nvPicPr>
        <p:blipFill>
          <a:blip r:embed="rId82">
            <a:extLst>
              <a:ext uri="{96DAC541-7B7A-43D3-8B79-37D633B846F1}">
                <asvg:svgBlip xmlns:asvg="http://schemas.microsoft.com/office/drawing/2016/SVG/main" r:embed="rId83"/>
              </a:ext>
            </a:extLst>
          </a:blip>
          <a:stretch>
            <a:fillRect/>
          </a:stretch>
        </p:blipFill>
        <p:spPr>
          <a:xfrm>
            <a:off x="2514484" y="3994179"/>
            <a:ext cx="274320" cy="274320"/>
          </a:xfrm>
          <a:prstGeom prst="rect">
            <a:avLst/>
          </a:prstGeom>
        </p:spPr>
      </p:pic>
      <p:sp>
        <p:nvSpPr>
          <p:cNvPr id="340" name="TextBox 339">
            <a:extLst>
              <a:ext uri="{FF2B5EF4-FFF2-40B4-BE49-F238E27FC236}">
                <a16:creationId xmlns:a16="http://schemas.microsoft.com/office/drawing/2014/main" id="{E50C5638-7094-B276-4B9E-34023367CFA2}"/>
              </a:ext>
            </a:extLst>
          </p:cNvPr>
          <p:cNvSpPr txBox="1"/>
          <p:nvPr/>
        </p:nvSpPr>
        <p:spPr>
          <a:xfrm>
            <a:off x="609600" y="4502709"/>
            <a:ext cx="1008609" cy="2330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  <a:spcBef>
                <a:spcPts val="900"/>
              </a:spcBef>
            </a:pPr>
            <a:r>
              <a:rPr lang="en-US" sz="900" b="1">
                <a:solidFill>
                  <a:schemeClr val="bg1"/>
                </a:solidFill>
              </a:rPr>
              <a:t>Communications</a:t>
            </a:r>
          </a:p>
        </p:txBody>
      </p:sp>
      <p:pic>
        <p:nvPicPr>
          <p:cNvPr id="342" name="Graphic 341" descr="speech icon">
            <a:extLst>
              <a:ext uri="{FF2B5EF4-FFF2-40B4-BE49-F238E27FC236}">
                <a16:creationId xmlns:a16="http://schemas.microsoft.com/office/drawing/2014/main" id="{18137C28-988C-EA4A-1776-D5FB41843D78}"/>
              </a:ext>
            </a:extLst>
          </p:cNvPr>
          <p:cNvPicPr>
            <a:picLocks noChangeAspect="1"/>
          </p:cNvPicPr>
          <p:nvPr/>
        </p:nvPicPr>
        <p:blipFill>
          <a:blip r:embed="rId84">
            <a:extLst>
              <a:ext uri="{96DAC541-7B7A-43D3-8B79-37D633B846F1}">
                <asvg:svgBlip xmlns:asvg="http://schemas.microsoft.com/office/drawing/2016/SVG/main" r:embed="rId85"/>
              </a:ext>
            </a:extLst>
          </a:blip>
          <a:stretch>
            <a:fillRect/>
          </a:stretch>
        </p:blipFill>
        <p:spPr>
          <a:xfrm>
            <a:off x="1810738" y="4502709"/>
            <a:ext cx="274320" cy="274320"/>
          </a:xfrm>
          <a:prstGeom prst="rect">
            <a:avLst/>
          </a:prstGeom>
        </p:spPr>
      </p:pic>
      <p:pic>
        <p:nvPicPr>
          <p:cNvPr id="344" name="Graphic 343" descr="conversation icon">
            <a:extLst>
              <a:ext uri="{FF2B5EF4-FFF2-40B4-BE49-F238E27FC236}">
                <a16:creationId xmlns:a16="http://schemas.microsoft.com/office/drawing/2014/main" id="{514682F1-BBAE-653A-81D2-D0E931A9AA47}"/>
              </a:ext>
            </a:extLst>
          </p:cNvPr>
          <p:cNvPicPr>
            <a:picLocks noChangeAspect="1"/>
          </p:cNvPicPr>
          <p:nvPr/>
        </p:nvPicPr>
        <p:blipFill>
          <a:blip r:embed="rId86">
            <a:extLst>
              <a:ext uri="{96DAC541-7B7A-43D3-8B79-37D633B846F1}">
                <asvg:svgBlip xmlns:asvg="http://schemas.microsoft.com/office/drawing/2016/SVG/main" r:embed="rId87"/>
              </a:ext>
            </a:extLst>
          </a:blip>
          <a:stretch>
            <a:fillRect/>
          </a:stretch>
        </p:blipFill>
        <p:spPr>
          <a:xfrm>
            <a:off x="2162611" y="4502709"/>
            <a:ext cx="274320" cy="274320"/>
          </a:xfrm>
          <a:prstGeom prst="rect">
            <a:avLst/>
          </a:prstGeom>
        </p:spPr>
      </p:pic>
      <p:pic>
        <p:nvPicPr>
          <p:cNvPr id="346" name="Graphic 345" descr="star icon">
            <a:extLst>
              <a:ext uri="{FF2B5EF4-FFF2-40B4-BE49-F238E27FC236}">
                <a16:creationId xmlns:a16="http://schemas.microsoft.com/office/drawing/2014/main" id="{E4BDBF49-0128-3002-8A7D-37FA85EB1573}"/>
              </a:ext>
            </a:extLst>
          </p:cNvPr>
          <p:cNvPicPr>
            <a:picLocks noChangeAspect="1"/>
          </p:cNvPicPr>
          <p:nvPr/>
        </p:nvPicPr>
        <p:blipFill>
          <a:blip r:embed="rId88">
            <a:extLst>
              <a:ext uri="{96DAC541-7B7A-43D3-8B79-37D633B846F1}">
                <asvg:svgBlip xmlns:asvg="http://schemas.microsoft.com/office/drawing/2016/SVG/main" r:embed="rId89"/>
              </a:ext>
            </a:extLst>
          </a:blip>
          <a:stretch>
            <a:fillRect/>
          </a:stretch>
        </p:blipFill>
        <p:spPr>
          <a:xfrm>
            <a:off x="2514484" y="4502709"/>
            <a:ext cx="274320" cy="274320"/>
          </a:xfrm>
          <a:prstGeom prst="rect">
            <a:avLst/>
          </a:prstGeom>
        </p:spPr>
      </p:pic>
      <p:pic>
        <p:nvPicPr>
          <p:cNvPr id="348" name="Graphic 347" descr="email icon">
            <a:extLst>
              <a:ext uri="{FF2B5EF4-FFF2-40B4-BE49-F238E27FC236}">
                <a16:creationId xmlns:a16="http://schemas.microsoft.com/office/drawing/2014/main" id="{0B0B0954-1A17-246B-A6BB-3A1382CA7062}"/>
              </a:ext>
            </a:extLst>
          </p:cNvPr>
          <p:cNvPicPr>
            <a:picLocks noChangeAspect="1"/>
          </p:cNvPicPr>
          <p:nvPr/>
        </p:nvPicPr>
        <p:blipFill>
          <a:blip r:embed="rId90">
            <a:extLst>
              <a:ext uri="{96DAC541-7B7A-43D3-8B79-37D633B846F1}">
                <asvg:svgBlip xmlns:asvg="http://schemas.microsoft.com/office/drawing/2016/SVG/main" r:embed="rId91"/>
              </a:ext>
            </a:extLst>
          </a:blip>
          <a:stretch>
            <a:fillRect/>
          </a:stretch>
        </p:blipFill>
        <p:spPr>
          <a:xfrm>
            <a:off x="2866357" y="4502709"/>
            <a:ext cx="274320" cy="274320"/>
          </a:xfrm>
          <a:prstGeom prst="rect">
            <a:avLst/>
          </a:prstGeom>
        </p:spPr>
      </p:pic>
      <p:pic>
        <p:nvPicPr>
          <p:cNvPr id="350" name="Graphic 349" descr="emoji icon">
            <a:extLst>
              <a:ext uri="{FF2B5EF4-FFF2-40B4-BE49-F238E27FC236}">
                <a16:creationId xmlns:a16="http://schemas.microsoft.com/office/drawing/2014/main" id="{03801727-9C39-3200-8FEF-4B430150D7D9}"/>
              </a:ext>
            </a:extLst>
          </p:cNvPr>
          <p:cNvPicPr>
            <a:picLocks noChangeAspect="1"/>
          </p:cNvPicPr>
          <p:nvPr/>
        </p:nvPicPr>
        <p:blipFill>
          <a:blip r:embed="rId92">
            <a:extLst>
              <a:ext uri="{96DAC541-7B7A-43D3-8B79-37D633B846F1}">
                <asvg:svgBlip xmlns:asvg="http://schemas.microsoft.com/office/drawing/2016/SVG/main" r:embed="rId93"/>
              </a:ext>
            </a:extLst>
          </a:blip>
          <a:stretch>
            <a:fillRect/>
          </a:stretch>
        </p:blipFill>
        <p:spPr>
          <a:xfrm>
            <a:off x="3218230" y="4502709"/>
            <a:ext cx="274320" cy="274320"/>
          </a:xfrm>
          <a:prstGeom prst="rect">
            <a:avLst/>
          </a:prstGeom>
        </p:spPr>
      </p:pic>
      <p:pic>
        <p:nvPicPr>
          <p:cNvPr id="352" name="Graphic 351" descr="bell icon">
            <a:extLst>
              <a:ext uri="{FF2B5EF4-FFF2-40B4-BE49-F238E27FC236}">
                <a16:creationId xmlns:a16="http://schemas.microsoft.com/office/drawing/2014/main" id="{97544CD4-4C24-9D58-689E-3F0304275C86}"/>
              </a:ext>
            </a:extLst>
          </p:cNvPr>
          <p:cNvPicPr>
            <a:picLocks noChangeAspect="1"/>
          </p:cNvPicPr>
          <p:nvPr/>
        </p:nvPicPr>
        <p:blipFill>
          <a:blip r:embed="rId94">
            <a:extLst>
              <a:ext uri="{96DAC541-7B7A-43D3-8B79-37D633B846F1}">
                <asvg:svgBlip xmlns:asvg="http://schemas.microsoft.com/office/drawing/2016/SVG/main" r:embed="rId95"/>
              </a:ext>
            </a:extLst>
          </a:blip>
          <a:stretch>
            <a:fillRect/>
          </a:stretch>
        </p:blipFill>
        <p:spPr>
          <a:xfrm>
            <a:off x="3570103" y="4502709"/>
            <a:ext cx="274320" cy="274320"/>
          </a:xfrm>
          <a:prstGeom prst="rect">
            <a:avLst/>
          </a:prstGeom>
        </p:spPr>
      </p:pic>
      <p:pic>
        <p:nvPicPr>
          <p:cNvPr id="354" name="Graphic 353" descr="heart icon">
            <a:extLst>
              <a:ext uri="{FF2B5EF4-FFF2-40B4-BE49-F238E27FC236}">
                <a16:creationId xmlns:a16="http://schemas.microsoft.com/office/drawing/2014/main" id="{3BC9D3B2-42FA-1C72-CEAA-4461AFB6CBA5}"/>
              </a:ext>
            </a:extLst>
          </p:cNvPr>
          <p:cNvPicPr>
            <a:picLocks noChangeAspect="1"/>
          </p:cNvPicPr>
          <p:nvPr/>
        </p:nvPicPr>
        <p:blipFill>
          <a:blip r:embed="rId96">
            <a:extLst>
              <a:ext uri="{96DAC541-7B7A-43D3-8B79-37D633B846F1}">
                <asvg:svgBlip xmlns:asvg="http://schemas.microsoft.com/office/drawing/2016/SVG/main" r:embed="rId97"/>
              </a:ext>
            </a:extLst>
          </a:blip>
          <a:stretch>
            <a:fillRect/>
          </a:stretch>
        </p:blipFill>
        <p:spPr>
          <a:xfrm>
            <a:off x="3921976" y="4502709"/>
            <a:ext cx="274320" cy="274320"/>
          </a:xfrm>
          <a:prstGeom prst="rect">
            <a:avLst/>
          </a:prstGeom>
        </p:spPr>
      </p:pic>
      <p:pic>
        <p:nvPicPr>
          <p:cNvPr id="356" name="Graphic 355" descr="at sign icon">
            <a:extLst>
              <a:ext uri="{FF2B5EF4-FFF2-40B4-BE49-F238E27FC236}">
                <a16:creationId xmlns:a16="http://schemas.microsoft.com/office/drawing/2014/main" id="{8578CE13-0A3A-98B0-3766-CB88A1C5BC61}"/>
              </a:ext>
            </a:extLst>
          </p:cNvPr>
          <p:cNvPicPr>
            <a:picLocks noChangeAspect="1"/>
          </p:cNvPicPr>
          <p:nvPr/>
        </p:nvPicPr>
        <p:blipFill>
          <a:blip r:embed="rId98">
            <a:extLst>
              <a:ext uri="{96DAC541-7B7A-43D3-8B79-37D633B846F1}">
                <asvg:svgBlip xmlns:asvg="http://schemas.microsoft.com/office/drawing/2016/SVG/main" r:embed="rId99"/>
              </a:ext>
            </a:extLst>
          </a:blip>
          <a:stretch>
            <a:fillRect/>
          </a:stretch>
        </p:blipFill>
        <p:spPr>
          <a:xfrm>
            <a:off x="4273849" y="4502709"/>
            <a:ext cx="274320" cy="274320"/>
          </a:xfrm>
          <a:prstGeom prst="rect">
            <a:avLst/>
          </a:prstGeom>
        </p:spPr>
      </p:pic>
      <p:pic>
        <p:nvPicPr>
          <p:cNvPr id="358" name="Graphic 357" descr="thumbs up icon">
            <a:extLst>
              <a:ext uri="{FF2B5EF4-FFF2-40B4-BE49-F238E27FC236}">
                <a16:creationId xmlns:a16="http://schemas.microsoft.com/office/drawing/2014/main" id="{456BA2F0-D001-D5B7-EEDB-70038AFCB465}"/>
              </a:ext>
            </a:extLst>
          </p:cNvPr>
          <p:cNvPicPr>
            <a:picLocks noChangeAspect="1"/>
          </p:cNvPicPr>
          <p:nvPr/>
        </p:nvPicPr>
        <p:blipFill>
          <a:blip r:embed="rId100">
            <a:extLst>
              <a:ext uri="{96DAC541-7B7A-43D3-8B79-37D633B846F1}">
                <asvg:svgBlip xmlns:asvg="http://schemas.microsoft.com/office/drawing/2016/SVG/main" r:embed="rId101"/>
              </a:ext>
            </a:extLst>
          </a:blip>
          <a:stretch>
            <a:fillRect/>
          </a:stretch>
        </p:blipFill>
        <p:spPr>
          <a:xfrm>
            <a:off x="4625722" y="4502709"/>
            <a:ext cx="285750" cy="274320"/>
          </a:xfrm>
          <a:prstGeom prst="rect">
            <a:avLst/>
          </a:prstGeom>
        </p:spPr>
      </p:pic>
      <p:sp>
        <p:nvSpPr>
          <p:cNvPr id="359" name="TextBox 358">
            <a:extLst>
              <a:ext uri="{FF2B5EF4-FFF2-40B4-BE49-F238E27FC236}">
                <a16:creationId xmlns:a16="http://schemas.microsoft.com/office/drawing/2014/main" id="{1F781101-6D7E-AB4E-C2BD-2F43596DDA7E}"/>
              </a:ext>
            </a:extLst>
          </p:cNvPr>
          <p:cNvSpPr txBox="1"/>
          <p:nvPr/>
        </p:nvSpPr>
        <p:spPr>
          <a:xfrm>
            <a:off x="609600" y="5011239"/>
            <a:ext cx="628698" cy="2330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  <a:spcBef>
                <a:spcPts val="900"/>
              </a:spcBef>
            </a:pPr>
            <a:r>
              <a:rPr lang="en-US" sz="900" b="1">
                <a:solidFill>
                  <a:schemeClr val="bg1"/>
                </a:solidFill>
              </a:rPr>
              <a:t>Concepts</a:t>
            </a:r>
          </a:p>
        </p:txBody>
      </p:sp>
      <p:pic>
        <p:nvPicPr>
          <p:cNvPr id="360" name="Graphic 359" descr="lock icon">
            <a:extLst>
              <a:ext uri="{FF2B5EF4-FFF2-40B4-BE49-F238E27FC236}">
                <a16:creationId xmlns:a16="http://schemas.microsoft.com/office/drawing/2014/main" id="{F4BA5338-42BC-C5CB-BF10-3231DB7682DE}"/>
              </a:ext>
            </a:extLst>
          </p:cNvPr>
          <p:cNvPicPr>
            <a:picLocks noChangeAspect="1"/>
          </p:cNvPicPr>
          <p:nvPr/>
        </p:nvPicPr>
        <p:blipFill>
          <a:blip r:embed="rId102">
            <a:extLst>
              <a:ext uri="{96DAC541-7B7A-43D3-8B79-37D633B846F1}">
                <asvg:svgBlip xmlns:asvg="http://schemas.microsoft.com/office/drawing/2016/SVG/main" r:embed="rId103"/>
              </a:ext>
            </a:extLst>
          </a:blip>
          <a:stretch>
            <a:fillRect/>
          </a:stretch>
        </p:blipFill>
        <p:spPr>
          <a:xfrm>
            <a:off x="1810738" y="5011239"/>
            <a:ext cx="274320" cy="274320"/>
          </a:xfrm>
          <a:prstGeom prst="rect">
            <a:avLst/>
          </a:prstGeom>
        </p:spPr>
      </p:pic>
      <p:pic>
        <p:nvPicPr>
          <p:cNvPr id="361" name="Graphic 360" descr="unlock icon">
            <a:extLst>
              <a:ext uri="{FF2B5EF4-FFF2-40B4-BE49-F238E27FC236}">
                <a16:creationId xmlns:a16="http://schemas.microsoft.com/office/drawing/2014/main" id="{C60B3AD8-046A-14DA-A3EA-CC25C6A73C0C}"/>
              </a:ext>
            </a:extLst>
          </p:cNvPr>
          <p:cNvPicPr>
            <a:picLocks noChangeAspect="1"/>
          </p:cNvPicPr>
          <p:nvPr/>
        </p:nvPicPr>
        <p:blipFill>
          <a:blip r:embed="rId104">
            <a:extLst>
              <a:ext uri="{96DAC541-7B7A-43D3-8B79-37D633B846F1}">
                <asvg:svgBlip xmlns:asvg="http://schemas.microsoft.com/office/drawing/2016/SVG/main" r:embed="rId105"/>
              </a:ext>
            </a:extLst>
          </a:blip>
          <a:stretch>
            <a:fillRect/>
          </a:stretch>
        </p:blipFill>
        <p:spPr>
          <a:xfrm>
            <a:off x="2162611" y="5011239"/>
            <a:ext cx="274320" cy="274320"/>
          </a:xfrm>
          <a:prstGeom prst="rect">
            <a:avLst/>
          </a:prstGeom>
        </p:spPr>
      </p:pic>
      <p:pic>
        <p:nvPicPr>
          <p:cNvPr id="362" name="Graphic 361" descr="eye icon">
            <a:extLst>
              <a:ext uri="{FF2B5EF4-FFF2-40B4-BE49-F238E27FC236}">
                <a16:creationId xmlns:a16="http://schemas.microsoft.com/office/drawing/2014/main" id="{4368D7C9-50EB-0040-BD92-74BC58BD16A9}"/>
              </a:ext>
            </a:extLst>
          </p:cNvPr>
          <p:cNvPicPr>
            <a:picLocks noChangeAspect="1"/>
          </p:cNvPicPr>
          <p:nvPr/>
        </p:nvPicPr>
        <p:blipFill>
          <a:blip r:embed="rId106">
            <a:extLst>
              <a:ext uri="{96DAC541-7B7A-43D3-8B79-37D633B846F1}">
                <asvg:svgBlip xmlns:asvg="http://schemas.microsoft.com/office/drawing/2016/SVG/main" r:embed="rId107"/>
              </a:ext>
            </a:extLst>
          </a:blip>
          <a:stretch>
            <a:fillRect/>
          </a:stretch>
        </p:blipFill>
        <p:spPr>
          <a:xfrm>
            <a:off x="2514484" y="5011239"/>
            <a:ext cx="274320" cy="274320"/>
          </a:xfrm>
          <a:prstGeom prst="rect">
            <a:avLst/>
          </a:prstGeom>
        </p:spPr>
      </p:pic>
      <p:pic>
        <p:nvPicPr>
          <p:cNvPr id="363" name="Graphic 362" descr="no eye icon">
            <a:extLst>
              <a:ext uri="{FF2B5EF4-FFF2-40B4-BE49-F238E27FC236}">
                <a16:creationId xmlns:a16="http://schemas.microsoft.com/office/drawing/2014/main" id="{38314D3A-41FA-2A72-943E-D259C59051F8}"/>
              </a:ext>
            </a:extLst>
          </p:cNvPr>
          <p:cNvPicPr>
            <a:picLocks noChangeAspect="1"/>
          </p:cNvPicPr>
          <p:nvPr/>
        </p:nvPicPr>
        <p:blipFill>
          <a:blip r:embed="rId108">
            <a:extLst>
              <a:ext uri="{96DAC541-7B7A-43D3-8B79-37D633B846F1}">
                <asvg:svgBlip xmlns:asvg="http://schemas.microsoft.com/office/drawing/2016/SVG/main" r:embed="rId109"/>
              </a:ext>
            </a:extLst>
          </a:blip>
          <a:stretch>
            <a:fillRect/>
          </a:stretch>
        </p:blipFill>
        <p:spPr>
          <a:xfrm>
            <a:off x="2866357" y="5011239"/>
            <a:ext cx="274320" cy="274320"/>
          </a:xfrm>
          <a:prstGeom prst="rect">
            <a:avLst/>
          </a:prstGeom>
        </p:spPr>
      </p:pic>
      <p:pic>
        <p:nvPicPr>
          <p:cNvPr id="364" name="Graphic 363" descr="binoculars icon">
            <a:extLst>
              <a:ext uri="{FF2B5EF4-FFF2-40B4-BE49-F238E27FC236}">
                <a16:creationId xmlns:a16="http://schemas.microsoft.com/office/drawing/2014/main" id="{86C33EC7-A7B5-E7FA-43D3-75421C027929}"/>
              </a:ext>
            </a:extLst>
          </p:cNvPr>
          <p:cNvPicPr>
            <a:picLocks noChangeAspect="1"/>
          </p:cNvPicPr>
          <p:nvPr/>
        </p:nvPicPr>
        <p:blipFill>
          <a:blip r:embed="rId110">
            <a:extLst>
              <a:ext uri="{96DAC541-7B7A-43D3-8B79-37D633B846F1}">
                <asvg:svgBlip xmlns:asvg="http://schemas.microsoft.com/office/drawing/2016/SVG/main" r:embed="rId111"/>
              </a:ext>
            </a:extLst>
          </a:blip>
          <a:stretch>
            <a:fillRect/>
          </a:stretch>
        </p:blipFill>
        <p:spPr>
          <a:xfrm>
            <a:off x="3218230" y="5011239"/>
            <a:ext cx="274320" cy="274320"/>
          </a:xfrm>
          <a:prstGeom prst="rect">
            <a:avLst/>
          </a:prstGeom>
        </p:spPr>
      </p:pic>
      <p:pic>
        <p:nvPicPr>
          <p:cNvPr id="365" name="Graphic 364" descr="magnifying glass icon">
            <a:extLst>
              <a:ext uri="{FF2B5EF4-FFF2-40B4-BE49-F238E27FC236}">
                <a16:creationId xmlns:a16="http://schemas.microsoft.com/office/drawing/2014/main" id="{22C810E9-E9CE-232A-A3CC-22D0D106CACF}"/>
              </a:ext>
            </a:extLst>
          </p:cNvPr>
          <p:cNvPicPr>
            <a:picLocks noChangeAspect="1"/>
          </p:cNvPicPr>
          <p:nvPr/>
        </p:nvPicPr>
        <p:blipFill>
          <a:blip r:embed="rId112">
            <a:extLst>
              <a:ext uri="{96DAC541-7B7A-43D3-8B79-37D633B846F1}">
                <asvg:svgBlip xmlns:asvg="http://schemas.microsoft.com/office/drawing/2016/SVG/main" r:embed="rId113"/>
              </a:ext>
            </a:extLst>
          </a:blip>
          <a:stretch>
            <a:fillRect/>
          </a:stretch>
        </p:blipFill>
        <p:spPr>
          <a:xfrm>
            <a:off x="3570103" y="5011239"/>
            <a:ext cx="274320" cy="274320"/>
          </a:xfrm>
          <a:prstGeom prst="rect">
            <a:avLst/>
          </a:prstGeom>
        </p:spPr>
      </p:pic>
      <p:pic>
        <p:nvPicPr>
          <p:cNvPr id="366" name="Graphic 365" descr="target icon">
            <a:extLst>
              <a:ext uri="{FF2B5EF4-FFF2-40B4-BE49-F238E27FC236}">
                <a16:creationId xmlns:a16="http://schemas.microsoft.com/office/drawing/2014/main" id="{894BCEA7-E730-B9BC-431D-4941D810C205}"/>
              </a:ext>
            </a:extLst>
          </p:cNvPr>
          <p:cNvPicPr>
            <a:picLocks noChangeAspect="1"/>
          </p:cNvPicPr>
          <p:nvPr/>
        </p:nvPicPr>
        <p:blipFill>
          <a:blip r:embed="rId114">
            <a:extLst>
              <a:ext uri="{96DAC541-7B7A-43D3-8B79-37D633B846F1}">
                <asvg:svgBlip xmlns:asvg="http://schemas.microsoft.com/office/drawing/2016/SVG/main" r:embed="rId115"/>
              </a:ext>
            </a:extLst>
          </a:blip>
          <a:stretch>
            <a:fillRect/>
          </a:stretch>
        </p:blipFill>
        <p:spPr>
          <a:xfrm>
            <a:off x="3921976" y="5011239"/>
            <a:ext cx="274320" cy="274320"/>
          </a:xfrm>
          <a:prstGeom prst="rect">
            <a:avLst/>
          </a:prstGeom>
        </p:spPr>
      </p:pic>
      <p:pic>
        <p:nvPicPr>
          <p:cNvPr id="367" name="Graphic 366" descr="reticle icon">
            <a:extLst>
              <a:ext uri="{FF2B5EF4-FFF2-40B4-BE49-F238E27FC236}">
                <a16:creationId xmlns:a16="http://schemas.microsoft.com/office/drawing/2014/main" id="{776BA056-8F49-FE98-E0A0-983D300579EC}"/>
              </a:ext>
            </a:extLst>
          </p:cNvPr>
          <p:cNvPicPr>
            <a:picLocks noChangeAspect="1"/>
          </p:cNvPicPr>
          <p:nvPr/>
        </p:nvPicPr>
        <p:blipFill>
          <a:blip r:embed="rId116">
            <a:extLst>
              <a:ext uri="{96DAC541-7B7A-43D3-8B79-37D633B846F1}">
                <asvg:svgBlip xmlns:asvg="http://schemas.microsoft.com/office/drawing/2016/SVG/main" r:embed="rId117"/>
              </a:ext>
            </a:extLst>
          </a:blip>
          <a:stretch>
            <a:fillRect/>
          </a:stretch>
        </p:blipFill>
        <p:spPr>
          <a:xfrm>
            <a:off x="4273849" y="5011239"/>
            <a:ext cx="274320" cy="274320"/>
          </a:xfrm>
          <a:prstGeom prst="rect">
            <a:avLst/>
          </a:prstGeom>
        </p:spPr>
      </p:pic>
      <p:pic>
        <p:nvPicPr>
          <p:cNvPr id="368" name="Graphic 367" descr="megaphone icon">
            <a:extLst>
              <a:ext uri="{FF2B5EF4-FFF2-40B4-BE49-F238E27FC236}">
                <a16:creationId xmlns:a16="http://schemas.microsoft.com/office/drawing/2014/main" id="{71D90132-D011-7D99-5574-1D95222CBAEB}"/>
              </a:ext>
            </a:extLst>
          </p:cNvPr>
          <p:cNvPicPr>
            <a:picLocks noChangeAspect="1"/>
          </p:cNvPicPr>
          <p:nvPr/>
        </p:nvPicPr>
        <p:blipFill>
          <a:blip r:embed="rId118">
            <a:extLst>
              <a:ext uri="{96DAC541-7B7A-43D3-8B79-37D633B846F1}">
                <asvg:svgBlip xmlns:asvg="http://schemas.microsoft.com/office/drawing/2016/SVG/main" r:embed="rId119"/>
              </a:ext>
            </a:extLst>
          </a:blip>
          <a:stretch>
            <a:fillRect/>
          </a:stretch>
        </p:blipFill>
        <p:spPr>
          <a:xfrm>
            <a:off x="4631437" y="5011239"/>
            <a:ext cx="274320" cy="274320"/>
          </a:xfrm>
          <a:prstGeom prst="rect">
            <a:avLst/>
          </a:prstGeom>
        </p:spPr>
      </p:pic>
      <p:pic>
        <p:nvPicPr>
          <p:cNvPr id="369" name="Graphic 368" descr="loud megaphone icon">
            <a:extLst>
              <a:ext uri="{FF2B5EF4-FFF2-40B4-BE49-F238E27FC236}">
                <a16:creationId xmlns:a16="http://schemas.microsoft.com/office/drawing/2014/main" id="{93E4CA14-2930-F781-7DA4-D32B0FA154B3}"/>
              </a:ext>
            </a:extLst>
          </p:cNvPr>
          <p:cNvPicPr>
            <a:picLocks noChangeAspect="1"/>
          </p:cNvPicPr>
          <p:nvPr/>
        </p:nvPicPr>
        <p:blipFill>
          <a:blip r:embed="rId120">
            <a:extLst>
              <a:ext uri="{96DAC541-7B7A-43D3-8B79-37D633B846F1}">
                <asvg:svgBlip xmlns:asvg="http://schemas.microsoft.com/office/drawing/2016/SVG/main" r:embed="rId121"/>
              </a:ext>
            </a:extLst>
          </a:blip>
          <a:stretch>
            <a:fillRect/>
          </a:stretch>
        </p:blipFill>
        <p:spPr>
          <a:xfrm>
            <a:off x="4989023" y="5011239"/>
            <a:ext cx="274320" cy="274320"/>
          </a:xfrm>
          <a:prstGeom prst="rect">
            <a:avLst/>
          </a:prstGeom>
        </p:spPr>
      </p:pic>
      <p:pic>
        <p:nvPicPr>
          <p:cNvPr id="370" name="Graphic 369" descr="gear icon">
            <a:extLst>
              <a:ext uri="{FF2B5EF4-FFF2-40B4-BE49-F238E27FC236}">
                <a16:creationId xmlns:a16="http://schemas.microsoft.com/office/drawing/2014/main" id="{4CCE6145-28F4-9497-F900-12B7358D048A}"/>
              </a:ext>
            </a:extLst>
          </p:cNvPr>
          <p:cNvPicPr>
            <a:picLocks noChangeAspect="1"/>
          </p:cNvPicPr>
          <p:nvPr/>
        </p:nvPicPr>
        <p:blipFill>
          <a:blip r:embed="rId122">
            <a:extLst>
              <a:ext uri="{96DAC541-7B7A-43D3-8B79-37D633B846F1}">
                <asvg:svgBlip xmlns:asvg="http://schemas.microsoft.com/office/drawing/2016/SVG/main" r:embed="rId123"/>
              </a:ext>
            </a:extLst>
          </a:blip>
          <a:stretch>
            <a:fillRect/>
          </a:stretch>
        </p:blipFill>
        <p:spPr>
          <a:xfrm>
            <a:off x="1810738" y="5466716"/>
            <a:ext cx="274320" cy="274320"/>
          </a:xfrm>
          <a:prstGeom prst="rect">
            <a:avLst/>
          </a:prstGeom>
        </p:spPr>
      </p:pic>
      <p:pic>
        <p:nvPicPr>
          <p:cNvPr id="371" name="Graphic 370" descr="circle slash icon">
            <a:extLst>
              <a:ext uri="{FF2B5EF4-FFF2-40B4-BE49-F238E27FC236}">
                <a16:creationId xmlns:a16="http://schemas.microsoft.com/office/drawing/2014/main" id="{13839A91-C365-91B2-5E25-38543DCBA5DE}"/>
              </a:ext>
            </a:extLst>
          </p:cNvPr>
          <p:cNvPicPr>
            <a:picLocks noChangeAspect="1"/>
          </p:cNvPicPr>
          <p:nvPr/>
        </p:nvPicPr>
        <p:blipFill>
          <a:blip r:embed="rId124">
            <a:extLst>
              <a:ext uri="{96DAC541-7B7A-43D3-8B79-37D633B846F1}">
                <asvg:svgBlip xmlns:asvg="http://schemas.microsoft.com/office/drawing/2016/SVG/main" r:embed="rId125"/>
              </a:ext>
            </a:extLst>
          </a:blip>
          <a:stretch>
            <a:fillRect/>
          </a:stretch>
        </p:blipFill>
        <p:spPr>
          <a:xfrm>
            <a:off x="2162611" y="5466716"/>
            <a:ext cx="274320" cy="274320"/>
          </a:xfrm>
          <a:prstGeom prst="rect">
            <a:avLst/>
          </a:prstGeom>
        </p:spPr>
      </p:pic>
      <p:pic>
        <p:nvPicPr>
          <p:cNvPr id="372" name="Graphic 371" descr="lightbulb icon">
            <a:extLst>
              <a:ext uri="{FF2B5EF4-FFF2-40B4-BE49-F238E27FC236}">
                <a16:creationId xmlns:a16="http://schemas.microsoft.com/office/drawing/2014/main" id="{BFCD8E82-C80F-94C5-F0DE-DBBF67EE414E}"/>
              </a:ext>
            </a:extLst>
          </p:cNvPr>
          <p:cNvPicPr>
            <a:picLocks noChangeAspect="1"/>
          </p:cNvPicPr>
          <p:nvPr/>
        </p:nvPicPr>
        <p:blipFill>
          <a:blip r:embed="rId126">
            <a:extLst>
              <a:ext uri="{96DAC541-7B7A-43D3-8B79-37D633B846F1}">
                <asvg:svgBlip xmlns:asvg="http://schemas.microsoft.com/office/drawing/2016/SVG/main" r:embed="rId127"/>
              </a:ext>
            </a:extLst>
          </a:blip>
          <a:stretch>
            <a:fillRect/>
          </a:stretch>
        </p:blipFill>
        <p:spPr>
          <a:xfrm>
            <a:off x="2514484" y="5466716"/>
            <a:ext cx="274320" cy="274320"/>
          </a:xfrm>
          <a:prstGeom prst="rect">
            <a:avLst/>
          </a:prstGeom>
        </p:spPr>
      </p:pic>
      <p:pic>
        <p:nvPicPr>
          <p:cNvPr id="373" name="Graphic 372" descr="bright lightbulb icon">
            <a:extLst>
              <a:ext uri="{FF2B5EF4-FFF2-40B4-BE49-F238E27FC236}">
                <a16:creationId xmlns:a16="http://schemas.microsoft.com/office/drawing/2014/main" id="{13343751-2142-E230-F3C0-68509FBDEAE5}"/>
              </a:ext>
            </a:extLst>
          </p:cNvPr>
          <p:cNvPicPr>
            <a:picLocks noChangeAspect="1"/>
          </p:cNvPicPr>
          <p:nvPr/>
        </p:nvPicPr>
        <p:blipFill>
          <a:blip r:embed="rId128">
            <a:extLst>
              <a:ext uri="{96DAC541-7B7A-43D3-8B79-37D633B846F1}">
                <asvg:svgBlip xmlns:asvg="http://schemas.microsoft.com/office/drawing/2016/SVG/main" r:embed="rId129"/>
              </a:ext>
            </a:extLst>
          </a:blip>
          <a:stretch>
            <a:fillRect/>
          </a:stretch>
        </p:blipFill>
        <p:spPr>
          <a:xfrm>
            <a:off x="2866357" y="5466716"/>
            <a:ext cx="274320" cy="274320"/>
          </a:xfrm>
          <a:prstGeom prst="rect">
            <a:avLst/>
          </a:prstGeom>
        </p:spPr>
      </p:pic>
      <p:pic>
        <p:nvPicPr>
          <p:cNvPr id="374" name="Graphic 373" descr="party icon">
            <a:extLst>
              <a:ext uri="{FF2B5EF4-FFF2-40B4-BE49-F238E27FC236}">
                <a16:creationId xmlns:a16="http://schemas.microsoft.com/office/drawing/2014/main" id="{5AAE09E7-218C-8765-2388-F35C5E75DF98}"/>
              </a:ext>
            </a:extLst>
          </p:cNvPr>
          <p:cNvPicPr>
            <a:picLocks noChangeAspect="1"/>
          </p:cNvPicPr>
          <p:nvPr/>
        </p:nvPicPr>
        <p:blipFill>
          <a:blip r:embed="rId130">
            <a:extLst>
              <a:ext uri="{96DAC541-7B7A-43D3-8B79-37D633B846F1}">
                <asvg:svgBlip xmlns:asvg="http://schemas.microsoft.com/office/drawing/2016/SVG/main" r:embed="rId131"/>
              </a:ext>
            </a:extLst>
          </a:blip>
          <a:stretch>
            <a:fillRect/>
          </a:stretch>
        </p:blipFill>
        <p:spPr>
          <a:xfrm>
            <a:off x="3218230" y="5466716"/>
            <a:ext cx="274320" cy="274320"/>
          </a:xfrm>
          <a:prstGeom prst="rect">
            <a:avLst/>
          </a:prstGeom>
        </p:spPr>
      </p:pic>
      <p:pic>
        <p:nvPicPr>
          <p:cNvPr id="375" name="Graphic 374" descr="rocket icon">
            <a:extLst>
              <a:ext uri="{FF2B5EF4-FFF2-40B4-BE49-F238E27FC236}">
                <a16:creationId xmlns:a16="http://schemas.microsoft.com/office/drawing/2014/main" id="{3BDB401B-B870-5355-4E40-9A1B0583F78A}"/>
              </a:ext>
            </a:extLst>
          </p:cNvPr>
          <p:cNvPicPr>
            <a:picLocks noChangeAspect="1"/>
          </p:cNvPicPr>
          <p:nvPr/>
        </p:nvPicPr>
        <p:blipFill>
          <a:blip r:embed="rId132">
            <a:extLst>
              <a:ext uri="{96DAC541-7B7A-43D3-8B79-37D633B846F1}">
                <asvg:svgBlip xmlns:asvg="http://schemas.microsoft.com/office/drawing/2016/SVG/main" r:embed="rId133"/>
              </a:ext>
            </a:extLst>
          </a:blip>
          <a:stretch>
            <a:fillRect/>
          </a:stretch>
        </p:blipFill>
        <p:spPr>
          <a:xfrm>
            <a:off x="3570103" y="5466716"/>
            <a:ext cx="274320" cy="274320"/>
          </a:xfrm>
          <a:prstGeom prst="rect">
            <a:avLst/>
          </a:prstGeom>
        </p:spPr>
      </p:pic>
      <p:pic>
        <p:nvPicPr>
          <p:cNvPr id="376" name="Graphic 375" descr="bolt icon">
            <a:extLst>
              <a:ext uri="{FF2B5EF4-FFF2-40B4-BE49-F238E27FC236}">
                <a16:creationId xmlns:a16="http://schemas.microsoft.com/office/drawing/2014/main" id="{45FD6272-8D05-46EA-F63B-1B3221F7C056}"/>
              </a:ext>
            </a:extLst>
          </p:cNvPr>
          <p:cNvPicPr>
            <a:picLocks noChangeAspect="1"/>
          </p:cNvPicPr>
          <p:nvPr/>
        </p:nvPicPr>
        <p:blipFill>
          <a:blip r:embed="rId134">
            <a:extLst>
              <a:ext uri="{96DAC541-7B7A-43D3-8B79-37D633B846F1}">
                <asvg:svgBlip xmlns:asvg="http://schemas.microsoft.com/office/drawing/2016/SVG/main" r:embed="rId135"/>
              </a:ext>
            </a:extLst>
          </a:blip>
          <a:stretch>
            <a:fillRect/>
          </a:stretch>
        </p:blipFill>
        <p:spPr>
          <a:xfrm>
            <a:off x="3921976" y="5466716"/>
            <a:ext cx="274320" cy="274320"/>
          </a:xfrm>
          <a:prstGeom prst="rect">
            <a:avLst/>
          </a:prstGeom>
        </p:spPr>
      </p:pic>
      <p:pic>
        <p:nvPicPr>
          <p:cNvPr id="377" name="Graphic 376" descr="sparkles icon">
            <a:extLst>
              <a:ext uri="{FF2B5EF4-FFF2-40B4-BE49-F238E27FC236}">
                <a16:creationId xmlns:a16="http://schemas.microsoft.com/office/drawing/2014/main" id="{F47EA081-7D45-9672-15BB-5FD046E22DF5}"/>
              </a:ext>
            </a:extLst>
          </p:cNvPr>
          <p:cNvPicPr>
            <a:picLocks noChangeAspect="1"/>
          </p:cNvPicPr>
          <p:nvPr/>
        </p:nvPicPr>
        <p:blipFill>
          <a:blip r:embed="rId136">
            <a:extLst>
              <a:ext uri="{96DAC541-7B7A-43D3-8B79-37D633B846F1}">
                <asvg:svgBlip xmlns:asvg="http://schemas.microsoft.com/office/drawing/2016/SVG/main" r:embed="rId137"/>
              </a:ext>
            </a:extLst>
          </a:blip>
          <a:stretch>
            <a:fillRect/>
          </a:stretch>
        </p:blipFill>
        <p:spPr>
          <a:xfrm>
            <a:off x="4273849" y="5466716"/>
            <a:ext cx="274320" cy="274320"/>
          </a:xfrm>
          <a:prstGeom prst="rect">
            <a:avLst/>
          </a:prstGeom>
        </p:spPr>
      </p:pic>
      <p:pic>
        <p:nvPicPr>
          <p:cNvPr id="378" name="Graphic 377" descr="paper plane icon">
            <a:extLst>
              <a:ext uri="{FF2B5EF4-FFF2-40B4-BE49-F238E27FC236}">
                <a16:creationId xmlns:a16="http://schemas.microsoft.com/office/drawing/2014/main" id="{018843D8-79E0-A64A-ABF5-3D0EBB60F47F}"/>
              </a:ext>
            </a:extLst>
          </p:cNvPr>
          <p:cNvPicPr>
            <a:picLocks noChangeAspect="1"/>
          </p:cNvPicPr>
          <p:nvPr/>
        </p:nvPicPr>
        <p:blipFill>
          <a:blip r:embed="rId138">
            <a:extLst>
              <a:ext uri="{96DAC541-7B7A-43D3-8B79-37D633B846F1}">
                <asvg:svgBlip xmlns:asvg="http://schemas.microsoft.com/office/drawing/2016/SVG/main" r:embed="rId139"/>
              </a:ext>
            </a:extLst>
          </a:blip>
          <a:stretch>
            <a:fillRect/>
          </a:stretch>
        </p:blipFill>
        <p:spPr>
          <a:xfrm>
            <a:off x="4631437" y="5466716"/>
            <a:ext cx="274320" cy="274320"/>
          </a:xfrm>
          <a:prstGeom prst="rect">
            <a:avLst/>
          </a:prstGeom>
        </p:spPr>
      </p:pic>
      <p:pic>
        <p:nvPicPr>
          <p:cNvPr id="379" name="Graphic 378" descr="award icon">
            <a:extLst>
              <a:ext uri="{FF2B5EF4-FFF2-40B4-BE49-F238E27FC236}">
                <a16:creationId xmlns:a16="http://schemas.microsoft.com/office/drawing/2014/main" id="{55D66300-19E8-28AB-C511-4A85F9600D0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140">
            <a:extLst>
              <a:ext uri="{96DAC541-7B7A-43D3-8B79-37D633B846F1}">
                <asvg:svgBlip xmlns:asvg="http://schemas.microsoft.com/office/drawing/2016/SVG/main" r:embed="rId141"/>
              </a:ext>
            </a:extLst>
          </a:blip>
          <a:stretch>
            <a:fillRect/>
          </a:stretch>
        </p:blipFill>
        <p:spPr>
          <a:xfrm>
            <a:off x="4989023" y="5466716"/>
            <a:ext cx="274320" cy="274320"/>
          </a:xfrm>
          <a:prstGeom prst="rect">
            <a:avLst/>
          </a:prstGeom>
        </p:spPr>
      </p:pic>
      <p:pic>
        <p:nvPicPr>
          <p:cNvPr id="380" name="Graphic 379" descr="toolbox icon">
            <a:extLst>
              <a:ext uri="{FF2B5EF4-FFF2-40B4-BE49-F238E27FC236}">
                <a16:creationId xmlns:a16="http://schemas.microsoft.com/office/drawing/2014/main" id="{B2785A53-461D-98EC-AB75-565B80F483E6}"/>
              </a:ext>
            </a:extLst>
          </p:cNvPr>
          <p:cNvPicPr>
            <a:picLocks noChangeAspect="1"/>
          </p:cNvPicPr>
          <p:nvPr/>
        </p:nvPicPr>
        <p:blipFill>
          <a:blip r:embed="rId142">
            <a:extLst>
              <a:ext uri="{96DAC541-7B7A-43D3-8B79-37D633B846F1}">
                <asvg:svgBlip xmlns:asvg="http://schemas.microsoft.com/office/drawing/2016/SVG/main" r:embed="rId143"/>
              </a:ext>
            </a:extLst>
          </a:blip>
          <a:stretch>
            <a:fillRect/>
          </a:stretch>
        </p:blipFill>
        <p:spPr>
          <a:xfrm>
            <a:off x="1810738" y="5922190"/>
            <a:ext cx="274320" cy="274320"/>
          </a:xfrm>
          <a:prstGeom prst="rect">
            <a:avLst/>
          </a:prstGeom>
        </p:spPr>
      </p:pic>
      <p:pic>
        <p:nvPicPr>
          <p:cNvPr id="381" name="Graphic 380" descr="clipboard icon">
            <a:extLst>
              <a:ext uri="{FF2B5EF4-FFF2-40B4-BE49-F238E27FC236}">
                <a16:creationId xmlns:a16="http://schemas.microsoft.com/office/drawing/2014/main" id="{3F310B71-FBF9-26A9-9F41-172309E6AAC5}"/>
              </a:ext>
            </a:extLst>
          </p:cNvPr>
          <p:cNvPicPr>
            <a:picLocks noChangeAspect="1"/>
          </p:cNvPicPr>
          <p:nvPr/>
        </p:nvPicPr>
        <p:blipFill>
          <a:blip r:embed="rId144">
            <a:extLst>
              <a:ext uri="{96DAC541-7B7A-43D3-8B79-37D633B846F1}">
                <asvg:svgBlip xmlns:asvg="http://schemas.microsoft.com/office/drawing/2016/SVG/main" r:embed="rId145"/>
              </a:ext>
            </a:extLst>
          </a:blip>
          <a:stretch>
            <a:fillRect/>
          </a:stretch>
        </p:blipFill>
        <p:spPr>
          <a:xfrm>
            <a:off x="2162611" y="5922190"/>
            <a:ext cx="274320" cy="274320"/>
          </a:xfrm>
          <a:prstGeom prst="rect">
            <a:avLst/>
          </a:prstGeom>
        </p:spPr>
      </p:pic>
      <p:pic>
        <p:nvPicPr>
          <p:cNvPr id="382" name="Graphic 381" descr="trashcan icon">
            <a:extLst>
              <a:ext uri="{FF2B5EF4-FFF2-40B4-BE49-F238E27FC236}">
                <a16:creationId xmlns:a16="http://schemas.microsoft.com/office/drawing/2014/main" id="{0949CB02-5058-51E5-542B-AA80C2C79F44}"/>
              </a:ext>
            </a:extLst>
          </p:cNvPr>
          <p:cNvPicPr>
            <a:picLocks noChangeAspect="1"/>
          </p:cNvPicPr>
          <p:nvPr/>
        </p:nvPicPr>
        <p:blipFill>
          <a:blip r:embed="rId146">
            <a:extLst>
              <a:ext uri="{96DAC541-7B7A-43D3-8B79-37D633B846F1}">
                <asvg:svgBlip xmlns:asvg="http://schemas.microsoft.com/office/drawing/2016/SVG/main" r:embed="rId147"/>
              </a:ext>
            </a:extLst>
          </a:blip>
          <a:stretch>
            <a:fillRect/>
          </a:stretch>
        </p:blipFill>
        <p:spPr>
          <a:xfrm>
            <a:off x="2514484" y="5922190"/>
            <a:ext cx="274320" cy="274320"/>
          </a:xfrm>
          <a:prstGeom prst="rect">
            <a:avLst/>
          </a:prstGeom>
        </p:spPr>
      </p:pic>
      <p:pic>
        <p:nvPicPr>
          <p:cNvPr id="383" name="Graphic 382" descr="paperclip icon">
            <a:extLst>
              <a:ext uri="{FF2B5EF4-FFF2-40B4-BE49-F238E27FC236}">
                <a16:creationId xmlns:a16="http://schemas.microsoft.com/office/drawing/2014/main" id="{FF7E64A1-C8CB-035D-B510-D9A4342AC842}"/>
              </a:ext>
            </a:extLst>
          </p:cNvPr>
          <p:cNvPicPr>
            <a:picLocks noChangeAspect="1"/>
          </p:cNvPicPr>
          <p:nvPr/>
        </p:nvPicPr>
        <p:blipFill>
          <a:blip r:embed="rId148">
            <a:extLst>
              <a:ext uri="{96DAC541-7B7A-43D3-8B79-37D633B846F1}">
                <asvg:svgBlip xmlns:asvg="http://schemas.microsoft.com/office/drawing/2016/SVG/main" r:embed="rId149"/>
              </a:ext>
            </a:extLst>
          </a:blip>
          <a:stretch>
            <a:fillRect/>
          </a:stretch>
        </p:blipFill>
        <p:spPr>
          <a:xfrm>
            <a:off x="2866357" y="5922190"/>
            <a:ext cx="274320" cy="274320"/>
          </a:xfrm>
          <a:prstGeom prst="rect">
            <a:avLst/>
          </a:prstGeom>
        </p:spPr>
      </p:pic>
      <p:pic>
        <p:nvPicPr>
          <p:cNvPr id="384" name="Graphic 383" descr="pushpin icon">
            <a:extLst>
              <a:ext uri="{FF2B5EF4-FFF2-40B4-BE49-F238E27FC236}">
                <a16:creationId xmlns:a16="http://schemas.microsoft.com/office/drawing/2014/main" id="{D468DC50-A9C2-F700-3B09-86AF13FA3122}"/>
              </a:ext>
            </a:extLst>
          </p:cNvPr>
          <p:cNvPicPr>
            <a:picLocks noChangeAspect="1"/>
          </p:cNvPicPr>
          <p:nvPr/>
        </p:nvPicPr>
        <p:blipFill>
          <a:blip r:embed="rId150">
            <a:extLst>
              <a:ext uri="{96DAC541-7B7A-43D3-8B79-37D633B846F1}">
                <asvg:svgBlip xmlns:asvg="http://schemas.microsoft.com/office/drawing/2016/SVG/main" r:embed="rId151"/>
              </a:ext>
            </a:extLst>
          </a:blip>
          <a:stretch>
            <a:fillRect/>
          </a:stretch>
        </p:blipFill>
        <p:spPr>
          <a:xfrm>
            <a:off x="3218230" y="5922190"/>
            <a:ext cx="274320" cy="274320"/>
          </a:xfrm>
          <a:prstGeom prst="rect">
            <a:avLst/>
          </a:prstGeom>
        </p:spPr>
      </p:pic>
      <p:pic>
        <p:nvPicPr>
          <p:cNvPr id="385" name="Graphic 384" descr="filter icon">
            <a:extLst>
              <a:ext uri="{FF2B5EF4-FFF2-40B4-BE49-F238E27FC236}">
                <a16:creationId xmlns:a16="http://schemas.microsoft.com/office/drawing/2014/main" id="{B1E0EBBB-7504-2D2F-D318-1B42895ED390}"/>
              </a:ext>
            </a:extLst>
          </p:cNvPr>
          <p:cNvPicPr>
            <a:picLocks noChangeAspect="1"/>
          </p:cNvPicPr>
          <p:nvPr/>
        </p:nvPicPr>
        <p:blipFill>
          <a:blip r:embed="rId152">
            <a:extLst>
              <a:ext uri="{96DAC541-7B7A-43D3-8B79-37D633B846F1}">
                <asvg:svgBlip xmlns:asvg="http://schemas.microsoft.com/office/drawing/2016/SVG/main" r:embed="rId153"/>
              </a:ext>
            </a:extLst>
          </a:blip>
          <a:stretch>
            <a:fillRect/>
          </a:stretch>
        </p:blipFill>
        <p:spPr>
          <a:xfrm>
            <a:off x="3570103" y="5922190"/>
            <a:ext cx="274320" cy="274320"/>
          </a:xfrm>
          <a:prstGeom prst="rect">
            <a:avLst/>
          </a:prstGeom>
        </p:spPr>
      </p:pic>
      <p:pic>
        <p:nvPicPr>
          <p:cNvPr id="386" name="Graphic 385" descr="layers icon">
            <a:extLst>
              <a:ext uri="{FF2B5EF4-FFF2-40B4-BE49-F238E27FC236}">
                <a16:creationId xmlns:a16="http://schemas.microsoft.com/office/drawing/2014/main" id="{71DCA8F1-8034-5BD2-B225-8BDA5C7CD5DF}"/>
              </a:ext>
            </a:extLst>
          </p:cNvPr>
          <p:cNvPicPr>
            <a:picLocks noChangeAspect="1"/>
          </p:cNvPicPr>
          <p:nvPr/>
        </p:nvPicPr>
        <p:blipFill>
          <a:blip r:embed="rId154">
            <a:extLst>
              <a:ext uri="{96DAC541-7B7A-43D3-8B79-37D633B846F1}">
                <asvg:svgBlip xmlns:asvg="http://schemas.microsoft.com/office/drawing/2016/SVG/main" r:embed="rId155"/>
              </a:ext>
            </a:extLst>
          </a:blip>
          <a:stretch>
            <a:fillRect/>
          </a:stretch>
        </p:blipFill>
        <p:spPr>
          <a:xfrm>
            <a:off x="3921976" y="5922190"/>
            <a:ext cx="274320" cy="274320"/>
          </a:xfrm>
          <a:prstGeom prst="rect">
            <a:avLst/>
          </a:prstGeom>
        </p:spPr>
      </p:pic>
      <p:pic>
        <p:nvPicPr>
          <p:cNvPr id="387" name="Graphic 386" descr="cc libraries icon">
            <a:extLst>
              <a:ext uri="{FF2B5EF4-FFF2-40B4-BE49-F238E27FC236}">
                <a16:creationId xmlns:a16="http://schemas.microsoft.com/office/drawing/2014/main" id="{8CA9468B-4B81-0E42-0019-7B2092E87BBC}"/>
              </a:ext>
            </a:extLst>
          </p:cNvPr>
          <p:cNvPicPr>
            <a:picLocks noChangeAspect="1"/>
          </p:cNvPicPr>
          <p:nvPr/>
        </p:nvPicPr>
        <p:blipFill>
          <a:blip r:embed="rId156">
            <a:extLst>
              <a:ext uri="{96DAC541-7B7A-43D3-8B79-37D633B846F1}">
                <asvg:svgBlip xmlns:asvg="http://schemas.microsoft.com/office/drawing/2016/SVG/main" r:embed="rId157"/>
              </a:ext>
            </a:extLst>
          </a:blip>
          <a:stretch>
            <a:fillRect/>
          </a:stretch>
        </p:blipFill>
        <p:spPr>
          <a:xfrm>
            <a:off x="4273849" y="5922190"/>
            <a:ext cx="274320" cy="274320"/>
          </a:xfrm>
          <a:prstGeom prst="rect">
            <a:avLst/>
          </a:prstGeom>
        </p:spPr>
      </p:pic>
      <p:pic>
        <p:nvPicPr>
          <p:cNvPr id="388" name="Graphic 387" descr="plugin icon">
            <a:extLst>
              <a:ext uri="{FF2B5EF4-FFF2-40B4-BE49-F238E27FC236}">
                <a16:creationId xmlns:a16="http://schemas.microsoft.com/office/drawing/2014/main" id="{ADA33E2E-D9C4-39C9-C6F6-34D7D6307CB8}"/>
              </a:ext>
            </a:extLst>
          </p:cNvPr>
          <p:cNvPicPr>
            <a:picLocks noChangeAspect="1"/>
          </p:cNvPicPr>
          <p:nvPr/>
        </p:nvPicPr>
        <p:blipFill>
          <a:blip r:embed="rId158">
            <a:extLst>
              <a:ext uri="{96DAC541-7B7A-43D3-8B79-37D633B846F1}">
                <asvg:svgBlip xmlns:asvg="http://schemas.microsoft.com/office/drawing/2016/SVG/main" r:embed="rId159"/>
              </a:ext>
            </a:extLst>
          </a:blip>
          <a:stretch>
            <a:fillRect/>
          </a:stretch>
        </p:blipFill>
        <p:spPr>
          <a:xfrm>
            <a:off x="4631437" y="5922190"/>
            <a:ext cx="274320" cy="274320"/>
          </a:xfrm>
          <a:prstGeom prst="rect">
            <a:avLst/>
          </a:prstGeom>
        </p:spPr>
      </p:pic>
      <p:pic>
        <p:nvPicPr>
          <p:cNvPr id="389" name="Graphic 388" descr="education icon">
            <a:extLst>
              <a:ext uri="{FF2B5EF4-FFF2-40B4-BE49-F238E27FC236}">
                <a16:creationId xmlns:a16="http://schemas.microsoft.com/office/drawing/2014/main" id="{8A34C06E-8A7E-A511-3184-B7884AA05F9D}"/>
              </a:ext>
            </a:extLst>
          </p:cNvPr>
          <p:cNvPicPr>
            <a:picLocks noChangeAspect="1"/>
          </p:cNvPicPr>
          <p:nvPr/>
        </p:nvPicPr>
        <p:blipFill>
          <a:blip r:embed="rId160">
            <a:extLst>
              <a:ext uri="{96DAC541-7B7A-43D3-8B79-37D633B846F1}">
                <asvg:svgBlip xmlns:asvg="http://schemas.microsoft.com/office/drawing/2016/SVG/main" r:embed="rId161"/>
              </a:ext>
            </a:extLst>
          </a:blip>
          <a:stretch>
            <a:fillRect/>
          </a:stretch>
        </p:blipFill>
        <p:spPr>
          <a:xfrm>
            <a:off x="4989023" y="5922190"/>
            <a:ext cx="274320" cy="274320"/>
          </a:xfrm>
          <a:prstGeom prst="rect">
            <a:avLst/>
          </a:prstGeom>
        </p:spPr>
      </p:pic>
      <p:sp>
        <p:nvSpPr>
          <p:cNvPr id="390" name="TextBox 389">
            <a:extLst>
              <a:ext uri="{FF2B5EF4-FFF2-40B4-BE49-F238E27FC236}">
                <a16:creationId xmlns:a16="http://schemas.microsoft.com/office/drawing/2014/main" id="{23E32B1B-6251-A787-E762-14C9BFC1531D}"/>
              </a:ext>
            </a:extLst>
          </p:cNvPr>
          <p:cNvSpPr txBox="1"/>
          <p:nvPr/>
        </p:nvSpPr>
        <p:spPr>
          <a:xfrm>
            <a:off x="6496341" y="1482078"/>
            <a:ext cx="784189" cy="2330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  <a:spcBef>
                <a:spcPts val="900"/>
              </a:spcBef>
            </a:pPr>
            <a:r>
              <a:rPr lang="en-US" sz="900" b="1">
                <a:solidFill>
                  <a:schemeClr val="bg1"/>
                </a:solidFill>
              </a:rPr>
              <a:t>Cursors &amp; UI</a:t>
            </a:r>
          </a:p>
        </p:txBody>
      </p:sp>
      <p:pic>
        <p:nvPicPr>
          <p:cNvPr id="391" name="Graphic 390" descr="touch icon">
            <a:extLst>
              <a:ext uri="{FF2B5EF4-FFF2-40B4-BE49-F238E27FC236}">
                <a16:creationId xmlns:a16="http://schemas.microsoft.com/office/drawing/2014/main" id="{F999AEA2-4BDF-B066-E78B-BF82C3097C90}"/>
              </a:ext>
            </a:extLst>
          </p:cNvPr>
          <p:cNvPicPr>
            <a:picLocks noChangeAspect="1"/>
          </p:cNvPicPr>
          <p:nvPr/>
        </p:nvPicPr>
        <p:blipFill>
          <a:blip r:embed="rId162">
            <a:extLst>
              <a:ext uri="{96DAC541-7B7A-43D3-8B79-37D633B846F1}">
                <asvg:svgBlip xmlns:asvg="http://schemas.microsoft.com/office/drawing/2016/SVG/main" r:embed="rId163"/>
              </a:ext>
            </a:extLst>
          </a:blip>
          <a:stretch>
            <a:fillRect/>
          </a:stretch>
        </p:blipFill>
        <p:spPr>
          <a:xfrm>
            <a:off x="7640941" y="1482078"/>
            <a:ext cx="274320" cy="274320"/>
          </a:xfrm>
          <a:prstGeom prst="rect">
            <a:avLst/>
          </a:prstGeom>
        </p:spPr>
      </p:pic>
      <p:pic>
        <p:nvPicPr>
          <p:cNvPr id="392" name="Graphic 391" descr="hand icon">
            <a:extLst>
              <a:ext uri="{FF2B5EF4-FFF2-40B4-BE49-F238E27FC236}">
                <a16:creationId xmlns:a16="http://schemas.microsoft.com/office/drawing/2014/main" id="{CB0988A1-354D-BDB3-A523-8F862BDE9EC2}"/>
              </a:ext>
            </a:extLst>
          </p:cNvPr>
          <p:cNvPicPr>
            <a:picLocks noChangeAspect="1"/>
          </p:cNvPicPr>
          <p:nvPr/>
        </p:nvPicPr>
        <p:blipFill>
          <a:blip r:embed="rId164">
            <a:extLst>
              <a:ext uri="{96DAC541-7B7A-43D3-8B79-37D633B846F1}">
                <asvg:svgBlip xmlns:asvg="http://schemas.microsoft.com/office/drawing/2016/SVG/main" r:embed="rId165"/>
              </a:ext>
            </a:extLst>
          </a:blip>
          <a:stretch>
            <a:fillRect/>
          </a:stretch>
        </p:blipFill>
        <p:spPr>
          <a:xfrm>
            <a:off x="7992814" y="1482078"/>
            <a:ext cx="274320" cy="274320"/>
          </a:xfrm>
          <a:prstGeom prst="rect">
            <a:avLst/>
          </a:prstGeom>
        </p:spPr>
      </p:pic>
      <p:pic>
        <p:nvPicPr>
          <p:cNvPr id="393" name="Graphic 392" descr="cursor icon">
            <a:extLst>
              <a:ext uri="{FF2B5EF4-FFF2-40B4-BE49-F238E27FC236}">
                <a16:creationId xmlns:a16="http://schemas.microsoft.com/office/drawing/2014/main" id="{23E58A2D-184E-85A3-AE19-0451809B7164}"/>
              </a:ext>
            </a:extLst>
          </p:cNvPr>
          <p:cNvPicPr>
            <a:picLocks noChangeAspect="1"/>
          </p:cNvPicPr>
          <p:nvPr/>
        </p:nvPicPr>
        <p:blipFill>
          <a:blip r:embed="rId166">
            <a:extLst>
              <a:ext uri="{96DAC541-7B7A-43D3-8B79-37D633B846F1}">
                <asvg:svgBlip xmlns:asvg="http://schemas.microsoft.com/office/drawing/2016/SVG/main" r:embed="rId167"/>
              </a:ext>
            </a:extLst>
          </a:blip>
          <a:stretch>
            <a:fillRect/>
          </a:stretch>
        </p:blipFill>
        <p:spPr>
          <a:xfrm>
            <a:off x="8344687" y="1482078"/>
            <a:ext cx="274320" cy="274320"/>
          </a:xfrm>
          <a:prstGeom prst="rect">
            <a:avLst/>
          </a:prstGeom>
        </p:spPr>
      </p:pic>
      <p:pic>
        <p:nvPicPr>
          <p:cNvPr id="394" name="Graphic 393" descr="layout icon">
            <a:extLst>
              <a:ext uri="{FF2B5EF4-FFF2-40B4-BE49-F238E27FC236}">
                <a16:creationId xmlns:a16="http://schemas.microsoft.com/office/drawing/2014/main" id="{A59E5973-969D-AD8F-F0B1-A440B7307C39}"/>
              </a:ext>
            </a:extLst>
          </p:cNvPr>
          <p:cNvPicPr>
            <a:picLocks noChangeAspect="1"/>
          </p:cNvPicPr>
          <p:nvPr/>
        </p:nvPicPr>
        <p:blipFill>
          <a:blip r:embed="rId168">
            <a:extLst>
              <a:ext uri="{96DAC541-7B7A-43D3-8B79-37D633B846F1}">
                <asvg:svgBlip xmlns:asvg="http://schemas.microsoft.com/office/drawing/2016/SVG/main" r:embed="rId169"/>
              </a:ext>
            </a:extLst>
          </a:blip>
          <a:stretch>
            <a:fillRect/>
          </a:stretch>
        </p:blipFill>
        <p:spPr>
          <a:xfrm>
            <a:off x="8696560" y="1482078"/>
            <a:ext cx="274320" cy="274320"/>
          </a:xfrm>
          <a:prstGeom prst="rect">
            <a:avLst/>
          </a:prstGeom>
        </p:spPr>
      </p:pic>
      <p:sp>
        <p:nvSpPr>
          <p:cNvPr id="395" name="TextBox 394">
            <a:extLst>
              <a:ext uri="{FF2B5EF4-FFF2-40B4-BE49-F238E27FC236}">
                <a16:creationId xmlns:a16="http://schemas.microsoft.com/office/drawing/2014/main" id="{87DCF7B7-A6C7-09D1-3E42-72CDB93DCDBF}"/>
              </a:ext>
            </a:extLst>
          </p:cNvPr>
          <p:cNvSpPr txBox="1"/>
          <p:nvPr/>
        </p:nvSpPr>
        <p:spPr>
          <a:xfrm>
            <a:off x="6496341" y="1988604"/>
            <a:ext cx="558166" cy="2330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  <a:spcBef>
                <a:spcPts val="900"/>
              </a:spcBef>
            </a:pPr>
            <a:r>
              <a:rPr lang="en-US" sz="900" b="1">
                <a:solidFill>
                  <a:schemeClr val="bg1"/>
                </a:solidFill>
              </a:rPr>
              <a:t>Devices</a:t>
            </a:r>
          </a:p>
        </p:txBody>
      </p:sp>
      <p:pic>
        <p:nvPicPr>
          <p:cNvPr id="396" name="Graphic 395" descr="phone icon">
            <a:extLst>
              <a:ext uri="{FF2B5EF4-FFF2-40B4-BE49-F238E27FC236}">
                <a16:creationId xmlns:a16="http://schemas.microsoft.com/office/drawing/2014/main" id="{CD9C7FAD-5C3A-4A1D-ACE1-72D3B0215866}"/>
              </a:ext>
            </a:extLst>
          </p:cNvPr>
          <p:cNvPicPr>
            <a:picLocks noChangeAspect="1"/>
          </p:cNvPicPr>
          <p:nvPr/>
        </p:nvPicPr>
        <p:blipFill>
          <a:blip r:embed="rId170">
            <a:extLst>
              <a:ext uri="{96DAC541-7B7A-43D3-8B79-37D633B846F1}">
                <asvg:svgBlip xmlns:asvg="http://schemas.microsoft.com/office/drawing/2016/SVG/main" r:embed="rId171"/>
              </a:ext>
            </a:extLst>
          </a:blip>
          <a:stretch>
            <a:fillRect/>
          </a:stretch>
        </p:blipFill>
        <p:spPr>
          <a:xfrm>
            <a:off x="7640941" y="1988604"/>
            <a:ext cx="274320" cy="274320"/>
          </a:xfrm>
          <a:prstGeom prst="rect">
            <a:avLst/>
          </a:prstGeom>
        </p:spPr>
      </p:pic>
      <p:pic>
        <p:nvPicPr>
          <p:cNvPr id="397" name="Graphic 396" descr="laptop icon">
            <a:extLst>
              <a:ext uri="{FF2B5EF4-FFF2-40B4-BE49-F238E27FC236}">
                <a16:creationId xmlns:a16="http://schemas.microsoft.com/office/drawing/2014/main" id="{68DE72E0-C0B7-1747-3375-6632DFD71D57}"/>
              </a:ext>
            </a:extLst>
          </p:cNvPr>
          <p:cNvPicPr>
            <a:picLocks noChangeAspect="1"/>
          </p:cNvPicPr>
          <p:nvPr/>
        </p:nvPicPr>
        <p:blipFill>
          <a:blip r:embed="rId172">
            <a:extLst>
              <a:ext uri="{96DAC541-7B7A-43D3-8B79-37D633B846F1}">
                <asvg:svgBlip xmlns:asvg="http://schemas.microsoft.com/office/drawing/2016/SVG/main" r:embed="rId173"/>
              </a:ext>
            </a:extLst>
          </a:blip>
          <a:stretch>
            <a:fillRect/>
          </a:stretch>
        </p:blipFill>
        <p:spPr>
          <a:xfrm>
            <a:off x="7992814" y="1988604"/>
            <a:ext cx="274320" cy="274320"/>
          </a:xfrm>
          <a:prstGeom prst="rect">
            <a:avLst/>
          </a:prstGeom>
        </p:spPr>
      </p:pic>
      <p:pic>
        <p:nvPicPr>
          <p:cNvPr id="398" name="Graphic 397" descr="monitor icon">
            <a:extLst>
              <a:ext uri="{FF2B5EF4-FFF2-40B4-BE49-F238E27FC236}">
                <a16:creationId xmlns:a16="http://schemas.microsoft.com/office/drawing/2014/main" id="{205DB5EA-EABC-1285-DD48-D2810039E885}"/>
              </a:ext>
            </a:extLst>
          </p:cNvPr>
          <p:cNvPicPr>
            <a:picLocks noChangeAspect="1"/>
          </p:cNvPicPr>
          <p:nvPr/>
        </p:nvPicPr>
        <p:blipFill>
          <a:blip r:embed="rId174">
            <a:extLst>
              <a:ext uri="{96DAC541-7B7A-43D3-8B79-37D633B846F1}">
                <asvg:svgBlip xmlns:asvg="http://schemas.microsoft.com/office/drawing/2016/SVG/main" r:embed="rId175"/>
              </a:ext>
            </a:extLst>
          </a:blip>
          <a:stretch>
            <a:fillRect/>
          </a:stretch>
        </p:blipFill>
        <p:spPr>
          <a:xfrm>
            <a:off x="8344687" y="1988604"/>
            <a:ext cx="274320" cy="274320"/>
          </a:xfrm>
          <a:prstGeom prst="rect">
            <a:avLst/>
          </a:prstGeom>
        </p:spPr>
      </p:pic>
      <p:pic>
        <p:nvPicPr>
          <p:cNvPr id="399" name="Graphic 398" descr="tablet icon">
            <a:extLst>
              <a:ext uri="{FF2B5EF4-FFF2-40B4-BE49-F238E27FC236}">
                <a16:creationId xmlns:a16="http://schemas.microsoft.com/office/drawing/2014/main" id="{4CA554BD-0A3E-D8BD-201A-A08F30C791CD}"/>
              </a:ext>
            </a:extLst>
          </p:cNvPr>
          <p:cNvPicPr>
            <a:picLocks noChangeAspect="1"/>
          </p:cNvPicPr>
          <p:nvPr/>
        </p:nvPicPr>
        <p:blipFill>
          <a:blip r:embed="rId176">
            <a:extLst>
              <a:ext uri="{96DAC541-7B7A-43D3-8B79-37D633B846F1}">
                <asvg:svgBlip xmlns:asvg="http://schemas.microsoft.com/office/drawing/2016/SVG/main" r:embed="rId177"/>
              </a:ext>
            </a:extLst>
          </a:blip>
          <a:stretch>
            <a:fillRect/>
          </a:stretch>
        </p:blipFill>
        <p:spPr>
          <a:xfrm>
            <a:off x="8696560" y="1988604"/>
            <a:ext cx="274320" cy="274320"/>
          </a:xfrm>
          <a:prstGeom prst="rect">
            <a:avLst/>
          </a:prstGeom>
        </p:spPr>
      </p:pic>
      <p:pic>
        <p:nvPicPr>
          <p:cNvPr id="400" name="Graphic 399" descr="server icon">
            <a:extLst>
              <a:ext uri="{FF2B5EF4-FFF2-40B4-BE49-F238E27FC236}">
                <a16:creationId xmlns:a16="http://schemas.microsoft.com/office/drawing/2014/main" id="{F0B9A918-3FEA-5404-67EC-7E08085F1BAC}"/>
              </a:ext>
            </a:extLst>
          </p:cNvPr>
          <p:cNvPicPr>
            <a:picLocks noChangeAspect="1"/>
          </p:cNvPicPr>
          <p:nvPr/>
        </p:nvPicPr>
        <p:blipFill>
          <a:blip r:embed="rId178">
            <a:extLst>
              <a:ext uri="{96DAC541-7B7A-43D3-8B79-37D633B846F1}">
                <asvg:svgBlip xmlns:asvg="http://schemas.microsoft.com/office/drawing/2016/SVG/main" r:embed="rId179"/>
              </a:ext>
            </a:extLst>
          </a:blip>
          <a:stretch>
            <a:fillRect/>
          </a:stretch>
        </p:blipFill>
        <p:spPr>
          <a:xfrm>
            <a:off x="9048433" y="1988604"/>
            <a:ext cx="274320" cy="274320"/>
          </a:xfrm>
          <a:prstGeom prst="rect">
            <a:avLst/>
          </a:prstGeom>
        </p:spPr>
      </p:pic>
      <p:sp>
        <p:nvSpPr>
          <p:cNvPr id="401" name="TextBox 400">
            <a:extLst>
              <a:ext uri="{FF2B5EF4-FFF2-40B4-BE49-F238E27FC236}">
                <a16:creationId xmlns:a16="http://schemas.microsoft.com/office/drawing/2014/main" id="{0FD49B26-6469-3546-A98F-ECD2B1B66FD6}"/>
              </a:ext>
            </a:extLst>
          </p:cNvPr>
          <p:cNvSpPr txBox="1"/>
          <p:nvPr/>
        </p:nvSpPr>
        <p:spPr>
          <a:xfrm>
            <a:off x="6496341" y="2495129"/>
            <a:ext cx="821059" cy="2330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  <a:spcBef>
                <a:spcPts val="900"/>
              </a:spcBef>
            </a:pPr>
            <a:r>
              <a:rPr lang="en-US" sz="900" b="1">
                <a:solidFill>
                  <a:schemeClr val="bg1"/>
                </a:solidFill>
              </a:rPr>
              <a:t>Files &amp; Cloud</a:t>
            </a:r>
          </a:p>
        </p:txBody>
      </p:sp>
      <p:pic>
        <p:nvPicPr>
          <p:cNvPr id="402" name="Graphic 401" descr="file icon">
            <a:extLst>
              <a:ext uri="{FF2B5EF4-FFF2-40B4-BE49-F238E27FC236}">
                <a16:creationId xmlns:a16="http://schemas.microsoft.com/office/drawing/2014/main" id="{5CF0E650-1102-EE9F-005D-C09CFB129444}"/>
              </a:ext>
            </a:extLst>
          </p:cNvPr>
          <p:cNvPicPr>
            <a:picLocks noChangeAspect="1"/>
          </p:cNvPicPr>
          <p:nvPr/>
        </p:nvPicPr>
        <p:blipFill>
          <a:blip r:embed="rId180">
            <a:extLst>
              <a:ext uri="{96DAC541-7B7A-43D3-8B79-37D633B846F1}">
                <asvg:svgBlip xmlns:asvg="http://schemas.microsoft.com/office/drawing/2016/SVG/main" r:embed="rId181"/>
              </a:ext>
            </a:extLst>
          </a:blip>
          <a:stretch>
            <a:fillRect/>
          </a:stretch>
        </p:blipFill>
        <p:spPr>
          <a:xfrm>
            <a:off x="7640941" y="2495129"/>
            <a:ext cx="274320" cy="274320"/>
          </a:xfrm>
          <a:prstGeom prst="rect">
            <a:avLst/>
          </a:prstGeom>
        </p:spPr>
      </p:pic>
      <p:pic>
        <p:nvPicPr>
          <p:cNvPr id="403" name="Graphic 402" descr="file alert icon">
            <a:extLst>
              <a:ext uri="{FF2B5EF4-FFF2-40B4-BE49-F238E27FC236}">
                <a16:creationId xmlns:a16="http://schemas.microsoft.com/office/drawing/2014/main" id="{C1353028-FA6F-E542-864B-86C3A7D20F43}"/>
              </a:ext>
            </a:extLst>
          </p:cNvPr>
          <p:cNvPicPr>
            <a:picLocks noChangeAspect="1"/>
          </p:cNvPicPr>
          <p:nvPr/>
        </p:nvPicPr>
        <p:blipFill>
          <a:blip r:embed="rId182">
            <a:extLst>
              <a:ext uri="{96DAC541-7B7A-43D3-8B79-37D633B846F1}">
                <asvg:svgBlip xmlns:asvg="http://schemas.microsoft.com/office/drawing/2016/SVG/main" r:embed="rId183"/>
              </a:ext>
            </a:extLst>
          </a:blip>
          <a:stretch>
            <a:fillRect/>
          </a:stretch>
        </p:blipFill>
        <p:spPr>
          <a:xfrm>
            <a:off x="7992814" y="2495129"/>
            <a:ext cx="274320" cy="274320"/>
          </a:xfrm>
          <a:prstGeom prst="rect">
            <a:avLst/>
          </a:prstGeom>
        </p:spPr>
      </p:pic>
      <p:pic>
        <p:nvPicPr>
          <p:cNvPr id="404" name="Graphic 403" descr="new file icon">
            <a:extLst>
              <a:ext uri="{FF2B5EF4-FFF2-40B4-BE49-F238E27FC236}">
                <a16:creationId xmlns:a16="http://schemas.microsoft.com/office/drawing/2014/main" id="{CA3E2B48-91DF-7784-96F3-DB56D3BD508D}"/>
              </a:ext>
            </a:extLst>
          </p:cNvPr>
          <p:cNvPicPr>
            <a:picLocks noChangeAspect="1"/>
          </p:cNvPicPr>
          <p:nvPr/>
        </p:nvPicPr>
        <p:blipFill>
          <a:blip r:embed="rId184">
            <a:extLst>
              <a:ext uri="{96DAC541-7B7A-43D3-8B79-37D633B846F1}">
                <asvg:svgBlip xmlns:asvg="http://schemas.microsoft.com/office/drawing/2016/SVG/main" r:embed="rId185"/>
              </a:ext>
            </a:extLst>
          </a:blip>
          <a:stretch>
            <a:fillRect/>
          </a:stretch>
        </p:blipFill>
        <p:spPr>
          <a:xfrm>
            <a:off x="8344687" y="2495129"/>
            <a:ext cx="274320" cy="274320"/>
          </a:xfrm>
          <a:prstGeom prst="rect">
            <a:avLst/>
          </a:prstGeom>
        </p:spPr>
      </p:pic>
      <p:pic>
        <p:nvPicPr>
          <p:cNvPr id="405" name="Graphic 404" descr="image file icon">
            <a:extLst>
              <a:ext uri="{FF2B5EF4-FFF2-40B4-BE49-F238E27FC236}">
                <a16:creationId xmlns:a16="http://schemas.microsoft.com/office/drawing/2014/main" id="{0FAE257F-C9E7-A28A-EB56-8456000058F4}"/>
              </a:ext>
            </a:extLst>
          </p:cNvPr>
          <p:cNvPicPr>
            <a:picLocks noChangeAspect="1"/>
          </p:cNvPicPr>
          <p:nvPr/>
        </p:nvPicPr>
        <p:blipFill>
          <a:blip r:embed="rId186">
            <a:extLst>
              <a:ext uri="{96DAC541-7B7A-43D3-8B79-37D633B846F1}">
                <asvg:svgBlip xmlns:asvg="http://schemas.microsoft.com/office/drawing/2016/SVG/main" r:embed="rId187"/>
              </a:ext>
            </a:extLst>
          </a:blip>
          <a:stretch>
            <a:fillRect/>
          </a:stretch>
        </p:blipFill>
        <p:spPr>
          <a:xfrm>
            <a:off x="8696560" y="2495129"/>
            <a:ext cx="274320" cy="274320"/>
          </a:xfrm>
          <a:prstGeom prst="rect">
            <a:avLst/>
          </a:prstGeom>
        </p:spPr>
      </p:pic>
      <p:pic>
        <p:nvPicPr>
          <p:cNvPr id="406" name="Graphic 405" descr="text file icon">
            <a:extLst>
              <a:ext uri="{FF2B5EF4-FFF2-40B4-BE49-F238E27FC236}">
                <a16:creationId xmlns:a16="http://schemas.microsoft.com/office/drawing/2014/main" id="{CA3502C0-C6BD-7E3B-2F57-00F0874BE2F4}"/>
              </a:ext>
            </a:extLst>
          </p:cNvPr>
          <p:cNvPicPr>
            <a:picLocks noChangeAspect="1"/>
          </p:cNvPicPr>
          <p:nvPr/>
        </p:nvPicPr>
        <p:blipFill>
          <a:blip r:embed="rId188">
            <a:extLst>
              <a:ext uri="{96DAC541-7B7A-43D3-8B79-37D633B846F1}">
                <asvg:svgBlip xmlns:asvg="http://schemas.microsoft.com/office/drawing/2016/SVG/main" r:embed="rId189"/>
              </a:ext>
            </a:extLst>
          </a:blip>
          <a:stretch>
            <a:fillRect/>
          </a:stretch>
        </p:blipFill>
        <p:spPr>
          <a:xfrm>
            <a:off x="9048433" y="2495129"/>
            <a:ext cx="274320" cy="274320"/>
          </a:xfrm>
          <a:prstGeom prst="rect">
            <a:avLst/>
          </a:prstGeom>
        </p:spPr>
      </p:pic>
      <p:pic>
        <p:nvPicPr>
          <p:cNvPr id="407" name="Graphic 406" descr="video file icon">
            <a:extLst>
              <a:ext uri="{FF2B5EF4-FFF2-40B4-BE49-F238E27FC236}">
                <a16:creationId xmlns:a16="http://schemas.microsoft.com/office/drawing/2014/main" id="{9486E23A-FE69-EA48-0D30-C257B1E32E94}"/>
              </a:ext>
            </a:extLst>
          </p:cNvPr>
          <p:cNvPicPr>
            <a:picLocks noChangeAspect="1"/>
          </p:cNvPicPr>
          <p:nvPr/>
        </p:nvPicPr>
        <p:blipFill>
          <a:blip r:embed="rId190">
            <a:extLst>
              <a:ext uri="{96DAC541-7B7A-43D3-8B79-37D633B846F1}">
                <asvg:svgBlip xmlns:asvg="http://schemas.microsoft.com/office/drawing/2016/SVG/main" r:embed="rId191"/>
              </a:ext>
            </a:extLst>
          </a:blip>
          <a:stretch>
            <a:fillRect/>
          </a:stretch>
        </p:blipFill>
        <p:spPr>
          <a:xfrm>
            <a:off x="9400306" y="2495129"/>
            <a:ext cx="274320" cy="274320"/>
          </a:xfrm>
          <a:prstGeom prst="rect">
            <a:avLst/>
          </a:prstGeom>
        </p:spPr>
      </p:pic>
      <p:pic>
        <p:nvPicPr>
          <p:cNvPr id="408" name="Graphic 407" descr="zip file icon">
            <a:extLst>
              <a:ext uri="{FF2B5EF4-FFF2-40B4-BE49-F238E27FC236}">
                <a16:creationId xmlns:a16="http://schemas.microsoft.com/office/drawing/2014/main" id="{D3FCF914-346E-8635-10C8-21137C4469D2}"/>
              </a:ext>
            </a:extLst>
          </p:cNvPr>
          <p:cNvPicPr>
            <a:picLocks noChangeAspect="1"/>
          </p:cNvPicPr>
          <p:nvPr/>
        </p:nvPicPr>
        <p:blipFill>
          <a:blip r:embed="rId192">
            <a:extLst>
              <a:ext uri="{96DAC541-7B7A-43D3-8B79-37D633B846F1}">
                <asvg:svgBlip xmlns:asvg="http://schemas.microsoft.com/office/drawing/2016/SVG/main" r:embed="rId193"/>
              </a:ext>
            </a:extLst>
          </a:blip>
          <a:stretch>
            <a:fillRect/>
          </a:stretch>
        </p:blipFill>
        <p:spPr>
          <a:xfrm>
            <a:off x="9752179" y="2495129"/>
            <a:ext cx="274320" cy="274320"/>
          </a:xfrm>
          <a:prstGeom prst="rect">
            <a:avLst/>
          </a:prstGeom>
        </p:spPr>
      </p:pic>
      <p:pic>
        <p:nvPicPr>
          <p:cNvPr id="409" name="Graphic 408" descr="folder icon">
            <a:extLst>
              <a:ext uri="{FF2B5EF4-FFF2-40B4-BE49-F238E27FC236}">
                <a16:creationId xmlns:a16="http://schemas.microsoft.com/office/drawing/2014/main" id="{32696679-6575-8095-1B77-2AAD5BE46BE4}"/>
              </a:ext>
            </a:extLst>
          </p:cNvPr>
          <p:cNvPicPr>
            <a:picLocks noChangeAspect="1"/>
          </p:cNvPicPr>
          <p:nvPr/>
        </p:nvPicPr>
        <p:blipFill>
          <a:blip r:embed="rId194">
            <a:extLst>
              <a:ext uri="{96DAC541-7B7A-43D3-8B79-37D633B846F1}">
                <asvg:svgBlip xmlns:asvg="http://schemas.microsoft.com/office/drawing/2016/SVG/main" r:embed="rId195"/>
              </a:ext>
            </a:extLst>
          </a:blip>
          <a:stretch>
            <a:fillRect/>
          </a:stretch>
        </p:blipFill>
        <p:spPr>
          <a:xfrm>
            <a:off x="10104052" y="2495129"/>
            <a:ext cx="274320" cy="274320"/>
          </a:xfrm>
          <a:prstGeom prst="rect">
            <a:avLst/>
          </a:prstGeom>
        </p:spPr>
      </p:pic>
      <p:pic>
        <p:nvPicPr>
          <p:cNvPr id="410" name="Graphic 409" descr="folder open icon">
            <a:extLst>
              <a:ext uri="{FF2B5EF4-FFF2-40B4-BE49-F238E27FC236}">
                <a16:creationId xmlns:a16="http://schemas.microsoft.com/office/drawing/2014/main" id="{06E5B3C3-9388-5043-E875-21031AE9DBD6}"/>
              </a:ext>
            </a:extLst>
          </p:cNvPr>
          <p:cNvPicPr>
            <a:picLocks noChangeAspect="1"/>
          </p:cNvPicPr>
          <p:nvPr/>
        </p:nvPicPr>
        <p:blipFill>
          <a:blip r:embed="rId196">
            <a:extLst>
              <a:ext uri="{96DAC541-7B7A-43D3-8B79-37D633B846F1}">
                <asvg:svgBlip xmlns:asvg="http://schemas.microsoft.com/office/drawing/2016/SVG/main" r:embed="rId197"/>
              </a:ext>
            </a:extLst>
          </a:blip>
          <a:stretch>
            <a:fillRect/>
          </a:stretch>
        </p:blipFill>
        <p:spPr>
          <a:xfrm>
            <a:off x="10461640" y="2495129"/>
            <a:ext cx="274320" cy="274320"/>
          </a:xfrm>
          <a:prstGeom prst="rect">
            <a:avLst/>
          </a:prstGeom>
        </p:spPr>
      </p:pic>
      <p:pic>
        <p:nvPicPr>
          <p:cNvPr id="411" name="Graphic 410" descr="cloud icon">
            <a:extLst>
              <a:ext uri="{FF2B5EF4-FFF2-40B4-BE49-F238E27FC236}">
                <a16:creationId xmlns:a16="http://schemas.microsoft.com/office/drawing/2014/main" id="{B5CB3972-CB58-B575-6388-F0356AE00ECF}"/>
              </a:ext>
            </a:extLst>
          </p:cNvPr>
          <p:cNvPicPr>
            <a:picLocks noChangeAspect="1"/>
          </p:cNvPicPr>
          <p:nvPr/>
        </p:nvPicPr>
        <p:blipFill>
          <a:blip r:embed="rId198">
            <a:extLst>
              <a:ext uri="{96DAC541-7B7A-43D3-8B79-37D633B846F1}">
                <asvg:svgBlip xmlns:asvg="http://schemas.microsoft.com/office/drawing/2016/SVG/main" r:embed="rId199"/>
              </a:ext>
            </a:extLst>
          </a:blip>
          <a:stretch>
            <a:fillRect/>
          </a:stretch>
        </p:blipFill>
        <p:spPr>
          <a:xfrm>
            <a:off x="7640941" y="2950606"/>
            <a:ext cx="274320" cy="274320"/>
          </a:xfrm>
          <a:prstGeom prst="rect">
            <a:avLst/>
          </a:prstGeom>
        </p:spPr>
      </p:pic>
      <p:pic>
        <p:nvPicPr>
          <p:cNvPr id="412" name="Graphic 411" descr="cloud error icon">
            <a:extLst>
              <a:ext uri="{FF2B5EF4-FFF2-40B4-BE49-F238E27FC236}">
                <a16:creationId xmlns:a16="http://schemas.microsoft.com/office/drawing/2014/main" id="{514E9F91-C9D8-B2A8-3D7B-D469C974AA59}"/>
              </a:ext>
            </a:extLst>
          </p:cNvPr>
          <p:cNvPicPr>
            <a:picLocks noChangeAspect="1"/>
          </p:cNvPicPr>
          <p:nvPr/>
        </p:nvPicPr>
        <p:blipFill>
          <a:blip r:embed="rId200">
            <a:extLst>
              <a:ext uri="{96DAC541-7B7A-43D3-8B79-37D633B846F1}">
                <asvg:svgBlip xmlns:asvg="http://schemas.microsoft.com/office/drawing/2016/SVG/main" r:embed="rId201"/>
              </a:ext>
            </a:extLst>
          </a:blip>
          <a:stretch>
            <a:fillRect/>
          </a:stretch>
        </p:blipFill>
        <p:spPr>
          <a:xfrm>
            <a:off x="7992814" y="2950606"/>
            <a:ext cx="274320" cy="274320"/>
          </a:xfrm>
          <a:prstGeom prst="rect">
            <a:avLst/>
          </a:prstGeom>
        </p:spPr>
      </p:pic>
      <p:pic>
        <p:nvPicPr>
          <p:cNvPr id="413" name="Graphic 412" descr="cloud info icon">
            <a:extLst>
              <a:ext uri="{FF2B5EF4-FFF2-40B4-BE49-F238E27FC236}">
                <a16:creationId xmlns:a16="http://schemas.microsoft.com/office/drawing/2014/main" id="{5B0AAA58-5C59-E58F-CFCC-331092728CDA}"/>
              </a:ext>
            </a:extLst>
          </p:cNvPr>
          <p:cNvPicPr>
            <a:picLocks noChangeAspect="1"/>
          </p:cNvPicPr>
          <p:nvPr/>
        </p:nvPicPr>
        <p:blipFill>
          <a:blip r:embed="rId202">
            <a:extLst>
              <a:ext uri="{96DAC541-7B7A-43D3-8B79-37D633B846F1}">
                <asvg:svgBlip xmlns:asvg="http://schemas.microsoft.com/office/drawing/2016/SVG/main" r:embed="rId203"/>
              </a:ext>
            </a:extLst>
          </a:blip>
          <a:stretch>
            <a:fillRect/>
          </a:stretch>
        </p:blipFill>
        <p:spPr>
          <a:xfrm>
            <a:off x="8344687" y="2950606"/>
            <a:ext cx="274320" cy="274320"/>
          </a:xfrm>
          <a:prstGeom prst="rect">
            <a:avLst/>
          </a:prstGeom>
        </p:spPr>
      </p:pic>
      <p:pic>
        <p:nvPicPr>
          <p:cNvPr id="414" name="Graphic 413" descr="cloud upload icon">
            <a:extLst>
              <a:ext uri="{FF2B5EF4-FFF2-40B4-BE49-F238E27FC236}">
                <a16:creationId xmlns:a16="http://schemas.microsoft.com/office/drawing/2014/main" id="{F14CB486-764B-019D-768B-B692A22AB909}"/>
              </a:ext>
            </a:extLst>
          </p:cNvPr>
          <p:cNvPicPr>
            <a:picLocks noChangeAspect="1"/>
          </p:cNvPicPr>
          <p:nvPr/>
        </p:nvPicPr>
        <p:blipFill>
          <a:blip r:embed="rId204">
            <a:extLst>
              <a:ext uri="{96DAC541-7B7A-43D3-8B79-37D633B846F1}">
                <asvg:svgBlip xmlns:asvg="http://schemas.microsoft.com/office/drawing/2016/SVG/main" r:embed="rId205"/>
              </a:ext>
            </a:extLst>
          </a:blip>
          <a:stretch>
            <a:fillRect/>
          </a:stretch>
        </p:blipFill>
        <p:spPr>
          <a:xfrm>
            <a:off x="8696560" y="2950606"/>
            <a:ext cx="274320" cy="274320"/>
          </a:xfrm>
          <a:prstGeom prst="rect">
            <a:avLst/>
          </a:prstGeom>
        </p:spPr>
      </p:pic>
      <p:pic>
        <p:nvPicPr>
          <p:cNvPr id="415" name="Graphic 414" descr="upload icon">
            <a:extLst>
              <a:ext uri="{FF2B5EF4-FFF2-40B4-BE49-F238E27FC236}">
                <a16:creationId xmlns:a16="http://schemas.microsoft.com/office/drawing/2014/main" id="{3ACD5FDC-F49B-4E92-EBA5-477DF150A8D4}"/>
              </a:ext>
            </a:extLst>
          </p:cNvPr>
          <p:cNvPicPr>
            <a:picLocks noChangeAspect="1"/>
          </p:cNvPicPr>
          <p:nvPr/>
        </p:nvPicPr>
        <p:blipFill>
          <a:blip r:embed="rId206">
            <a:extLst>
              <a:ext uri="{96DAC541-7B7A-43D3-8B79-37D633B846F1}">
                <asvg:svgBlip xmlns:asvg="http://schemas.microsoft.com/office/drawing/2016/SVG/main" r:embed="rId207"/>
              </a:ext>
            </a:extLst>
          </a:blip>
          <a:stretch>
            <a:fillRect/>
          </a:stretch>
        </p:blipFill>
        <p:spPr>
          <a:xfrm>
            <a:off x="9048433" y="2950606"/>
            <a:ext cx="274320" cy="274320"/>
          </a:xfrm>
          <a:prstGeom prst="rect">
            <a:avLst/>
          </a:prstGeom>
        </p:spPr>
      </p:pic>
      <p:pic>
        <p:nvPicPr>
          <p:cNvPr id="416" name="Graphic 415" descr="download i">
            <a:extLst>
              <a:ext uri="{FF2B5EF4-FFF2-40B4-BE49-F238E27FC236}">
                <a16:creationId xmlns:a16="http://schemas.microsoft.com/office/drawing/2014/main" id="{E3A2D58E-03A5-2AA7-57AC-1CD6EA000E54}"/>
              </a:ext>
            </a:extLst>
          </p:cNvPr>
          <p:cNvPicPr>
            <a:picLocks noChangeAspect="1"/>
          </p:cNvPicPr>
          <p:nvPr/>
        </p:nvPicPr>
        <p:blipFill>
          <a:blip r:embed="rId208">
            <a:extLst>
              <a:ext uri="{96DAC541-7B7A-43D3-8B79-37D633B846F1}">
                <asvg:svgBlip xmlns:asvg="http://schemas.microsoft.com/office/drawing/2016/SVG/main" r:embed="rId209"/>
              </a:ext>
            </a:extLst>
          </a:blip>
          <a:stretch>
            <a:fillRect/>
          </a:stretch>
        </p:blipFill>
        <p:spPr>
          <a:xfrm>
            <a:off x="9400306" y="2950606"/>
            <a:ext cx="274320" cy="274320"/>
          </a:xfrm>
          <a:prstGeom prst="rect">
            <a:avLst/>
          </a:prstGeom>
        </p:spPr>
      </p:pic>
      <p:pic>
        <p:nvPicPr>
          <p:cNvPr id="417" name="Graphic 416" descr="dropzone icon">
            <a:extLst>
              <a:ext uri="{FF2B5EF4-FFF2-40B4-BE49-F238E27FC236}">
                <a16:creationId xmlns:a16="http://schemas.microsoft.com/office/drawing/2014/main" id="{69F24AFD-BD91-7267-4F8B-F7EFB1C9A4A4}"/>
              </a:ext>
            </a:extLst>
          </p:cNvPr>
          <p:cNvPicPr>
            <a:picLocks noChangeAspect="1"/>
          </p:cNvPicPr>
          <p:nvPr/>
        </p:nvPicPr>
        <p:blipFill>
          <a:blip r:embed="rId210">
            <a:extLst>
              <a:ext uri="{96DAC541-7B7A-43D3-8B79-37D633B846F1}">
                <asvg:svgBlip xmlns:asvg="http://schemas.microsoft.com/office/drawing/2016/SVG/main" r:embed="rId211"/>
              </a:ext>
            </a:extLst>
          </a:blip>
          <a:stretch>
            <a:fillRect/>
          </a:stretch>
        </p:blipFill>
        <p:spPr>
          <a:xfrm>
            <a:off x="9752179" y="2950606"/>
            <a:ext cx="274320" cy="274320"/>
          </a:xfrm>
          <a:prstGeom prst="rect">
            <a:avLst/>
          </a:prstGeom>
        </p:spPr>
      </p:pic>
      <p:pic>
        <p:nvPicPr>
          <p:cNvPr id="418" name="Graphic 417" descr="share icon">
            <a:extLst>
              <a:ext uri="{FF2B5EF4-FFF2-40B4-BE49-F238E27FC236}">
                <a16:creationId xmlns:a16="http://schemas.microsoft.com/office/drawing/2014/main" id="{91607F67-8D2E-10EB-65B5-95AB865AA308}"/>
              </a:ext>
            </a:extLst>
          </p:cNvPr>
          <p:cNvPicPr>
            <a:picLocks noChangeAspect="1"/>
          </p:cNvPicPr>
          <p:nvPr/>
        </p:nvPicPr>
        <p:blipFill>
          <a:blip r:embed="rId212">
            <a:extLst>
              <a:ext uri="{96DAC541-7B7A-43D3-8B79-37D633B846F1}">
                <asvg:svgBlip xmlns:asvg="http://schemas.microsoft.com/office/drawing/2016/SVG/main" r:embed="rId213"/>
              </a:ext>
            </a:extLst>
          </a:blip>
          <a:stretch>
            <a:fillRect/>
          </a:stretch>
        </p:blipFill>
        <p:spPr>
          <a:xfrm>
            <a:off x="10104052" y="2950606"/>
            <a:ext cx="274320" cy="274320"/>
          </a:xfrm>
          <a:prstGeom prst="rect">
            <a:avLst/>
          </a:prstGeom>
        </p:spPr>
      </p:pic>
      <p:pic>
        <p:nvPicPr>
          <p:cNvPr id="419" name="Graphic 418" descr="database icon">
            <a:extLst>
              <a:ext uri="{FF2B5EF4-FFF2-40B4-BE49-F238E27FC236}">
                <a16:creationId xmlns:a16="http://schemas.microsoft.com/office/drawing/2014/main" id="{445958E5-2A40-06E9-D26C-8A7FC37CE0EC}"/>
              </a:ext>
            </a:extLst>
          </p:cNvPr>
          <p:cNvPicPr>
            <a:picLocks noChangeAspect="1"/>
          </p:cNvPicPr>
          <p:nvPr/>
        </p:nvPicPr>
        <p:blipFill>
          <a:blip r:embed="rId214">
            <a:extLst>
              <a:ext uri="{96DAC541-7B7A-43D3-8B79-37D633B846F1}">
                <asvg:svgBlip xmlns:asvg="http://schemas.microsoft.com/office/drawing/2016/SVG/main" r:embed="rId215"/>
              </a:ext>
            </a:extLst>
          </a:blip>
          <a:stretch>
            <a:fillRect/>
          </a:stretch>
        </p:blipFill>
        <p:spPr>
          <a:xfrm>
            <a:off x="10461640" y="2950606"/>
            <a:ext cx="274320" cy="274320"/>
          </a:xfrm>
          <a:prstGeom prst="rect">
            <a:avLst/>
          </a:prstGeom>
        </p:spPr>
      </p:pic>
      <p:sp>
        <p:nvSpPr>
          <p:cNvPr id="420" name="TextBox 419">
            <a:extLst>
              <a:ext uri="{FF2B5EF4-FFF2-40B4-BE49-F238E27FC236}">
                <a16:creationId xmlns:a16="http://schemas.microsoft.com/office/drawing/2014/main" id="{7A09404A-3A14-6E67-C509-2CB8163256B9}"/>
              </a:ext>
            </a:extLst>
          </p:cNvPr>
          <p:cNvSpPr txBox="1"/>
          <p:nvPr/>
        </p:nvSpPr>
        <p:spPr>
          <a:xfrm>
            <a:off x="6496341" y="3457132"/>
            <a:ext cx="716863" cy="2330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  <a:spcBef>
                <a:spcPts val="900"/>
              </a:spcBef>
            </a:pPr>
            <a:r>
              <a:rPr lang="en-US" sz="900" b="1">
                <a:solidFill>
                  <a:schemeClr val="bg1"/>
                </a:solidFill>
              </a:rPr>
              <a:t>Generative</a:t>
            </a:r>
          </a:p>
        </p:txBody>
      </p:sp>
      <p:pic>
        <p:nvPicPr>
          <p:cNvPr id="421" name="Graphic 420" descr="generate icon">
            <a:extLst>
              <a:ext uri="{FF2B5EF4-FFF2-40B4-BE49-F238E27FC236}">
                <a16:creationId xmlns:a16="http://schemas.microsoft.com/office/drawing/2014/main" id="{534D15F2-1086-24B8-C481-736133E88EF2}"/>
              </a:ext>
            </a:extLst>
          </p:cNvPr>
          <p:cNvPicPr>
            <a:picLocks noChangeAspect="1"/>
          </p:cNvPicPr>
          <p:nvPr/>
        </p:nvPicPr>
        <p:blipFill>
          <a:blip r:embed="rId216">
            <a:extLst>
              <a:ext uri="{96DAC541-7B7A-43D3-8B79-37D633B846F1}">
                <asvg:svgBlip xmlns:asvg="http://schemas.microsoft.com/office/drawing/2016/SVG/main" r:embed="rId217"/>
              </a:ext>
            </a:extLst>
          </a:blip>
          <a:stretch>
            <a:fillRect/>
          </a:stretch>
        </p:blipFill>
        <p:spPr>
          <a:xfrm>
            <a:off x="7640941" y="3457132"/>
            <a:ext cx="274320" cy="274320"/>
          </a:xfrm>
          <a:prstGeom prst="rect">
            <a:avLst/>
          </a:prstGeom>
        </p:spPr>
      </p:pic>
      <p:pic>
        <p:nvPicPr>
          <p:cNvPr id="422" name="Graphic 421" descr="prompt icon">
            <a:extLst>
              <a:ext uri="{FF2B5EF4-FFF2-40B4-BE49-F238E27FC236}">
                <a16:creationId xmlns:a16="http://schemas.microsoft.com/office/drawing/2014/main" id="{CAA66719-1AF2-F1D5-9D5B-9D4310ADFD7F}"/>
              </a:ext>
            </a:extLst>
          </p:cNvPr>
          <p:cNvPicPr>
            <a:picLocks noChangeAspect="1"/>
          </p:cNvPicPr>
          <p:nvPr/>
        </p:nvPicPr>
        <p:blipFill>
          <a:blip r:embed="rId218">
            <a:extLst>
              <a:ext uri="{96DAC541-7B7A-43D3-8B79-37D633B846F1}">
                <asvg:svgBlip xmlns:asvg="http://schemas.microsoft.com/office/drawing/2016/SVG/main" r:embed="rId219"/>
              </a:ext>
            </a:extLst>
          </a:blip>
          <a:stretch>
            <a:fillRect/>
          </a:stretch>
        </p:blipFill>
        <p:spPr>
          <a:xfrm>
            <a:off x="7992814" y="3457132"/>
            <a:ext cx="274320" cy="274320"/>
          </a:xfrm>
          <a:prstGeom prst="rect">
            <a:avLst/>
          </a:prstGeom>
        </p:spPr>
      </p:pic>
      <p:pic>
        <p:nvPicPr>
          <p:cNvPr id="423" name="Graphic 422" descr="generative speech icon">
            <a:extLst>
              <a:ext uri="{FF2B5EF4-FFF2-40B4-BE49-F238E27FC236}">
                <a16:creationId xmlns:a16="http://schemas.microsoft.com/office/drawing/2014/main" id="{1AC4833F-ECE3-29DB-B688-4E781CCF82CE}"/>
              </a:ext>
            </a:extLst>
          </p:cNvPr>
          <p:cNvPicPr>
            <a:picLocks noChangeAspect="1"/>
          </p:cNvPicPr>
          <p:nvPr/>
        </p:nvPicPr>
        <p:blipFill>
          <a:blip r:embed="rId220">
            <a:extLst>
              <a:ext uri="{96DAC541-7B7A-43D3-8B79-37D633B846F1}">
                <asvg:svgBlip xmlns:asvg="http://schemas.microsoft.com/office/drawing/2016/SVG/main" r:embed="rId221"/>
              </a:ext>
            </a:extLst>
          </a:blip>
          <a:stretch>
            <a:fillRect/>
          </a:stretch>
        </p:blipFill>
        <p:spPr>
          <a:xfrm>
            <a:off x="8344687" y="3457132"/>
            <a:ext cx="274320" cy="274320"/>
          </a:xfrm>
          <a:prstGeom prst="rect">
            <a:avLst/>
          </a:prstGeom>
        </p:spPr>
      </p:pic>
      <p:pic>
        <p:nvPicPr>
          <p:cNvPr id="424" name="Graphic 423" descr="generative image icon">
            <a:extLst>
              <a:ext uri="{FF2B5EF4-FFF2-40B4-BE49-F238E27FC236}">
                <a16:creationId xmlns:a16="http://schemas.microsoft.com/office/drawing/2014/main" id="{7F66AF20-7C27-699D-AEE5-2B0EE0930F52}"/>
              </a:ext>
            </a:extLst>
          </p:cNvPr>
          <p:cNvPicPr>
            <a:picLocks noChangeAspect="1"/>
          </p:cNvPicPr>
          <p:nvPr/>
        </p:nvPicPr>
        <p:blipFill>
          <a:blip r:embed="rId222">
            <a:extLst>
              <a:ext uri="{96DAC541-7B7A-43D3-8B79-37D633B846F1}">
                <asvg:svgBlip xmlns:asvg="http://schemas.microsoft.com/office/drawing/2016/SVG/main" r:embed="rId223"/>
              </a:ext>
            </a:extLst>
          </a:blip>
          <a:stretch>
            <a:fillRect/>
          </a:stretch>
        </p:blipFill>
        <p:spPr>
          <a:xfrm>
            <a:off x="8696560" y="3457132"/>
            <a:ext cx="274320" cy="274320"/>
          </a:xfrm>
          <a:prstGeom prst="rect">
            <a:avLst/>
          </a:prstGeom>
        </p:spPr>
      </p:pic>
      <p:sp>
        <p:nvSpPr>
          <p:cNvPr id="425" name="TextBox 424">
            <a:extLst>
              <a:ext uri="{FF2B5EF4-FFF2-40B4-BE49-F238E27FC236}">
                <a16:creationId xmlns:a16="http://schemas.microsoft.com/office/drawing/2014/main" id="{927ED52F-F4B9-CB44-E478-76DC29CD368F}"/>
              </a:ext>
            </a:extLst>
          </p:cNvPr>
          <p:cNvSpPr txBox="1"/>
          <p:nvPr/>
        </p:nvSpPr>
        <p:spPr>
          <a:xfrm>
            <a:off x="6496341" y="3963658"/>
            <a:ext cx="957313" cy="2330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  <a:spcBef>
                <a:spcPts val="900"/>
              </a:spcBef>
            </a:pPr>
            <a:r>
              <a:rPr lang="en-US" sz="900" b="1">
                <a:solidFill>
                  <a:schemeClr val="bg1"/>
                </a:solidFill>
              </a:rPr>
              <a:t>Location &amp; time</a:t>
            </a:r>
          </a:p>
        </p:txBody>
      </p:sp>
      <p:pic>
        <p:nvPicPr>
          <p:cNvPr id="426" name="Graphic 425" descr="clock icon">
            <a:extLst>
              <a:ext uri="{FF2B5EF4-FFF2-40B4-BE49-F238E27FC236}">
                <a16:creationId xmlns:a16="http://schemas.microsoft.com/office/drawing/2014/main" id="{6CC195CB-47EF-5ACD-71A5-0602F250603F}"/>
              </a:ext>
            </a:extLst>
          </p:cNvPr>
          <p:cNvPicPr>
            <a:picLocks noChangeAspect="1"/>
          </p:cNvPicPr>
          <p:nvPr/>
        </p:nvPicPr>
        <p:blipFill>
          <a:blip r:embed="rId224">
            <a:extLst>
              <a:ext uri="{96DAC541-7B7A-43D3-8B79-37D633B846F1}">
                <asvg:svgBlip xmlns:asvg="http://schemas.microsoft.com/office/drawing/2016/SVG/main" r:embed="rId225"/>
              </a:ext>
            </a:extLst>
          </a:blip>
          <a:stretch>
            <a:fillRect/>
          </a:stretch>
        </p:blipFill>
        <p:spPr>
          <a:xfrm>
            <a:off x="7640941" y="3963658"/>
            <a:ext cx="274320" cy="274320"/>
          </a:xfrm>
          <a:prstGeom prst="rect">
            <a:avLst/>
          </a:prstGeom>
        </p:spPr>
      </p:pic>
      <p:pic>
        <p:nvPicPr>
          <p:cNvPr id="427" name="Graphic 426" descr="stopwatch icon">
            <a:extLst>
              <a:ext uri="{FF2B5EF4-FFF2-40B4-BE49-F238E27FC236}">
                <a16:creationId xmlns:a16="http://schemas.microsoft.com/office/drawing/2014/main" id="{BE79920A-7C8E-E4F9-828B-1A79F5542DE0}"/>
              </a:ext>
            </a:extLst>
          </p:cNvPr>
          <p:cNvPicPr>
            <a:picLocks noChangeAspect="1"/>
          </p:cNvPicPr>
          <p:nvPr/>
        </p:nvPicPr>
        <p:blipFill>
          <a:blip r:embed="rId226">
            <a:extLst>
              <a:ext uri="{96DAC541-7B7A-43D3-8B79-37D633B846F1}">
                <asvg:svgBlip xmlns:asvg="http://schemas.microsoft.com/office/drawing/2016/SVG/main" r:embed="rId227"/>
              </a:ext>
            </a:extLst>
          </a:blip>
          <a:stretch>
            <a:fillRect/>
          </a:stretch>
        </p:blipFill>
        <p:spPr>
          <a:xfrm>
            <a:off x="7992814" y="3963658"/>
            <a:ext cx="274320" cy="274320"/>
          </a:xfrm>
          <a:prstGeom prst="rect">
            <a:avLst/>
          </a:prstGeom>
        </p:spPr>
      </p:pic>
      <p:pic>
        <p:nvPicPr>
          <p:cNvPr id="428" name="Graphic 427" descr="calendar icon">
            <a:extLst>
              <a:ext uri="{FF2B5EF4-FFF2-40B4-BE49-F238E27FC236}">
                <a16:creationId xmlns:a16="http://schemas.microsoft.com/office/drawing/2014/main" id="{CE11CEED-67BA-7660-E4BC-230856515F48}"/>
              </a:ext>
            </a:extLst>
          </p:cNvPr>
          <p:cNvPicPr>
            <a:picLocks noChangeAspect="1"/>
          </p:cNvPicPr>
          <p:nvPr/>
        </p:nvPicPr>
        <p:blipFill>
          <a:blip r:embed="rId228">
            <a:extLst>
              <a:ext uri="{96DAC541-7B7A-43D3-8B79-37D633B846F1}">
                <asvg:svgBlip xmlns:asvg="http://schemas.microsoft.com/office/drawing/2016/SVG/main" r:embed="rId229"/>
              </a:ext>
            </a:extLst>
          </a:blip>
          <a:stretch>
            <a:fillRect/>
          </a:stretch>
        </p:blipFill>
        <p:spPr>
          <a:xfrm>
            <a:off x="8344687" y="3963658"/>
            <a:ext cx="274320" cy="274320"/>
          </a:xfrm>
          <a:prstGeom prst="rect">
            <a:avLst/>
          </a:prstGeom>
        </p:spPr>
      </p:pic>
      <p:pic>
        <p:nvPicPr>
          <p:cNvPr id="429" name="Graphic 428" descr="location icon">
            <a:extLst>
              <a:ext uri="{FF2B5EF4-FFF2-40B4-BE49-F238E27FC236}">
                <a16:creationId xmlns:a16="http://schemas.microsoft.com/office/drawing/2014/main" id="{01B3BDD9-6C5F-DCD2-E9E8-A004BC63FDD2}"/>
              </a:ext>
            </a:extLst>
          </p:cNvPr>
          <p:cNvPicPr>
            <a:picLocks noChangeAspect="1"/>
          </p:cNvPicPr>
          <p:nvPr/>
        </p:nvPicPr>
        <p:blipFill>
          <a:blip r:embed="rId230">
            <a:extLst>
              <a:ext uri="{96DAC541-7B7A-43D3-8B79-37D633B846F1}">
                <asvg:svgBlip xmlns:asvg="http://schemas.microsoft.com/office/drawing/2016/SVG/main" r:embed="rId231"/>
              </a:ext>
            </a:extLst>
          </a:blip>
          <a:stretch>
            <a:fillRect/>
          </a:stretch>
        </p:blipFill>
        <p:spPr>
          <a:xfrm>
            <a:off x="8696560" y="3963658"/>
            <a:ext cx="274320" cy="274320"/>
          </a:xfrm>
          <a:prstGeom prst="rect">
            <a:avLst/>
          </a:prstGeom>
        </p:spPr>
      </p:pic>
      <p:pic>
        <p:nvPicPr>
          <p:cNvPr id="430" name="Graphic 429" descr="home icon">
            <a:extLst>
              <a:ext uri="{FF2B5EF4-FFF2-40B4-BE49-F238E27FC236}">
                <a16:creationId xmlns:a16="http://schemas.microsoft.com/office/drawing/2014/main" id="{6CF6EEE8-6E09-2092-376C-076609135056}"/>
              </a:ext>
            </a:extLst>
          </p:cNvPr>
          <p:cNvPicPr>
            <a:picLocks noChangeAspect="1"/>
          </p:cNvPicPr>
          <p:nvPr/>
        </p:nvPicPr>
        <p:blipFill>
          <a:blip r:embed="rId232">
            <a:extLst>
              <a:ext uri="{96DAC541-7B7A-43D3-8B79-37D633B846F1}">
                <asvg:svgBlip xmlns:asvg="http://schemas.microsoft.com/office/drawing/2016/SVG/main" r:embed="rId233"/>
              </a:ext>
            </a:extLst>
          </a:blip>
          <a:stretch>
            <a:fillRect/>
          </a:stretch>
        </p:blipFill>
        <p:spPr>
          <a:xfrm>
            <a:off x="9048433" y="3963658"/>
            <a:ext cx="274320" cy="274320"/>
          </a:xfrm>
          <a:prstGeom prst="rect">
            <a:avLst/>
          </a:prstGeom>
        </p:spPr>
      </p:pic>
      <p:pic>
        <p:nvPicPr>
          <p:cNvPr id="431" name="Graphic 430" descr="enterprise icon">
            <a:extLst>
              <a:ext uri="{FF2B5EF4-FFF2-40B4-BE49-F238E27FC236}">
                <a16:creationId xmlns:a16="http://schemas.microsoft.com/office/drawing/2014/main" id="{1C04A07B-3B83-BDF0-8833-9B2562F61AFF}"/>
              </a:ext>
            </a:extLst>
          </p:cNvPr>
          <p:cNvPicPr>
            <a:picLocks noChangeAspect="1"/>
          </p:cNvPicPr>
          <p:nvPr/>
        </p:nvPicPr>
        <p:blipFill>
          <a:blip r:embed="rId234">
            <a:extLst>
              <a:ext uri="{96DAC541-7B7A-43D3-8B79-37D633B846F1}">
                <asvg:svgBlip xmlns:asvg="http://schemas.microsoft.com/office/drawing/2016/SVG/main" r:embed="rId235"/>
              </a:ext>
            </a:extLst>
          </a:blip>
          <a:stretch>
            <a:fillRect/>
          </a:stretch>
        </p:blipFill>
        <p:spPr>
          <a:xfrm>
            <a:off x="9400306" y="3963658"/>
            <a:ext cx="274320" cy="274320"/>
          </a:xfrm>
          <a:prstGeom prst="rect">
            <a:avLst/>
          </a:prstGeom>
        </p:spPr>
      </p:pic>
      <p:pic>
        <p:nvPicPr>
          <p:cNvPr id="432" name="Graphic 431" descr="small business icon">
            <a:extLst>
              <a:ext uri="{FF2B5EF4-FFF2-40B4-BE49-F238E27FC236}">
                <a16:creationId xmlns:a16="http://schemas.microsoft.com/office/drawing/2014/main" id="{1A40A08D-B204-B74D-AC7D-6AD570C9BA5E}"/>
              </a:ext>
            </a:extLst>
          </p:cNvPr>
          <p:cNvPicPr>
            <a:picLocks noChangeAspect="1"/>
          </p:cNvPicPr>
          <p:nvPr/>
        </p:nvPicPr>
        <p:blipFill>
          <a:blip r:embed="rId236">
            <a:extLst>
              <a:ext uri="{96DAC541-7B7A-43D3-8B79-37D633B846F1}">
                <asvg:svgBlip xmlns:asvg="http://schemas.microsoft.com/office/drawing/2016/SVG/main" r:embed="rId237"/>
              </a:ext>
            </a:extLst>
          </a:blip>
          <a:stretch>
            <a:fillRect/>
          </a:stretch>
        </p:blipFill>
        <p:spPr>
          <a:xfrm>
            <a:off x="9752179" y="3963658"/>
            <a:ext cx="274320" cy="274320"/>
          </a:xfrm>
          <a:prstGeom prst="rect">
            <a:avLst/>
          </a:prstGeom>
        </p:spPr>
      </p:pic>
      <p:pic>
        <p:nvPicPr>
          <p:cNvPr id="433" name="Graphic 432" descr="earth icon">
            <a:extLst>
              <a:ext uri="{FF2B5EF4-FFF2-40B4-BE49-F238E27FC236}">
                <a16:creationId xmlns:a16="http://schemas.microsoft.com/office/drawing/2014/main" id="{067F67C1-0B23-D267-28F8-A7408F4AB250}"/>
              </a:ext>
            </a:extLst>
          </p:cNvPr>
          <p:cNvPicPr>
            <a:picLocks noChangeAspect="1"/>
          </p:cNvPicPr>
          <p:nvPr/>
        </p:nvPicPr>
        <p:blipFill>
          <a:blip r:embed="rId238">
            <a:extLst>
              <a:ext uri="{96DAC541-7B7A-43D3-8B79-37D633B846F1}">
                <asvg:svgBlip xmlns:asvg="http://schemas.microsoft.com/office/drawing/2016/SVG/main" r:embed="rId239"/>
              </a:ext>
            </a:extLst>
          </a:blip>
          <a:stretch>
            <a:fillRect/>
          </a:stretch>
        </p:blipFill>
        <p:spPr>
          <a:xfrm>
            <a:off x="10104052" y="3963658"/>
            <a:ext cx="274320" cy="274320"/>
          </a:xfrm>
          <a:prstGeom prst="rect">
            <a:avLst/>
          </a:prstGeom>
        </p:spPr>
      </p:pic>
      <p:sp>
        <p:nvSpPr>
          <p:cNvPr id="434" name="TextBox 433">
            <a:extLst>
              <a:ext uri="{FF2B5EF4-FFF2-40B4-BE49-F238E27FC236}">
                <a16:creationId xmlns:a16="http://schemas.microsoft.com/office/drawing/2014/main" id="{DE6129B3-182C-E7A6-9967-9AC2645FC7BB}"/>
              </a:ext>
            </a:extLst>
          </p:cNvPr>
          <p:cNvSpPr txBox="1"/>
          <p:nvPr/>
        </p:nvSpPr>
        <p:spPr>
          <a:xfrm>
            <a:off x="6496341" y="4470184"/>
            <a:ext cx="450764" cy="2330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  <a:spcBef>
                <a:spcPts val="900"/>
              </a:spcBef>
            </a:pPr>
            <a:r>
              <a:rPr lang="en-US" sz="900" b="1">
                <a:solidFill>
                  <a:schemeClr val="bg1"/>
                </a:solidFill>
              </a:rPr>
              <a:t>Users</a:t>
            </a:r>
          </a:p>
        </p:txBody>
      </p:sp>
      <p:pic>
        <p:nvPicPr>
          <p:cNvPr id="435" name="Graphic 434" descr="user icon">
            <a:extLst>
              <a:ext uri="{FF2B5EF4-FFF2-40B4-BE49-F238E27FC236}">
                <a16:creationId xmlns:a16="http://schemas.microsoft.com/office/drawing/2014/main" id="{1C6FF307-C0D9-CECD-F71E-0F81604B55D9}"/>
              </a:ext>
            </a:extLst>
          </p:cNvPr>
          <p:cNvPicPr>
            <a:picLocks noChangeAspect="1"/>
          </p:cNvPicPr>
          <p:nvPr/>
        </p:nvPicPr>
        <p:blipFill>
          <a:blip r:embed="rId240">
            <a:extLst>
              <a:ext uri="{96DAC541-7B7A-43D3-8B79-37D633B846F1}">
                <asvg:svgBlip xmlns:asvg="http://schemas.microsoft.com/office/drawing/2016/SVG/main" r:embed="rId241"/>
              </a:ext>
            </a:extLst>
          </a:blip>
          <a:stretch>
            <a:fillRect/>
          </a:stretch>
        </p:blipFill>
        <p:spPr>
          <a:xfrm>
            <a:off x="7640941" y="4470184"/>
            <a:ext cx="274320" cy="274320"/>
          </a:xfrm>
          <a:prstGeom prst="rect">
            <a:avLst/>
          </a:prstGeom>
        </p:spPr>
      </p:pic>
      <p:pic>
        <p:nvPicPr>
          <p:cNvPr id="436" name="Graphic 435" descr="two users icon">
            <a:extLst>
              <a:ext uri="{FF2B5EF4-FFF2-40B4-BE49-F238E27FC236}">
                <a16:creationId xmlns:a16="http://schemas.microsoft.com/office/drawing/2014/main" id="{F25333FE-71E8-78BC-1B25-A0AB4D9D5BA7}"/>
              </a:ext>
            </a:extLst>
          </p:cNvPr>
          <p:cNvPicPr>
            <a:picLocks noChangeAspect="1"/>
          </p:cNvPicPr>
          <p:nvPr/>
        </p:nvPicPr>
        <p:blipFill>
          <a:blip r:embed="rId242">
            <a:extLst>
              <a:ext uri="{96DAC541-7B7A-43D3-8B79-37D633B846F1}">
                <asvg:svgBlip xmlns:asvg="http://schemas.microsoft.com/office/drawing/2016/SVG/main" r:embed="rId243"/>
              </a:ext>
            </a:extLst>
          </a:blip>
          <a:stretch>
            <a:fillRect/>
          </a:stretch>
        </p:blipFill>
        <p:spPr>
          <a:xfrm>
            <a:off x="7992814" y="4470184"/>
            <a:ext cx="274320" cy="274320"/>
          </a:xfrm>
          <a:prstGeom prst="rect">
            <a:avLst/>
          </a:prstGeom>
        </p:spPr>
      </p:pic>
      <p:pic>
        <p:nvPicPr>
          <p:cNvPr id="437" name="Graphic 436" descr="team icon">
            <a:extLst>
              <a:ext uri="{FF2B5EF4-FFF2-40B4-BE49-F238E27FC236}">
                <a16:creationId xmlns:a16="http://schemas.microsoft.com/office/drawing/2014/main" id="{A7D3B88C-7003-6DDE-6C7D-5170B7804FA2}"/>
              </a:ext>
            </a:extLst>
          </p:cNvPr>
          <p:cNvPicPr>
            <a:picLocks noChangeAspect="1"/>
          </p:cNvPicPr>
          <p:nvPr/>
        </p:nvPicPr>
        <p:blipFill>
          <a:blip r:embed="rId244">
            <a:extLst>
              <a:ext uri="{96DAC541-7B7A-43D3-8B79-37D633B846F1}">
                <asvg:svgBlip xmlns:asvg="http://schemas.microsoft.com/office/drawing/2016/SVG/main" r:embed="rId245"/>
              </a:ext>
            </a:extLst>
          </a:blip>
          <a:stretch>
            <a:fillRect/>
          </a:stretch>
        </p:blipFill>
        <p:spPr>
          <a:xfrm>
            <a:off x="8344687" y="4470184"/>
            <a:ext cx="274320" cy="274320"/>
          </a:xfrm>
          <a:prstGeom prst="rect">
            <a:avLst/>
          </a:prstGeom>
        </p:spPr>
      </p:pic>
      <p:pic>
        <p:nvPicPr>
          <p:cNvPr id="438" name="Graphic 437" descr="avatar icon">
            <a:extLst>
              <a:ext uri="{FF2B5EF4-FFF2-40B4-BE49-F238E27FC236}">
                <a16:creationId xmlns:a16="http://schemas.microsoft.com/office/drawing/2014/main" id="{60CF3D03-4063-29D4-2441-44ECF7F433BA}"/>
              </a:ext>
            </a:extLst>
          </p:cNvPr>
          <p:cNvPicPr>
            <a:picLocks noChangeAspect="1"/>
          </p:cNvPicPr>
          <p:nvPr/>
        </p:nvPicPr>
        <p:blipFill>
          <a:blip r:embed="rId246">
            <a:extLst>
              <a:ext uri="{96DAC541-7B7A-43D3-8B79-37D633B846F1}">
                <asvg:svgBlip xmlns:asvg="http://schemas.microsoft.com/office/drawing/2016/SVG/main" r:embed="rId247"/>
              </a:ext>
            </a:extLst>
          </a:blip>
          <a:stretch>
            <a:fillRect/>
          </a:stretch>
        </p:blipFill>
        <p:spPr>
          <a:xfrm>
            <a:off x="8696560" y="4470184"/>
            <a:ext cx="274320" cy="274320"/>
          </a:xfrm>
          <a:prstGeom prst="rect">
            <a:avLst/>
          </a:prstGeom>
        </p:spPr>
      </p:pic>
      <p:sp>
        <p:nvSpPr>
          <p:cNvPr id="439" name="TextBox 438">
            <a:extLst>
              <a:ext uri="{FF2B5EF4-FFF2-40B4-BE49-F238E27FC236}">
                <a16:creationId xmlns:a16="http://schemas.microsoft.com/office/drawing/2014/main" id="{E629B5D7-B30D-E869-55E8-E28099FB5BA1}"/>
              </a:ext>
            </a:extLst>
          </p:cNvPr>
          <p:cNvSpPr txBox="1"/>
          <p:nvPr/>
        </p:nvSpPr>
        <p:spPr>
          <a:xfrm>
            <a:off x="6496341" y="4976708"/>
            <a:ext cx="404278" cy="2330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  <a:spcBef>
                <a:spcPts val="900"/>
              </a:spcBef>
            </a:pPr>
            <a:r>
              <a:rPr lang="en-US" sz="900" b="1">
                <a:solidFill>
                  <a:schemeClr val="bg1"/>
                </a:solidFill>
              </a:rPr>
              <a:t>Web</a:t>
            </a:r>
          </a:p>
        </p:txBody>
      </p:sp>
      <p:pic>
        <p:nvPicPr>
          <p:cNvPr id="440" name="Graphic 439" descr="code icon">
            <a:extLst>
              <a:ext uri="{FF2B5EF4-FFF2-40B4-BE49-F238E27FC236}">
                <a16:creationId xmlns:a16="http://schemas.microsoft.com/office/drawing/2014/main" id="{8D4023B7-8D86-86A0-81E5-97262380143F}"/>
              </a:ext>
            </a:extLst>
          </p:cNvPr>
          <p:cNvPicPr>
            <a:picLocks noChangeAspect="1"/>
          </p:cNvPicPr>
          <p:nvPr/>
        </p:nvPicPr>
        <p:blipFill>
          <a:blip r:embed="rId248">
            <a:extLst>
              <a:ext uri="{96DAC541-7B7A-43D3-8B79-37D633B846F1}">
                <asvg:svgBlip xmlns:asvg="http://schemas.microsoft.com/office/drawing/2016/SVG/main" r:embed="rId249"/>
              </a:ext>
            </a:extLst>
          </a:blip>
          <a:stretch>
            <a:fillRect/>
          </a:stretch>
        </p:blipFill>
        <p:spPr>
          <a:xfrm>
            <a:off x="7640941" y="4976708"/>
            <a:ext cx="274320" cy="274320"/>
          </a:xfrm>
          <a:prstGeom prst="rect">
            <a:avLst/>
          </a:prstGeom>
        </p:spPr>
      </p:pic>
      <p:pic>
        <p:nvPicPr>
          <p:cNvPr id="441" name="Graphic 440" descr="tag icon">
            <a:extLst>
              <a:ext uri="{FF2B5EF4-FFF2-40B4-BE49-F238E27FC236}">
                <a16:creationId xmlns:a16="http://schemas.microsoft.com/office/drawing/2014/main" id="{22BCD141-18A5-CAF3-866A-2F22E3A0DEBB}"/>
              </a:ext>
            </a:extLst>
          </p:cNvPr>
          <p:cNvPicPr>
            <a:picLocks noChangeAspect="1"/>
          </p:cNvPicPr>
          <p:nvPr/>
        </p:nvPicPr>
        <p:blipFill>
          <a:blip r:embed="rId250">
            <a:extLst>
              <a:ext uri="{96DAC541-7B7A-43D3-8B79-37D633B846F1}">
                <asvg:svgBlip xmlns:asvg="http://schemas.microsoft.com/office/drawing/2016/SVG/main" r:embed="rId251"/>
              </a:ext>
            </a:extLst>
          </a:blip>
          <a:stretch>
            <a:fillRect/>
          </a:stretch>
        </p:blipFill>
        <p:spPr>
          <a:xfrm>
            <a:off x="7992814" y="4976708"/>
            <a:ext cx="274320" cy="274320"/>
          </a:xfrm>
          <a:prstGeom prst="rect">
            <a:avLst/>
          </a:prstGeom>
        </p:spPr>
      </p:pic>
      <p:pic>
        <p:nvPicPr>
          <p:cNvPr id="442" name="Graphic 441" descr="page icon">
            <a:extLst>
              <a:ext uri="{FF2B5EF4-FFF2-40B4-BE49-F238E27FC236}">
                <a16:creationId xmlns:a16="http://schemas.microsoft.com/office/drawing/2014/main" id="{6ECD314A-1D6F-D342-98D4-B5E69372A95F}"/>
              </a:ext>
            </a:extLst>
          </p:cNvPr>
          <p:cNvPicPr>
            <a:picLocks noChangeAspect="1"/>
          </p:cNvPicPr>
          <p:nvPr/>
        </p:nvPicPr>
        <p:blipFill>
          <a:blip r:embed="rId252">
            <a:extLst>
              <a:ext uri="{96DAC541-7B7A-43D3-8B79-37D633B846F1}">
                <asvg:svgBlip xmlns:asvg="http://schemas.microsoft.com/office/drawing/2016/SVG/main" r:embed="rId253"/>
              </a:ext>
            </a:extLst>
          </a:blip>
          <a:stretch>
            <a:fillRect/>
          </a:stretch>
        </p:blipFill>
        <p:spPr>
          <a:xfrm>
            <a:off x="8344687" y="4976708"/>
            <a:ext cx="274320" cy="274320"/>
          </a:xfrm>
          <a:prstGeom prst="rect">
            <a:avLst/>
          </a:prstGeom>
        </p:spPr>
      </p:pic>
      <p:pic>
        <p:nvPicPr>
          <p:cNvPr id="443" name="Graphic 442" descr="app icon">
            <a:extLst>
              <a:ext uri="{FF2B5EF4-FFF2-40B4-BE49-F238E27FC236}">
                <a16:creationId xmlns:a16="http://schemas.microsoft.com/office/drawing/2014/main" id="{1D7C857F-467C-78C1-E539-F585919305DB}"/>
              </a:ext>
            </a:extLst>
          </p:cNvPr>
          <p:cNvPicPr>
            <a:picLocks noChangeAspect="1"/>
          </p:cNvPicPr>
          <p:nvPr/>
        </p:nvPicPr>
        <p:blipFill>
          <a:blip r:embed="rId254">
            <a:extLst>
              <a:ext uri="{96DAC541-7B7A-43D3-8B79-37D633B846F1}">
                <asvg:svgBlip xmlns:asvg="http://schemas.microsoft.com/office/drawing/2016/SVG/main" r:embed="rId255"/>
              </a:ext>
            </a:extLst>
          </a:blip>
          <a:stretch>
            <a:fillRect/>
          </a:stretch>
        </p:blipFill>
        <p:spPr>
          <a:xfrm>
            <a:off x="8696560" y="4976708"/>
            <a:ext cx="274320" cy="274320"/>
          </a:xfrm>
          <a:prstGeom prst="rect">
            <a:avLst/>
          </a:prstGeom>
        </p:spPr>
      </p:pic>
      <p:pic>
        <p:nvPicPr>
          <p:cNvPr id="444" name="Graphic 443" descr="wire globe icon">
            <a:extLst>
              <a:ext uri="{FF2B5EF4-FFF2-40B4-BE49-F238E27FC236}">
                <a16:creationId xmlns:a16="http://schemas.microsoft.com/office/drawing/2014/main" id="{0A942F55-F7BB-BD15-20A4-B3F0117C05DD}"/>
              </a:ext>
            </a:extLst>
          </p:cNvPr>
          <p:cNvPicPr>
            <a:picLocks noChangeAspect="1"/>
          </p:cNvPicPr>
          <p:nvPr/>
        </p:nvPicPr>
        <p:blipFill>
          <a:blip r:embed="rId256">
            <a:extLst>
              <a:ext uri="{96DAC541-7B7A-43D3-8B79-37D633B846F1}">
                <asvg:svgBlip xmlns:asvg="http://schemas.microsoft.com/office/drawing/2016/SVG/main" r:embed="rId257"/>
              </a:ext>
            </a:extLst>
          </a:blip>
          <a:stretch>
            <a:fillRect/>
          </a:stretch>
        </p:blipFill>
        <p:spPr>
          <a:xfrm>
            <a:off x="9048433" y="4976708"/>
            <a:ext cx="274320" cy="274320"/>
          </a:xfrm>
          <a:prstGeom prst="rect">
            <a:avLst/>
          </a:prstGeom>
        </p:spPr>
      </p:pic>
      <p:pic>
        <p:nvPicPr>
          <p:cNvPr id="445" name="Graphic 444" descr="link icon">
            <a:extLst>
              <a:ext uri="{FF2B5EF4-FFF2-40B4-BE49-F238E27FC236}">
                <a16:creationId xmlns:a16="http://schemas.microsoft.com/office/drawing/2014/main" id="{D0BD5E67-3FDD-C657-D7BC-EFCD9507C57C}"/>
              </a:ext>
            </a:extLst>
          </p:cNvPr>
          <p:cNvPicPr>
            <a:picLocks noChangeAspect="1"/>
          </p:cNvPicPr>
          <p:nvPr/>
        </p:nvPicPr>
        <p:blipFill>
          <a:blip r:embed="rId258">
            <a:extLst>
              <a:ext uri="{96DAC541-7B7A-43D3-8B79-37D633B846F1}">
                <asvg:svgBlip xmlns:asvg="http://schemas.microsoft.com/office/drawing/2016/SVG/main" r:embed="rId259"/>
              </a:ext>
            </a:extLst>
          </a:blip>
          <a:stretch>
            <a:fillRect/>
          </a:stretch>
        </p:blipFill>
        <p:spPr>
          <a:xfrm>
            <a:off x="9400306" y="4976708"/>
            <a:ext cx="274320" cy="27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21950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5A0ABEA-FFCD-F6EC-E2B3-4345FAB26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1360714"/>
            <a:ext cx="10972800" cy="946389"/>
          </a:xfrm>
        </p:spPr>
        <p:txBody>
          <a:bodyPr/>
          <a:lstStyle/>
          <a:p>
            <a:r>
              <a:rPr lang="en-US" dirty="0"/>
              <a:t>Adobe cloud and product icons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31C5EB-2F44-2006-390A-3B63B3072060}"/>
              </a:ext>
            </a:extLst>
          </p:cNvPr>
          <p:cNvSpPr txBox="1"/>
          <p:nvPr/>
        </p:nvSpPr>
        <p:spPr>
          <a:xfrm>
            <a:off x="693807" y="400165"/>
            <a:ext cx="948959" cy="233013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defPPr>
              <a:defRPr lang="en-US"/>
            </a:defPPr>
            <a:lvl1pPr>
              <a:lnSpc>
                <a:spcPct val="110000"/>
              </a:lnSpc>
              <a:spcBef>
                <a:spcPts val="900"/>
              </a:spcBef>
              <a:defRPr sz="900" b="1"/>
            </a:lvl1pPr>
          </a:lstStyle>
          <a:p>
            <a:r>
              <a:rPr lang="en-US" dirty="0"/>
              <a:t>Corporate</a:t>
            </a:r>
          </a:p>
        </p:txBody>
      </p:sp>
      <p:pic>
        <p:nvPicPr>
          <p:cNvPr id="2" name="Adobe logo" descr="Adobe logo">
            <a:extLst>
              <a:ext uri="{FF2B5EF4-FFF2-40B4-BE49-F238E27FC236}">
                <a16:creationId xmlns:a16="http://schemas.microsoft.com/office/drawing/2014/main" id="{E428DC7F-1CDF-B0A9-FEA0-E78A18ABD9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316583" y="281672"/>
            <a:ext cx="1558833" cy="376718"/>
          </a:xfrm>
          <a:prstGeom prst="rect">
            <a:avLst/>
          </a:prstGeom>
        </p:spPr>
      </p:pic>
      <p:grpSp>
        <p:nvGrpSpPr>
          <p:cNvPr id="8" name="Cloud Icons" descr="Cloud Icons&#10;">
            <a:extLst>
              <a:ext uri="{FF2B5EF4-FFF2-40B4-BE49-F238E27FC236}">
                <a16:creationId xmlns:a16="http://schemas.microsoft.com/office/drawing/2014/main" id="{40C4A93B-A93F-8D58-367A-6A5C6DD7EAF0}"/>
              </a:ext>
            </a:extLst>
          </p:cNvPr>
          <p:cNvGrpSpPr/>
          <p:nvPr/>
        </p:nvGrpSpPr>
        <p:grpSpPr>
          <a:xfrm>
            <a:off x="609600" y="917348"/>
            <a:ext cx="10972800" cy="786276"/>
            <a:chOff x="609600" y="917348"/>
            <a:chExt cx="10972800" cy="786276"/>
          </a:xfrm>
        </p:grpSpPr>
        <p:sp>
          <p:nvSpPr>
            <p:cNvPr id="21" name="Rectangle highlighting the three product Clouds">
              <a:extLst>
                <a:ext uri="{FF2B5EF4-FFF2-40B4-BE49-F238E27FC236}">
                  <a16:creationId xmlns:a16="http://schemas.microsoft.com/office/drawing/2014/main" id="{E587FCCF-2726-F815-7B97-7CCC887B4D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09600" y="917348"/>
              <a:ext cx="10972800" cy="78627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B4BDCC57-CC5E-6554-2EC3-C3429663C9F5}"/>
                </a:ext>
              </a:extLst>
            </p:cNvPr>
            <p:cNvSpPr txBox="1"/>
            <p:nvPr/>
          </p:nvSpPr>
          <p:spPr>
            <a:xfrm>
              <a:off x="9676190" y="1424343"/>
              <a:ext cx="1813895" cy="2330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10000"/>
                </a:lnSpc>
                <a:spcBef>
                  <a:spcPts val="900"/>
                </a:spcBef>
              </a:pPr>
              <a:r>
                <a:rPr lang="en-US" sz="900" b="1" dirty="0">
                  <a:latin typeface="Adobe Clean" panose="020B0503020404020204" pitchFamily="34" charset="0"/>
                </a:rPr>
                <a:t>Adobe Experience Cloud</a:t>
              </a:r>
            </a:p>
          </p:txBody>
        </p:sp>
        <p:pic>
          <p:nvPicPr>
            <p:cNvPr id="25" name="Adobe Experience Cloud icon" descr="Adobe Experience Cloud logo">
              <a:extLst>
                <a:ext uri="{FF2B5EF4-FFF2-40B4-BE49-F238E27FC236}">
                  <a16:creationId xmlns:a16="http://schemas.microsoft.com/office/drawing/2014/main" id="{4F9BA05B-DEBB-4A00-19C0-13814E626DE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>
            <a:xfrm>
              <a:off x="10354537" y="1021119"/>
              <a:ext cx="457200" cy="444500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019CC7B4-EC72-F95D-CF16-B72A6CE1321F}"/>
                </a:ext>
              </a:extLst>
            </p:cNvPr>
            <p:cNvSpPr txBox="1"/>
            <p:nvPr/>
          </p:nvSpPr>
          <p:spPr>
            <a:xfrm>
              <a:off x="7417520" y="1424343"/>
              <a:ext cx="1813895" cy="2330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10000"/>
                </a:lnSpc>
                <a:spcBef>
                  <a:spcPts val="900"/>
                </a:spcBef>
              </a:pPr>
              <a:r>
                <a:rPr lang="en-US" sz="900" b="1" dirty="0">
                  <a:latin typeface="Adobe Clean" panose="020B0503020404020204" pitchFamily="34" charset="0"/>
                </a:rPr>
                <a:t>Adobe Document Cloud</a:t>
              </a:r>
            </a:p>
          </p:txBody>
        </p:sp>
        <p:pic>
          <p:nvPicPr>
            <p:cNvPr id="27" name="Adobe Document Cloud icon" descr="Adobe Document Cloud logo">
              <a:extLst>
                <a:ext uri="{FF2B5EF4-FFF2-40B4-BE49-F238E27FC236}">
                  <a16:creationId xmlns:a16="http://schemas.microsoft.com/office/drawing/2014/main" id="{4589AEB8-693E-9FB7-F9AF-CC33464E0BC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>
            <a:xfrm>
              <a:off x="8095867" y="1021119"/>
              <a:ext cx="457200" cy="444500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8D5D687-DD4C-7D4C-6B51-6415CF01EE8B}"/>
                </a:ext>
              </a:extLst>
            </p:cNvPr>
            <p:cNvSpPr txBox="1"/>
            <p:nvPr/>
          </p:nvSpPr>
          <p:spPr>
            <a:xfrm>
              <a:off x="2024294" y="1424343"/>
              <a:ext cx="1813895" cy="2330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10000"/>
                </a:lnSpc>
                <a:spcBef>
                  <a:spcPts val="900"/>
                </a:spcBef>
              </a:pPr>
              <a:r>
                <a:rPr lang="en-US" sz="900" b="1" dirty="0">
                  <a:latin typeface="Adobe Clean" panose="020B0503020404020204" pitchFamily="34" charset="0"/>
                </a:rPr>
                <a:t>Adobe Creative Cloud</a:t>
              </a:r>
            </a:p>
          </p:txBody>
        </p:sp>
        <p:pic>
          <p:nvPicPr>
            <p:cNvPr id="23" name="Adobe Creative Cloud icon" descr="Adobe Creative Cloud logo">
              <a:extLst>
                <a:ext uri="{FF2B5EF4-FFF2-40B4-BE49-F238E27FC236}">
                  <a16:creationId xmlns:a16="http://schemas.microsoft.com/office/drawing/2014/main" id="{1818BCC1-5EA0-2A68-4096-73EFDA753B5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p:blipFill>
          <p:spPr>
            <a:xfrm>
              <a:off x="2702947" y="1021020"/>
              <a:ext cx="456588" cy="444698"/>
            </a:xfrm>
            <a:prstGeom prst="rect">
              <a:avLst/>
            </a:prstGeom>
          </p:spPr>
        </p:pic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3D828047-CE7D-C64F-9843-0A71AB137589}"/>
                </a:ext>
              </a:extLst>
            </p:cNvPr>
            <p:cNvSpPr txBox="1"/>
            <p:nvPr/>
          </p:nvSpPr>
          <p:spPr>
            <a:xfrm>
              <a:off x="693807" y="1217576"/>
              <a:ext cx="903252" cy="233013"/>
            </a:xfrm>
            <a:prstGeom prst="rect">
              <a:avLst/>
            </a:prstGeom>
            <a:noFill/>
          </p:spPr>
          <p:txBody>
            <a:bodyPr wrap="square" lIns="0" rtlCol="0">
              <a:spAutoFit/>
            </a:bodyPr>
            <a:lstStyle>
              <a:defPPr>
                <a:defRPr lang="en-US"/>
              </a:defPPr>
              <a:lvl1pPr>
                <a:lnSpc>
                  <a:spcPct val="110000"/>
                </a:lnSpc>
                <a:spcBef>
                  <a:spcPts val="900"/>
                </a:spcBef>
                <a:defRPr sz="900" b="1"/>
              </a:lvl1pPr>
            </a:lstStyle>
            <a:p>
              <a:r>
                <a:rPr lang="en-US" dirty="0"/>
                <a:t>Cloud</a:t>
              </a:r>
            </a:p>
          </p:txBody>
        </p: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CA9B2429-65C8-8648-B0A9-70EEA578DF10}"/>
              </a:ext>
            </a:extLst>
          </p:cNvPr>
          <p:cNvSpPr txBox="1"/>
          <p:nvPr/>
        </p:nvSpPr>
        <p:spPr>
          <a:xfrm>
            <a:off x="693806" y="3494970"/>
            <a:ext cx="1132841" cy="38536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algn="l">
              <a:lnSpc>
                <a:spcPct val="110000"/>
              </a:lnSpc>
              <a:spcBef>
                <a:spcPts val="900"/>
              </a:spcBef>
            </a:pPr>
            <a:r>
              <a:rPr lang="en-US" sz="900" b="1" dirty="0"/>
              <a:t>Applications </a:t>
            </a:r>
            <a:br>
              <a:rPr lang="en-US" sz="900" b="1" dirty="0"/>
            </a:br>
            <a:r>
              <a:rPr lang="en-US" sz="900" b="1" dirty="0"/>
              <a:t>and platforms</a:t>
            </a:r>
          </a:p>
        </p:txBody>
      </p:sp>
      <p:grpSp>
        <p:nvGrpSpPr>
          <p:cNvPr id="9" name="CC Product Icons" descr="Apps and Platforms Creative Cloud product icons">
            <a:extLst>
              <a:ext uri="{FF2B5EF4-FFF2-40B4-BE49-F238E27FC236}">
                <a16:creationId xmlns:a16="http://schemas.microsoft.com/office/drawing/2014/main" id="{D749E12B-3123-FD3A-A879-A979929B3242}"/>
              </a:ext>
            </a:extLst>
          </p:cNvPr>
          <p:cNvGrpSpPr/>
          <p:nvPr/>
        </p:nvGrpSpPr>
        <p:grpSpPr>
          <a:xfrm>
            <a:off x="1507096" y="1821337"/>
            <a:ext cx="5189900" cy="4582365"/>
            <a:chOff x="1507096" y="1821337"/>
            <a:chExt cx="5189900" cy="4582365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E5D0E23C-56FD-9A94-09C6-037DE7E84F98}"/>
                </a:ext>
              </a:extLst>
            </p:cNvPr>
            <p:cNvSpPr txBox="1"/>
            <p:nvPr/>
          </p:nvSpPr>
          <p:spPr>
            <a:xfrm>
              <a:off x="2188397" y="3003077"/>
              <a:ext cx="632678" cy="3244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640"/>
                </a:lnSpc>
              </a:pPr>
              <a:r>
                <a:rPr lang="en-US" sz="700" b="1" dirty="0">
                  <a:latin typeface="Adobe Clean" panose="020B0503020404020204" pitchFamily="34" charset="0"/>
                </a:rPr>
                <a:t>Adobe Photoshop Express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0E0C9BB-F258-B91E-D668-3A4B6B19F041}"/>
                </a:ext>
              </a:extLst>
            </p:cNvPr>
            <p:cNvSpPr txBox="1"/>
            <p:nvPr/>
          </p:nvSpPr>
          <p:spPr>
            <a:xfrm>
              <a:off x="5320456" y="6079254"/>
              <a:ext cx="728540" cy="3244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640"/>
                </a:lnSpc>
              </a:pPr>
              <a:r>
                <a:rPr lang="en-US" sz="700" b="1" dirty="0">
                  <a:latin typeface="Adobe Clean" panose="020B0503020404020204" pitchFamily="34" charset="0"/>
                </a:rPr>
                <a:t>Adobe Content Authenticity</a:t>
              </a:r>
            </a:p>
          </p:txBody>
        </p:sp>
        <p:pic>
          <p:nvPicPr>
            <p:cNvPr id="10" name="Adobe Content Authenticity icon" descr="Adobe Content Authenticity logo">
              <a:extLst>
                <a:ext uri="{FF2B5EF4-FFF2-40B4-BE49-F238E27FC236}">
                  <a16:creationId xmlns:a16="http://schemas.microsoft.com/office/drawing/2014/main" id="{D5AB0DDA-AE5E-ECB1-AF3F-CDB71A821239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p:blipFill>
          <p:spPr>
            <a:xfrm>
              <a:off x="5459248" y="5636508"/>
              <a:ext cx="457200" cy="457200"/>
            </a:xfrm>
            <a:prstGeom prst="rect">
              <a:avLst/>
            </a:prstGeom>
          </p:spPr>
        </p:pic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8D4871AE-2C01-D4B9-DF95-FFAF45E5A4B8}"/>
                </a:ext>
              </a:extLst>
            </p:cNvPr>
            <p:cNvSpPr txBox="1"/>
            <p:nvPr/>
          </p:nvSpPr>
          <p:spPr>
            <a:xfrm>
              <a:off x="4701331" y="6079254"/>
              <a:ext cx="728540" cy="1705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640"/>
                </a:lnSpc>
              </a:pPr>
              <a:r>
                <a:rPr lang="en-US" sz="700" b="1" dirty="0">
                  <a:latin typeface="Adobe Clean" panose="020B0503020404020204" pitchFamily="34" charset="0"/>
                </a:rPr>
                <a:t>Adobe Fonts</a:t>
              </a:r>
            </a:p>
          </p:txBody>
        </p:sp>
        <p:pic>
          <p:nvPicPr>
            <p:cNvPr id="6" name="Adobe Fonts icon" descr="Adobe Fonts logo">
              <a:extLst>
                <a:ext uri="{FF2B5EF4-FFF2-40B4-BE49-F238E27FC236}">
                  <a16:creationId xmlns:a16="http://schemas.microsoft.com/office/drawing/2014/main" id="{3E956C3B-4904-FD8D-9E85-6713D541DFE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 t="706" b="706"/>
            <a:stretch/>
          </p:blipFill>
          <p:spPr>
            <a:xfrm>
              <a:off x="4836999" y="5636512"/>
              <a:ext cx="464277" cy="446819"/>
            </a:xfrm>
            <a:prstGeom prst="rect">
              <a:avLst/>
            </a:prstGeom>
          </p:spPr>
        </p:pic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DB1F02D7-D4C7-5E59-1179-6CAAFF470BA6}"/>
                </a:ext>
              </a:extLst>
            </p:cNvPr>
            <p:cNvSpPr txBox="1"/>
            <p:nvPr/>
          </p:nvSpPr>
          <p:spPr>
            <a:xfrm>
              <a:off x="4069342" y="6079254"/>
              <a:ext cx="728540" cy="2475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640"/>
                </a:lnSpc>
              </a:pPr>
              <a:r>
                <a:rPr lang="en-US" sz="700" b="1" dirty="0">
                  <a:latin typeface="Adobe Clean" panose="020B0503020404020204" pitchFamily="34" charset="0"/>
                </a:rPr>
                <a:t>Adobe Portfolio</a:t>
              </a:r>
            </a:p>
          </p:txBody>
        </p:sp>
        <p:pic>
          <p:nvPicPr>
            <p:cNvPr id="129" name="Adobe Portfolio icon" descr="Adobe Portfolio logo">
              <a:extLst>
                <a:ext uri="{FF2B5EF4-FFF2-40B4-BE49-F238E27FC236}">
                  <a16:creationId xmlns:a16="http://schemas.microsoft.com/office/drawing/2014/main" id="{D623B8B5-19AD-34D2-7C66-4BDCA0A47477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/>
          </p:blipFill>
          <p:spPr>
            <a:xfrm>
              <a:off x="4198343" y="5637143"/>
              <a:ext cx="457200" cy="444500"/>
            </a:xfrm>
            <a:prstGeom prst="rect">
              <a:avLst/>
            </a:prstGeom>
          </p:spPr>
        </p:pic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272218C8-CD2A-434E-611B-EED633D619E3}"/>
                </a:ext>
              </a:extLst>
            </p:cNvPr>
            <p:cNvSpPr txBox="1"/>
            <p:nvPr/>
          </p:nvSpPr>
          <p:spPr>
            <a:xfrm>
              <a:off x="3424017" y="6079254"/>
              <a:ext cx="728540" cy="2475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640"/>
                </a:lnSpc>
              </a:pPr>
              <a:r>
                <a:rPr lang="en-US" sz="700" b="1" dirty="0">
                  <a:latin typeface="Adobe Clean" panose="020B0503020404020204" pitchFamily="34" charset="0"/>
                </a:rPr>
                <a:t>Adobe Capture</a:t>
              </a:r>
            </a:p>
          </p:txBody>
        </p:sp>
        <p:pic>
          <p:nvPicPr>
            <p:cNvPr id="131" name="Adobe Capture icon" descr="Adobe Capture logo">
              <a:extLst>
                <a:ext uri="{FF2B5EF4-FFF2-40B4-BE49-F238E27FC236}">
                  <a16:creationId xmlns:a16="http://schemas.microsoft.com/office/drawing/2014/main" id="{18436B3B-D301-9043-E874-DB2E81E97AFE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/>
          </p:blipFill>
          <p:spPr>
            <a:xfrm>
              <a:off x="3559687" y="5637143"/>
              <a:ext cx="457200" cy="444500"/>
            </a:xfrm>
            <a:prstGeom prst="rect">
              <a:avLst/>
            </a:prstGeom>
          </p:spPr>
        </p:pic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9B43247E-F2E5-18A4-D8B2-BF9A203A4EC7}"/>
                </a:ext>
              </a:extLst>
            </p:cNvPr>
            <p:cNvSpPr txBox="1"/>
            <p:nvPr/>
          </p:nvSpPr>
          <p:spPr>
            <a:xfrm>
              <a:off x="2783933" y="6079254"/>
              <a:ext cx="728540" cy="1705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640"/>
                </a:lnSpc>
              </a:pPr>
              <a:r>
                <a:rPr lang="en-US" sz="700" b="1" dirty="0">
                  <a:latin typeface="Adobe Clean" panose="020B0503020404020204" pitchFamily="34" charset="0"/>
                </a:rPr>
                <a:t>Adobe Bridge</a:t>
              </a:r>
            </a:p>
          </p:txBody>
        </p:sp>
        <p:pic>
          <p:nvPicPr>
            <p:cNvPr id="133" name="Adobe Bridge icon" descr="Adobe Bridge logo">
              <a:extLst>
                <a:ext uri="{FF2B5EF4-FFF2-40B4-BE49-F238E27FC236}">
                  <a16:creationId xmlns:a16="http://schemas.microsoft.com/office/drawing/2014/main" id="{36E7875D-51D8-FFEA-C95A-ACF745F62699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/>
            <a:stretch/>
          </p:blipFill>
          <p:spPr>
            <a:xfrm>
              <a:off x="2929108" y="5637143"/>
              <a:ext cx="457200" cy="444500"/>
            </a:xfrm>
            <a:prstGeom prst="rect">
              <a:avLst/>
            </a:prstGeom>
          </p:spPr>
        </p:pic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477689A3-89BF-DF86-FE20-294D15695940}"/>
                </a:ext>
              </a:extLst>
            </p:cNvPr>
            <p:cNvSpPr txBox="1"/>
            <p:nvPr/>
          </p:nvSpPr>
          <p:spPr>
            <a:xfrm>
              <a:off x="2151332" y="6079254"/>
              <a:ext cx="728540" cy="1705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640"/>
                </a:lnSpc>
              </a:pPr>
              <a:r>
                <a:rPr lang="en-US" sz="700" b="1" dirty="0" err="1">
                  <a:latin typeface="Adobe Clean" panose="020B0503020404020204" pitchFamily="34" charset="0"/>
                </a:rPr>
                <a:t>Behance</a:t>
              </a:r>
              <a:endParaRPr lang="en-US" sz="700" b="1" dirty="0">
                <a:latin typeface="Adobe Clean" panose="020B0503020404020204" pitchFamily="34" charset="0"/>
              </a:endParaRPr>
            </a:p>
          </p:txBody>
        </p:sp>
        <p:pic>
          <p:nvPicPr>
            <p:cNvPr id="135" name="Behance icon" descr="Behance logo">
              <a:extLst>
                <a:ext uri="{FF2B5EF4-FFF2-40B4-BE49-F238E27FC236}">
                  <a16:creationId xmlns:a16="http://schemas.microsoft.com/office/drawing/2014/main" id="{05452479-89F4-E881-91FD-E275C7D857A4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rcRect/>
            <a:stretch/>
          </p:blipFill>
          <p:spPr>
            <a:xfrm>
              <a:off x="2276136" y="5637143"/>
              <a:ext cx="457200" cy="444500"/>
            </a:xfrm>
            <a:prstGeom prst="rect">
              <a:avLst/>
            </a:prstGeom>
          </p:spPr>
        </p:pic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4AE6CFE3-EFD0-73E1-0F48-24FA51A1E7EC}"/>
                </a:ext>
              </a:extLst>
            </p:cNvPr>
            <p:cNvSpPr txBox="1"/>
            <p:nvPr/>
          </p:nvSpPr>
          <p:spPr>
            <a:xfrm>
              <a:off x="1507096" y="6079254"/>
              <a:ext cx="728540" cy="1705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640"/>
                </a:lnSpc>
              </a:pPr>
              <a:r>
                <a:rPr lang="en-US" sz="700" b="1" dirty="0">
                  <a:latin typeface="Adobe Clean" panose="020B0503020404020204" pitchFamily="34" charset="0"/>
                </a:rPr>
                <a:t>Adobe Stock</a:t>
              </a:r>
            </a:p>
          </p:txBody>
        </p:sp>
        <p:pic>
          <p:nvPicPr>
            <p:cNvPr id="137" name="Adobe Stock icon" descr="Adobe Stock logo">
              <a:extLst>
                <a:ext uri="{FF2B5EF4-FFF2-40B4-BE49-F238E27FC236}">
                  <a16:creationId xmlns:a16="http://schemas.microsoft.com/office/drawing/2014/main" id="{0E4AF8F6-A0FF-A2A7-D5CE-72356D3B91E7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rcRect/>
            <a:stretch/>
          </p:blipFill>
          <p:spPr>
            <a:xfrm>
              <a:off x="1642766" y="5637143"/>
              <a:ext cx="457200" cy="444500"/>
            </a:xfrm>
            <a:prstGeom prst="rect">
              <a:avLst/>
            </a:prstGeom>
          </p:spPr>
        </p:pic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29C9D201-5F58-2B6B-FE4A-E86A88291E37}"/>
                </a:ext>
              </a:extLst>
            </p:cNvPr>
            <p:cNvSpPr txBox="1"/>
            <p:nvPr/>
          </p:nvSpPr>
          <p:spPr>
            <a:xfrm>
              <a:off x="5968456" y="5281507"/>
              <a:ext cx="728540" cy="1705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640"/>
                </a:lnSpc>
              </a:pPr>
              <a:r>
                <a:rPr lang="en-US" sz="700" b="1" dirty="0">
                  <a:latin typeface="Adobe Clean" panose="020B0503020404020204" pitchFamily="34" charset="0"/>
                </a:rPr>
                <a:t>Adobe Aero</a:t>
              </a:r>
            </a:p>
          </p:txBody>
        </p:sp>
        <p:pic>
          <p:nvPicPr>
            <p:cNvPr id="102" name="Adobe Aero icon" descr="Adobe Aero logo">
              <a:extLst>
                <a:ext uri="{FF2B5EF4-FFF2-40B4-BE49-F238E27FC236}">
                  <a16:creationId xmlns:a16="http://schemas.microsoft.com/office/drawing/2014/main" id="{826A076A-5930-B977-3E0A-321C009438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rcRect/>
            <a:stretch/>
          </p:blipFill>
          <p:spPr>
            <a:xfrm>
              <a:off x="6109732" y="4836745"/>
              <a:ext cx="457200" cy="444500"/>
            </a:xfrm>
            <a:prstGeom prst="rect">
              <a:avLst/>
            </a:prstGeom>
          </p:spPr>
        </p:pic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30E28EFC-8CB9-E1CF-966E-1ED741309D50}"/>
                </a:ext>
              </a:extLst>
            </p:cNvPr>
            <p:cNvSpPr txBox="1"/>
            <p:nvPr/>
          </p:nvSpPr>
          <p:spPr>
            <a:xfrm>
              <a:off x="5334328" y="5281507"/>
              <a:ext cx="728540" cy="3244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640"/>
                </a:lnSpc>
              </a:pPr>
              <a:r>
                <a:rPr lang="en-US" sz="700" b="1" dirty="0">
                  <a:latin typeface="Adobe Clean" panose="020B0503020404020204" pitchFamily="34" charset="0"/>
                </a:rPr>
                <a:t>Adobe Substance 3D Assets</a:t>
              </a:r>
            </a:p>
          </p:txBody>
        </p:sp>
        <p:pic>
          <p:nvPicPr>
            <p:cNvPr id="116" name="Adobe Substance 3D Assets icon" descr="Adobe Substance 3D Assets logo">
              <a:extLst>
                <a:ext uri="{FF2B5EF4-FFF2-40B4-BE49-F238E27FC236}">
                  <a16:creationId xmlns:a16="http://schemas.microsoft.com/office/drawing/2014/main" id="{FE125376-FCCF-5825-9AC6-2C1667C4B01C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rcRect/>
            <a:stretch/>
          </p:blipFill>
          <p:spPr>
            <a:xfrm>
              <a:off x="5469998" y="4836745"/>
              <a:ext cx="457200" cy="444500"/>
            </a:xfrm>
            <a:prstGeom prst="rect">
              <a:avLst/>
            </a:prstGeom>
          </p:spPr>
        </p:pic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9D19D49C-14FA-2E8A-3C6D-E714323743C7}"/>
                </a:ext>
              </a:extLst>
            </p:cNvPr>
            <p:cNvSpPr txBox="1"/>
            <p:nvPr/>
          </p:nvSpPr>
          <p:spPr>
            <a:xfrm>
              <a:off x="4702339" y="5281507"/>
              <a:ext cx="728540" cy="3244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640"/>
                </a:lnSpc>
              </a:pPr>
              <a:r>
                <a:rPr lang="en-US" sz="700" b="1" dirty="0">
                  <a:latin typeface="Adobe Clean" panose="020B0503020404020204" pitchFamily="34" charset="0"/>
                </a:rPr>
                <a:t>Adobe Substance 3D Stager</a:t>
              </a:r>
            </a:p>
          </p:txBody>
        </p:sp>
        <p:pic>
          <p:nvPicPr>
            <p:cNvPr id="106" name="Adobe Substance 3D Stager icon" descr="Adobe Substance 3D Stager logo">
              <a:extLst>
                <a:ext uri="{FF2B5EF4-FFF2-40B4-BE49-F238E27FC236}">
                  <a16:creationId xmlns:a16="http://schemas.microsoft.com/office/drawing/2014/main" id="{46F626C8-313A-55A1-8AA3-CF05888894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rcRect/>
            <a:stretch/>
          </p:blipFill>
          <p:spPr>
            <a:xfrm>
              <a:off x="4831340" y="4838559"/>
              <a:ext cx="457199" cy="440871"/>
            </a:xfrm>
            <a:prstGeom prst="rect">
              <a:avLst/>
            </a:prstGeom>
          </p:spPr>
        </p:pic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053F733E-C154-6AF9-0E49-B94338B22990}"/>
                </a:ext>
              </a:extLst>
            </p:cNvPr>
            <p:cNvSpPr txBox="1"/>
            <p:nvPr/>
          </p:nvSpPr>
          <p:spPr>
            <a:xfrm>
              <a:off x="4057014" y="5281507"/>
              <a:ext cx="728540" cy="3244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640"/>
                </a:lnSpc>
              </a:pPr>
              <a:r>
                <a:rPr lang="en-US" sz="700" b="1" dirty="0">
                  <a:latin typeface="Adobe Clean" panose="020B0503020404020204" pitchFamily="34" charset="0"/>
                </a:rPr>
                <a:t>Adobe Substance 3D Painter</a:t>
              </a:r>
            </a:p>
          </p:txBody>
        </p:sp>
        <p:pic>
          <p:nvPicPr>
            <p:cNvPr id="110" name="Adobe Substance 3D Painter icon" descr="Adobe Substance 3D Painter logo">
              <a:extLst>
                <a:ext uri="{FF2B5EF4-FFF2-40B4-BE49-F238E27FC236}">
                  <a16:creationId xmlns:a16="http://schemas.microsoft.com/office/drawing/2014/main" id="{6387DC8D-AC27-55CA-E375-9D3B876C50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rcRect/>
            <a:stretch/>
          </p:blipFill>
          <p:spPr>
            <a:xfrm>
              <a:off x="4192684" y="4836745"/>
              <a:ext cx="457200" cy="444500"/>
            </a:xfrm>
            <a:prstGeom prst="rect">
              <a:avLst/>
            </a:prstGeom>
          </p:spPr>
        </p:pic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B06C2034-8765-DFF9-C3AD-347FC3E1C482}"/>
                </a:ext>
              </a:extLst>
            </p:cNvPr>
            <p:cNvSpPr txBox="1"/>
            <p:nvPr/>
          </p:nvSpPr>
          <p:spPr>
            <a:xfrm>
              <a:off x="3416930" y="5281507"/>
              <a:ext cx="728540" cy="3244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640"/>
                </a:lnSpc>
              </a:pPr>
              <a:r>
                <a:rPr lang="en-US" sz="700" b="1" dirty="0">
                  <a:latin typeface="Adobe Clean" panose="020B0503020404020204" pitchFamily="34" charset="0"/>
                </a:rPr>
                <a:t>Adobe Substance 3D Designer</a:t>
              </a:r>
            </a:p>
          </p:txBody>
        </p:sp>
        <p:pic>
          <p:nvPicPr>
            <p:cNvPr id="114" name="Adobe Substance 3D Designer icon" descr="Adobe Substance 3D Designer logo">
              <a:extLst>
                <a:ext uri="{FF2B5EF4-FFF2-40B4-BE49-F238E27FC236}">
                  <a16:creationId xmlns:a16="http://schemas.microsoft.com/office/drawing/2014/main" id="{E4507F7A-6DB6-0478-074D-5D4065B41A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rcRect/>
            <a:stretch/>
          </p:blipFill>
          <p:spPr>
            <a:xfrm>
              <a:off x="3562105" y="4836745"/>
              <a:ext cx="457200" cy="444500"/>
            </a:xfrm>
            <a:prstGeom prst="rect">
              <a:avLst/>
            </a:prstGeom>
          </p:spPr>
        </p:pic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5DA8C397-77DD-2408-129F-7F5739F2D6DC}"/>
                </a:ext>
              </a:extLst>
            </p:cNvPr>
            <p:cNvSpPr txBox="1"/>
            <p:nvPr/>
          </p:nvSpPr>
          <p:spPr>
            <a:xfrm>
              <a:off x="2784329" y="5281507"/>
              <a:ext cx="728540" cy="3244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640"/>
                </a:lnSpc>
              </a:pPr>
              <a:r>
                <a:rPr lang="en-US" sz="700" b="1" dirty="0">
                  <a:latin typeface="Adobe Clean" panose="020B0503020404020204" pitchFamily="34" charset="0"/>
                </a:rPr>
                <a:t>Adobe Substance 3D Sampler</a:t>
              </a:r>
            </a:p>
          </p:txBody>
        </p:sp>
        <p:pic>
          <p:nvPicPr>
            <p:cNvPr id="108" name="Adobe Substance 3D Sampler&#13;&#10;Adobe Substance 3D Sampler&#13;&#10;Adobe Sunstance 3D Sampler icon" descr="Adobe Substance 3D Sampler logo">
              <a:extLst>
                <a:ext uri="{FF2B5EF4-FFF2-40B4-BE49-F238E27FC236}">
                  <a16:creationId xmlns:a16="http://schemas.microsoft.com/office/drawing/2014/main" id="{B0612B20-A768-5124-BACA-9CC64C6B2054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rcRect/>
            <a:stretch/>
          </p:blipFill>
          <p:spPr>
            <a:xfrm>
              <a:off x="2909133" y="4836745"/>
              <a:ext cx="457200" cy="444500"/>
            </a:xfrm>
            <a:prstGeom prst="rect">
              <a:avLst/>
            </a:prstGeom>
          </p:spPr>
        </p:pic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47B81DEC-B5CB-1AE1-4AC2-5362F73F6A9B}"/>
                </a:ext>
              </a:extLst>
            </p:cNvPr>
            <p:cNvSpPr txBox="1"/>
            <p:nvPr/>
          </p:nvSpPr>
          <p:spPr>
            <a:xfrm>
              <a:off x="2140093" y="5281507"/>
              <a:ext cx="728540" cy="3244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640"/>
                </a:lnSpc>
              </a:pPr>
              <a:r>
                <a:rPr lang="en-US" sz="700" b="1" dirty="0">
                  <a:latin typeface="Adobe Clean" panose="020B0503020404020204" pitchFamily="34" charset="0"/>
                </a:rPr>
                <a:t>Adobe Substance 3D Modeler</a:t>
              </a:r>
            </a:p>
          </p:txBody>
        </p:sp>
        <p:pic>
          <p:nvPicPr>
            <p:cNvPr id="112" name="Adobe Substance 3D Modeler icon" descr="Adobe Substance 3D Modeler logo">
              <a:extLst>
                <a:ext uri="{FF2B5EF4-FFF2-40B4-BE49-F238E27FC236}">
                  <a16:creationId xmlns:a16="http://schemas.microsoft.com/office/drawing/2014/main" id="{F9E3B060-FF7C-33C6-4D15-63D57198293F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>
              <a:extLs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rcRect/>
            <a:stretch/>
          </p:blipFill>
          <p:spPr>
            <a:xfrm>
              <a:off x="2275763" y="4836745"/>
              <a:ext cx="457200" cy="444500"/>
            </a:xfrm>
            <a:prstGeom prst="rect">
              <a:avLst/>
            </a:prstGeom>
          </p:spPr>
        </p:pic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2F94BB8E-783A-4BC8-E08E-87A8B05412A0}"/>
                </a:ext>
              </a:extLst>
            </p:cNvPr>
            <p:cNvSpPr txBox="1"/>
            <p:nvPr/>
          </p:nvSpPr>
          <p:spPr>
            <a:xfrm>
              <a:off x="1518212" y="5281507"/>
              <a:ext cx="728540" cy="2475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640"/>
                </a:lnSpc>
              </a:pPr>
              <a:r>
                <a:rPr lang="en-US" sz="700" b="1" dirty="0">
                  <a:latin typeface="Adobe Clean" panose="020B0503020404020204" pitchFamily="34" charset="0"/>
                </a:rPr>
                <a:t>Adobe Substance 3D</a:t>
              </a:r>
            </a:p>
          </p:txBody>
        </p:sp>
        <p:pic>
          <p:nvPicPr>
            <p:cNvPr id="118" name="Adobe Substance 3D icon" descr="Adobe Substance 3D logo">
              <a:extLst>
                <a:ext uri="{FF2B5EF4-FFF2-40B4-BE49-F238E27FC236}">
                  <a16:creationId xmlns:a16="http://schemas.microsoft.com/office/drawing/2014/main" id="{293CEC43-009E-7D8B-09C5-215B3E55F292}"/>
                </a:ext>
              </a:extLst>
            </p:cNvPr>
            <p:cNvPicPr>
              <a:picLocks noChangeAspect="1"/>
            </p:cNvPicPr>
            <p:nvPr/>
          </p:nvPicPr>
          <p:blipFill>
            <a:blip r:embed="rId39">
              <a:extLs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rcRect/>
            <a:stretch/>
          </p:blipFill>
          <p:spPr>
            <a:xfrm>
              <a:off x="1645587" y="4836197"/>
              <a:ext cx="457200" cy="445595"/>
            </a:xfrm>
            <a:prstGeom prst="rect">
              <a:avLst/>
            </a:prstGeom>
          </p:spPr>
        </p:pic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99F5A6CC-6E9C-1C8E-2A36-6D3E6B882ECC}"/>
                </a:ext>
              </a:extLst>
            </p:cNvPr>
            <p:cNvSpPr txBox="1"/>
            <p:nvPr/>
          </p:nvSpPr>
          <p:spPr>
            <a:xfrm>
              <a:off x="4069342" y="4537489"/>
              <a:ext cx="728540" cy="1705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640"/>
                </a:lnSpc>
              </a:pPr>
              <a:r>
                <a:rPr lang="en-US" sz="700" b="1" dirty="0">
                  <a:latin typeface="Adobe Clean" panose="020B0503020404020204" pitchFamily="34" charset="0"/>
                </a:rPr>
                <a:t>Adobe XD</a:t>
              </a:r>
            </a:p>
          </p:txBody>
        </p:sp>
        <p:pic>
          <p:nvPicPr>
            <p:cNvPr id="87" name="Adobe XD icon" descr="Adobe XD logo">
              <a:extLst>
                <a:ext uri="{FF2B5EF4-FFF2-40B4-BE49-F238E27FC236}">
                  <a16:creationId xmlns:a16="http://schemas.microsoft.com/office/drawing/2014/main" id="{6E0494D1-B2FF-1BA8-9F44-9AE04DD9DA18}"/>
                </a:ext>
              </a:extLst>
            </p:cNvPr>
            <p:cNvPicPr>
              <a:picLocks noChangeAspect="1"/>
            </p:cNvPicPr>
            <p:nvPr/>
          </p:nvPicPr>
          <p:blipFill>
            <a:blip r:embed="rId41">
              <a:extLst>
                <a:ext uri="{96DAC541-7B7A-43D3-8B79-37D633B846F1}">
                  <asvg:svgBlip xmlns:asvg="http://schemas.microsoft.com/office/drawing/2016/SVG/main" r:embed="rId42"/>
                </a:ext>
              </a:extLst>
            </a:blip>
            <a:srcRect/>
            <a:stretch/>
          </p:blipFill>
          <p:spPr>
            <a:xfrm>
              <a:off x="4198343" y="4085446"/>
              <a:ext cx="457200" cy="444500"/>
            </a:xfrm>
            <a:prstGeom prst="rect">
              <a:avLst/>
            </a:prstGeom>
          </p:spPr>
        </p:pic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4751428F-71D8-6A64-D71D-CF0C8C7A79EC}"/>
                </a:ext>
              </a:extLst>
            </p:cNvPr>
            <p:cNvSpPr txBox="1"/>
            <p:nvPr/>
          </p:nvSpPr>
          <p:spPr>
            <a:xfrm>
              <a:off x="3424017" y="4537489"/>
              <a:ext cx="728540" cy="2475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640"/>
                </a:lnSpc>
              </a:pPr>
              <a:r>
                <a:rPr lang="en-US" sz="700" b="1" dirty="0">
                  <a:latin typeface="Adobe Clean" panose="020B0503020404020204" pitchFamily="34" charset="0"/>
                </a:rPr>
                <a:t>Adobe Dreamweaver</a:t>
              </a:r>
            </a:p>
          </p:txBody>
        </p:sp>
        <p:pic>
          <p:nvPicPr>
            <p:cNvPr id="89" name="Adobe Dreamweaver icon" descr="Adobe Dreamweaver logo">
              <a:extLst>
                <a:ext uri="{FF2B5EF4-FFF2-40B4-BE49-F238E27FC236}">
                  <a16:creationId xmlns:a16="http://schemas.microsoft.com/office/drawing/2014/main" id="{8C7EF26B-F4C0-6300-E6C1-E535E508F78A}"/>
                </a:ext>
              </a:extLst>
            </p:cNvPr>
            <p:cNvPicPr>
              <a:picLocks noChangeAspect="1"/>
            </p:cNvPicPr>
            <p:nvPr/>
          </p:nvPicPr>
          <p:blipFill>
            <a:blip r:embed="rId43">
              <a:extLst>
                <a:ext uri="{96DAC541-7B7A-43D3-8B79-37D633B846F1}">
                  <asvg:svgBlip xmlns:asvg="http://schemas.microsoft.com/office/drawing/2016/SVG/main" r:embed="rId44"/>
                </a:ext>
              </a:extLst>
            </a:blip>
            <a:srcRect/>
            <a:stretch/>
          </p:blipFill>
          <p:spPr>
            <a:xfrm>
              <a:off x="3559687" y="4085446"/>
              <a:ext cx="457200" cy="444500"/>
            </a:xfrm>
            <a:prstGeom prst="rect">
              <a:avLst/>
            </a:prstGeom>
          </p:spPr>
        </p:pic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90E9CA0E-55D9-2B07-9AF3-13B5FFD3DA5E}"/>
                </a:ext>
              </a:extLst>
            </p:cNvPr>
            <p:cNvSpPr txBox="1"/>
            <p:nvPr/>
          </p:nvSpPr>
          <p:spPr>
            <a:xfrm>
              <a:off x="2783933" y="4537489"/>
              <a:ext cx="728540" cy="1705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640"/>
                </a:lnSpc>
              </a:pPr>
              <a:r>
                <a:rPr lang="en-US" sz="700" b="1" dirty="0">
                  <a:latin typeface="Adobe Clean" panose="020B0503020404020204" pitchFamily="34" charset="0"/>
                </a:rPr>
                <a:t>Adobe InCopy</a:t>
              </a:r>
            </a:p>
          </p:txBody>
        </p:sp>
        <p:pic>
          <p:nvPicPr>
            <p:cNvPr id="91" name="Adobe InCopy icon" descr="Adobe InCopy logo">
              <a:extLst>
                <a:ext uri="{FF2B5EF4-FFF2-40B4-BE49-F238E27FC236}">
                  <a16:creationId xmlns:a16="http://schemas.microsoft.com/office/drawing/2014/main" id="{FD365906-59C2-A77E-FB5B-846F607E134A}"/>
                </a:ext>
              </a:extLst>
            </p:cNvPr>
            <p:cNvPicPr>
              <a:picLocks noChangeAspect="1"/>
            </p:cNvPicPr>
            <p:nvPr/>
          </p:nvPicPr>
          <p:blipFill>
            <a:blip r:embed="rId45">
              <a:extLst>
                <a:ext uri="{96DAC541-7B7A-43D3-8B79-37D633B846F1}">
                  <asvg:svgBlip xmlns:asvg="http://schemas.microsoft.com/office/drawing/2016/SVG/main" r:embed="rId46"/>
                </a:ext>
              </a:extLst>
            </a:blip>
            <a:srcRect/>
            <a:stretch/>
          </p:blipFill>
          <p:spPr>
            <a:xfrm>
              <a:off x="2929108" y="4085446"/>
              <a:ext cx="457200" cy="444500"/>
            </a:xfrm>
            <a:prstGeom prst="rect">
              <a:avLst/>
            </a:prstGeom>
          </p:spPr>
        </p:pic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20FA29B3-6AA0-F4DC-A7CD-90775065933B}"/>
                </a:ext>
              </a:extLst>
            </p:cNvPr>
            <p:cNvSpPr txBox="1"/>
            <p:nvPr/>
          </p:nvSpPr>
          <p:spPr>
            <a:xfrm>
              <a:off x="2151332" y="4537489"/>
              <a:ext cx="728540" cy="2475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640"/>
                </a:lnSpc>
              </a:pPr>
              <a:r>
                <a:rPr lang="en-US" sz="700" b="1" dirty="0">
                  <a:latin typeface="Adobe Clean" panose="020B0503020404020204" pitchFamily="34" charset="0"/>
                </a:rPr>
                <a:t>Adobe InDesign</a:t>
              </a:r>
            </a:p>
          </p:txBody>
        </p:sp>
        <p:pic>
          <p:nvPicPr>
            <p:cNvPr id="93" name="Adobe InDesign icon" descr="Adobe InDesign logo">
              <a:extLst>
                <a:ext uri="{FF2B5EF4-FFF2-40B4-BE49-F238E27FC236}">
                  <a16:creationId xmlns:a16="http://schemas.microsoft.com/office/drawing/2014/main" id="{2D74FB0D-11C9-CEAF-9645-CD3125B5196A}"/>
                </a:ext>
              </a:extLst>
            </p:cNvPr>
            <p:cNvPicPr>
              <a:picLocks noChangeAspect="1"/>
            </p:cNvPicPr>
            <p:nvPr/>
          </p:nvPicPr>
          <p:blipFill>
            <a:blip r:embed="rId47">
              <a:extLst>
                <a:ext uri="{96DAC541-7B7A-43D3-8B79-37D633B846F1}">
                  <asvg:svgBlip xmlns:asvg="http://schemas.microsoft.com/office/drawing/2016/SVG/main" r:embed="rId48"/>
                </a:ext>
              </a:extLst>
            </a:blip>
            <a:srcRect/>
            <a:stretch/>
          </p:blipFill>
          <p:spPr>
            <a:xfrm>
              <a:off x="2276136" y="4085446"/>
              <a:ext cx="457200" cy="444500"/>
            </a:xfrm>
            <a:prstGeom prst="rect">
              <a:avLst/>
            </a:prstGeom>
          </p:spPr>
        </p:pic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27274B70-56B5-1F96-B58C-9D644FC3EF1E}"/>
                </a:ext>
              </a:extLst>
            </p:cNvPr>
            <p:cNvSpPr txBox="1"/>
            <p:nvPr/>
          </p:nvSpPr>
          <p:spPr>
            <a:xfrm>
              <a:off x="1507096" y="4537489"/>
              <a:ext cx="728540" cy="2475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640"/>
                </a:lnSpc>
              </a:pPr>
              <a:r>
                <a:rPr lang="en-US" sz="700" b="1" dirty="0">
                  <a:latin typeface="Adobe Clean" panose="020B0503020404020204" pitchFamily="34" charset="0"/>
                </a:rPr>
                <a:t>Adobe Illustrator</a:t>
              </a:r>
            </a:p>
          </p:txBody>
        </p:sp>
        <p:pic>
          <p:nvPicPr>
            <p:cNvPr id="95" name="Adobe Illustrator icon" descr="Adobe Illustrator logo">
              <a:extLst>
                <a:ext uri="{FF2B5EF4-FFF2-40B4-BE49-F238E27FC236}">
                  <a16:creationId xmlns:a16="http://schemas.microsoft.com/office/drawing/2014/main" id="{7D5E68E3-4373-9E84-70DA-03922032C143}"/>
                </a:ext>
              </a:extLst>
            </p:cNvPr>
            <p:cNvPicPr>
              <a:picLocks noChangeAspect="1"/>
            </p:cNvPicPr>
            <p:nvPr/>
          </p:nvPicPr>
          <p:blipFill>
            <a:blip r:embed="rId49">
              <a:extLst>
                <a:ext uri="{96DAC541-7B7A-43D3-8B79-37D633B846F1}">
                  <asvg:svgBlip xmlns:asvg="http://schemas.microsoft.com/office/drawing/2016/SVG/main" r:embed="rId50"/>
                </a:ext>
              </a:extLst>
            </a:blip>
            <a:srcRect/>
            <a:stretch/>
          </p:blipFill>
          <p:spPr>
            <a:xfrm>
              <a:off x="1642766" y="4085446"/>
              <a:ext cx="457200" cy="444500"/>
            </a:xfrm>
            <a:prstGeom prst="rect">
              <a:avLst/>
            </a:prstGeom>
          </p:spPr>
        </p:pic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51BEDEE3-D054-A997-240C-6085E52401FD}"/>
                </a:ext>
              </a:extLst>
            </p:cNvPr>
            <p:cNvSpPr txBox="1"/>
            <p:nvPr/>
          </p:nvSpPr>
          <p:spPr>
            <a:xfrm>
              <a:off x="5968456" y="3783308"/>
              <a:ext cx="728540" cy="1705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640"/>
                </a:lnSpc>
              </a:pPr>
              <a:r>
                <a:rPr lang="en-US" sz="700" b="1" dirty="0" err="1">
                  <a:latin typeface="Adobe Clean" panose="020B0503020404020204" pitchFamily="34" charset="0"/>
                </a:rPr>
                <a:t>Frame.io</a:t>
              </a:r>
              <a:endParaRPr lang="en-US" sz="700" b="1" dirty="0">
                <a:latin typeface="Adobe Clean" panose="020B0503020404020204" pitchFamily="34" charset="0"/>
              </a:endParaRPr>
            </a:p>
          </p:txBody>
        </p:sp>
        <p:pic>
          <p:nvPicPr>
            <p:cNvPr id="7" name="Frame.io icon" descr="Frame.io logo">
              <a:extLst>
                <a:ext uri="{FF2B5EF4-FFF2-40B4-BE49-F238E27FC236}">
                  <a16:creationId xmlns:a16="http://schemas.microsoft.com/office/drawing/2014/main" id="{D7900DA7-5E3D-5AA4-5ECA-8544C00F6142}"/>
                </a:ext>
              </a:extLst>
            </p:cNvPr>
            <p:cNvPicPr>
              <a:picLocks noChangeAspect="1"/>
            </p:cNvPicPr>
            <p:nvPr/>
          </p:nvPicPr>
          <p:blipFill>
            <a:blip r:embed="rId51">
              <a:extLst>
                <a:ext uri="{96DAC541-7B7A-43D3-8B79-37D633B846F1}">
                  <asvg:svgBlip xmlns:asvg="http://schemas.microsoft.com/office/drawing/2016/SVG/main" r:embed="rId52"/>
                </a:ext>
              </a:extLst>
            </a:blip>
            <a:srcRect/>
            <a:stretch/>
          </p:blipFill>
          <p:spPr>
            <a:xfrm>
              <a:off x="6109055" y="3334696"/>
              <a:ext cx="456511" cy="445641"/>
            </a:xfrm>
            <a:prstGeom prst="rect">
              <a:avLst/>
            </a:prstGeom>
          </p:spPr>
        </p:pic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3845C9DD-3CD1-BC55-B47F-2DCD41D811C5}"/>
                </a:ext>
              </a:extLst>
            </p:cNvPr>
            <p:cNvSpPr txBox="1"/>
            <p:nvPr/>
          </p:nvSpPr>
          <p:spPr>
            <a:xfrm>
              <a:off x="5334383" y="3783308"/>
              <a:ext cx="728540" cy="2475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640"/>
                </a:lnSpc>
              </a:pPr>
              <a:r>
                <a:rPr lang="en-US" sz="700" b="1" dirty="0">
                  <a:latin typeface="Adobe Clean" panose="020B0503020404020204" pitchFamily="34" charset="0"/>
                </a:rPr>
                <a:t>Adobe Media Encoder</a:t>
              </a:r>
            </a:p>
          </p:txBody>
        </p:sp>
        <p:pic>
          <p:nvPicPr>
            <p:cNvPr id="64" name="Adobe Media Encoder icon" descr="Adobe Media Encoder logo">
              <a:extLst>
                <a:ext uri="{FF2B5EF4-FFF2-40B4-BE49-F238E27FC236}">
                  <a16:creationId xmlns:a16="http://schemas.microsoft.com/office/drawing/2014/main" id="{11CF4447-7B6F-9CF1-93D0-C68D74726857}"/>
                </a:ext>
              </a:extLst>
            </p:cNvPr>
            <p:cNvPicPr>
              <a:picLocks noChangeAspect="1"/>
            </p:cNvPicPr>
            <p:nvPr/>
          </p:nvPicPr>
          <p:blipFill>
            <a:blip r:embed="rId53">
              <a:extLst>
                <a:ext uri="{96DAC541-7B7A-43D3-8B79-37D633B846F1}">
                  <asvg:svgBlip xmlns:asvg="http://schemas.microsoft.com/office/drawing/2016/SVG/main" r:embed="rId54"/>
                </a:ext>
              </a:extLst>
            </a:blip>
            <a:srcRect/>
            <a:stretch/>
          </p:blipFill>
          <p:spPr>
            <a:xfrm>
              <a:off x="5475659" y="3335267"/>
              <a:ext cx="457200" cy="444500"/>
            </a:xfrm>
            <a:prstGeom prst="rect">
              <a:avLst/>
            </a:prstGeom>
          </p:spPr>
        </p:pic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98B8A1FF-DFDD-169E-75BA-4B2689F06256}"/>
                </a:ext>
              </a:extLst>
            </p:cNvPr>
            <p:cNvSpPr txBox="1"/>
            <p:nvPr/>
          </p:nvSpPr>
          <p:spPr>
            <a:xfrm>
              <a:off x="4701331" y="3799503"/>
              <a:ext cx="728540" cy="3244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640"/>
                </a:lnSpc>
              </a:pPr>
              <a:r>
                <a:rPr lang="en-US" sz="700" b="1" dirty="0">
                  <a:latin typeface="Adobe Clean" panose="020B0503020404020204" pitchFamily="34" charset="0"/>
                </a:rPr>
                <a:t>Adobe Premiere Rush</a:t>
              </a:r>
            </a:p>
          </p:txBody>
        </p:sp>
        <p:pic>
          <p:nvPicPr>
            <p:cNvPr id="66" name="Adobe Premiere Rush icon" descr="Adobe Premiere Rush logo">
              <a:extLst>
                <a:ext uri="{FF2B5EF4-FFF2-40B4-BE49-F238E27FC236}">
                  <a16:creationId xmlns:a16="http://schemas.microsoft.com/office/drawing/2014/main" id="{18619629-ABAD-53AA-0542-B888A7FFDD6F}"/>
                </a:ext>
              </a:extLst>
            </p:cNvPr>
            <p:cNvPicPr>
              <a:picLocks noChangeAspect="1"/>
            </p:cNvPicPr>
            <p:nvPr/>
          </p:nvPicPr>
          <p:blipFill>
            <a:blip r:embed="rId55">
              <a:extLst>
                <a:ext uri="{96DAC541-7B7A-43D3-8B79-37D633B846F1}">
                  <asvg:svgBlip xmlns:asvg="http://schemas.microsoft.com/office/drawing/2016/SVG/main" r:embed="rId56"/>
                </a:ext>
              </a:extLst>
            </a:blip>
            <a:srcRect/>
            <a:stretch/>
          </p:blipFill>
          <p:spPr>
            <a:xfrm>
              <a:off x="4837001" y="3335267"/>
              <a:ext cx="457200" cy="444500"/>
            </a:xfrm>
            <a:prstGeom prst="rect">
              <a:avLst/>
            </a:prstGeom>
          </p:spPr>
        </p:pic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2BCC5CC0-A70D-624D-EC72-6F6DDB48E5B6}"/>
                </a:ext>
              </a:extLst>
            </p:cNvPr>
            <p:cNvSpPr txBox="1"/>
            <p:nvPr/>
          </p:nvSpPr>
          <p:spPr>
            <a:xfrm>
              <a:off x="4016001" y="3799503"/>
              <a:ext cx="826039" cy="2475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640"/>
                </a:lnSpc>
              </a:pPr>
              <a:r>
                <a:rPr lang="en-US" sz="700" b="1" dirty="0">
                  <a:latin typeface="Adobe Clean" panose="020B0503020404020204" pitchFamily="34" charset="0"/>
                </a:rPr>
                <a:t>Adobe Character Animator</a:t>
              </a:r>
            </a:p>
          </p:txBody>
        </p:sp>
        <p:pic>
          <p:nvPicPr>
            <p:cNvPr id="68" name="Adobe Character Animator icon" descr="Adobe Character Animator logo">
              <a:extLst>
                <a:ext uri="{FF2B5EF4-FFF2-40B4-BE49-F238E27FC236}">
                  <a16:creationId xmlns:a16="http://schemas.microsoft.com/office/drawing/2014/main" id="{432BBB29-5860-9671-80CA-B22914E032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7">
              <a:extLst>
                <a:ext uri="{96DAC541-7B7A-43D3-8B79-37D633B846F1}">
                  <asvg:svgBlip xmlns:asvg="http://schemas.microsoft.com/office/drawing/2016/SVG/main" r:embed="rId58"/>
                </a:ext>
              </a:extLst>
            </a:blip>
            <a:srcRect/>
            <a:stretch/>
          </p:blipFill>
          <p:spPr>
            <a:xfrm>
              <a:off x="4198343" y="3335267"/>
              <a:ext cx="457200" cy="444500"/>
            </a:xfrm>
            <a:prstGeom prst="rect">
              <a:avLst/>
            </a:prstGeom>
          </p:spPr>
        </p:pic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AD1271A8-D51E-F546-FC2B-CFA3B81FE250}"/>
                </a:ext>
              </a:extLst>
            </p:cNvPr>
            <p:cNvSpPr txBox="1"/>
            <p:nvPr/>
          </p:nvSpPr>
          <p:spPr>
            <a:xfrm>
              <a:off x="3424017" y="3783308"/>
              <a:ext cx="728540" cy="2475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640"/>
                </a:lnSpc>
              </a:pPr>
              <a:r>
                <a:rPr lang="en-US" sz="700" b="1" dirty="0">
                  <a:latin typeface="Adobe Clean" panose="020B0503020404020204" pitchFamily="34" charset="0"/>
                </a:rPr>
                <a:t>Adobe Animate</a:t>
              </a:r>
            </a:p>
          </p:txBody>
        </p:sp>
        <p:pic>
          <p:nvPicPr>
            <p:cNvPr id="70" name="Adobe Animate icon" descr="Adobe Animate logo">
              <a:extLst>
                <a:ext uri="{FF2B5EF4-FFF2-40B4-BE49-F238E27FC236}">
                  <a16:creationId xmlns:a16="http://schemas.microsoft.com/office/drawing/2014/main" id="{350484E2-1C38-03AC-0729-3EEB2381AE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9">
              <a:extLst>
                <a:ext uri="{96DAC541-7B7A-43D3-8B79-37D633B846F1}">
                  <asvg:svgBlip xmlns:asvg="http://schemas.microsoft.com/office/drawing/2016/SVG/main" r:embed="rId60"/>
                </a:ext>
              </a:extLst>
            </a:blip>
            <a:srcRect/>
            <a:stretch/>
          </p:blipFill>
          <p:spPr>
            <a:xfrm>
              <a:off x="3559687" y="3335267"/>
              <a:ext cx="457200" cy="444500"/>
            </a:xfrm>
            <a:prstGeom prst="rect">
              <a:avLst/>
            </a:prstGeom>
          </p:spPr>
        </p:pic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476178C6-E6DA-99CF-1E91-5F48AB28387F}"/>
                </a:ext>
              </a:extLst>
            </p:cNvPr>
            <p:cNvSpPr txBox="1"/>
            <p:nvPr/>
          </p:nvSpPr>
          <p:spPr>
            <a:xfrm>
              <a:off x="2783933" y="3783308"/>
              <a:ext cx="728540" cy="2475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640"/>
                </a:lnSpc>
              </a:pPr>
              <a:r>
                <a:rPr lang="en-US" sz="700" b="1" dirty="0">
                  <a:latin typeface="Adobe Clean" panose="020B0503020404020204" pitchFamily="34" charset="0"/>
                </a:rPr>
                <a:t>Adobe Audition</a:t>
              </a:r>
            </a:p>
          </p:txBody>
        </p:sp>
        <p:pic>
          <p:nvPicPr>
            <p:cNvPr id="72" name="Adobe Audition icon" descr="Adobe Audition logo">
              <a:extLst>
                <a:ext uri="{FF2B5EF4-FFF2-40B4-BE49-F238E27FC236}">
                  <a16:creationId xmlns:a16="http://schemas.microsoft.com/office/drawing/2014/main" id="{45407CA9-81E3-C693-F851-053B0622010E}"/>
                </a:ext>
              </a:extLst>
            </p:cNvPr>
            <p:cNvPicPr>
              <a:picLocks noChangeAspect="1"/>
            </p:cNvPicPr>
            <p:nvPr/>
          </p:nvPicPr>
          <p:blipFill>
            <a:blip r:embed="rId61">
              <a:extLst>
                <a:ext uri="{96DAC541-7B7A-43D3-8B79-37D633B846F1}">
                  <asvg:svgBlip xmlns:asvg="http://schemas.microsoft.com/office/drawing/2016/SVG/main" r:embed="rId62"/>
                </a:ext>
              </a:extLst>
            </a:blip>
            <a:srcRect/>
            <a:stretch/>
          </p:blipFill>
          <p:spPr>
            <a:xfrm>
              <a:off x="2921031" y="3335267"/>
              <a:ext cx="457200" cy="444500"/>
            </a:xfrm>
            <a:prstGeom prst="rect">
              <a:avLst/>
            </a:prstGeom>
          </p:spPr>
        </p:pic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DE21BADC-6806-27F4-E40A-F703FC22E5C9}"/>
                </a:ext>
              </a:extLst>
            </p:cNvPr>
            <p:cNvSpPr txBox="1"/>
            <p:nvPr/>
          </p:nvSpPr>
          <p:spPr>
            <a:xfrm>
              <a:off x="2151332" y="3783308"/>
              <a:ext cx="728540" cy="2475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640"/>
                </a:lnSpc>
              </a:pPr>
              <a:r>
                <a:rPr lang="en-US" sz="700" b="1" dirty="0">
                  <a:latin typeface="Adobe Clean" panose="020B0503020404020204" pitchFamily="34" charset="0"/>
                </a:rPr>
                <a:t>Adobe After Effects</a:t>
              </a:r>
            </a:p>
          </p:txBody>
        </p:sp>
        <p:pic>
          <p:nvPicPr>
            <p:cNvPr id="60" name="Adobe After Effects icon" descr="Adobe After Effects logo">
              <a:extLst>
                <a:ext uri="{FF2B5EF4-FFF2-40B4-BE49-F238E27FC236}">
                  <a16:creationId xmlns:a16="http://schemas.microsoft.com/office/drawing/2014/main" id="{8B9E13C3-DEC1-7D04-8D9A-433A4390A967}"/>
                </a:ext>
              </a:extLst>
            </p:cNvPr>
            <p:cNvPicPr>
              <a:picLocks noChangeAspect="1"/>
            </p:cNvPicPr>
            <p:nvPr/>
          </p:nvPicPr>
          <p:blipFill>
            <a:blip r:embed="rId63">
              <a:extLst>
                <a:ext uri="{96DAC541-7B7A-43D3-8B79-37D633B846F1}">
                  <asvg:svgBlip xmlns:asvg="http://schemas.microsoft.com/office/drawing/2016/SVG/main" r:embed="rId64"/>
                </a:ext>
              </a:extLst>
            </a:blip>
            <a:srcRect/>
            <a:stretch/>
          </p:blipFill>
          <p:spPr>
            <a:xfrm>
              <a:off x="2282375" y="3335267"/>
              <a:ext cx="457200" cy="444500"/>
            </a:xfrm>
            <a:prstGeom prst="rect">
              <a:avLst/>
            </a:prstGeom>
          </p:spPr>
        </p:pic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9AC5D97A-1BF7-DC3F-F324-0246C99CED62}"/>
                </a:ext>
              </a:extLst>
            </p:cNvPr>
            <p:cNvSpPr txBox="1"/>
            <p:nvPr/>
          </p:nvSpPr>
          <p:spPr>
            <a:xfrm>
              <a:off x="1507096" y="3783308"/>
              <a:ext cx="728540" cy="2475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640"/>
                </a:lnSpc>
              </a:pPr>
              <a:r>
                <a:rPr lang="en-US" sz="700" b="1" dirty="0">
                  <a:latin typeface="Adobe Clean" panose="020B0503020404020204" pitchFamily="34" charset="0"/>
                </a:rPr>
                <a:t>Adobe Premiere Pro</a:t>
              </a:r>
            </a:p>
          </p:txBody>
        </p:sp>
        <p:pic>
          <p:nvPicPr>
            <p:cNvPr id="62" name="Adobe Premiere Pro icon" descr="Adobe Premiere Pro logo">
              <a:extLst>
                <a:ext uri="{FF2B5EF4-FFF2-40B4-BE49-F238E27FC236}">
                  <a16:creationId xmlns:a16="http://schemas.microsoft.com/office/drawing/2014/main" id="{B29EA15B-7019-5A17-420B-077A02F000BB}"/>
                </a:ext>
              </a:extLst>
            </p:cNvPr>
            <p:cNvPicPr>
              <a:picLocks noChangeAspect="1"/>
            </p:cNvPicPr>
            <p:nvPr/>
          </p:nvPicPr>
          <p:blipFill>
            <a:blip r:embed="rId65">
              <a:extLst>
                <a:ext uri="{96DAC541-7B7A-43D3-8B79-37D633B846F1}">
                  <asvg:svgBlip xmlns:asvg="http://schemas.microsoft.com/office/drawing/2016/SVG/main" r:embed="rId66"/>
                </a:ext>
              </a:extLst>
            </a:blip>
            <a:srcRect/>
            <a:stretch/>
          </p:blipFill>
          <p:spPr>
            <a:xfrm>
              <a:off x="1643958" y="3335267"/>
              <a:ext cx="457200" cy="444500"/>
            </a:xfrm>
            <a:prstGeom prst="rect">
              <a:avLst/>
            </a:prstGeom>
          </p:spPr>
        </p:pic>
        <p:sp>
          <p:nvSpPr>
            <p:cNvPr id="58" name="TextBox 57" descr="Adobe Fresco logo">
              <a:extLst>
                <a:ext uri="{FF2B5EF4-FFF2-40B4-BE49-F238E27FC236}">
                  <a16:creationId xmlns:a16="http://schemas.microsoft.com/office/drawing/2014/main" id="{AE6086AC-38D5-CC8A-56FE-02979C24DAAC}"/>
                </a:ext>
              </a:extLst>
            </p:cNvPr>
            <p:cNvSpPr txBox="1"/>
            <p:nvPr/>
          </p:nvSpPr>
          <p:spPr>
            <a:xfrm>
              <a:off x="4750975" y="3003077"/>
              <a:ext cx="632678" cy="2475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640"/>
                </a:lnSpc>
              </a:pPr>
              <a:r>
                <a:rPr lang="en-US" sz="700" b="1" dirty="0">
                  <a:latin typeface="Adobe Clean" panose="020B0503020404020204" pitchFamily="34" charset="0"/>
                </a:rPr>
                <a:t>Adobe Fresco</a:t>
              </a:r>
            </a:p>
          </p:txBody>
        </p:sp>
        <p:pic>
          <p:nvPicPr>
            <p:cNvPr id="49" name="Adobe Fresco icon" descr="Adobe Fresco logo">
              <a:extLst>
                <a:ext uri="{FF2B5EF4-FFF2-40B4-BE49-F238E27FC236}">
                  <a16:creationId xmlns:a16="http://schemas.microsoft.com/office/drawing/2014/main" id="{B2FCA1B9-FED9-79B5-6B29-FACA7F506FDE}"/>
                </a:ext>
              </a:extLst>
            </p:cNvPr>
            <p:cNvPicPr>
              <a:picLocks noChangeAspect="1"/>
            </p:cNvPicPr>
            <p:nvPr/>
          </p:nvPicPr>
          <p:blipFill>
            <a:blip r:embed="rId67">
              <a:extLst>
                <a:ext uri="{96DAC541-7B7A-43D3-8B79-37D633B846F1}">
                  <asvg:svgBlip xmlns:asvg="http://schemas.microsoft.com/office/drawing/2016/SVG/main" r:embed="rId68"/>
                </a:ext>
              </a:extLst>
            </a:blip>
            <a:srcRect/>
            <a:stretch/>
          </p:blipFill>
          <p:spPr>
            <a:xfrm>
              <a:off x="4837001" y="2549322"/>
              <a:ext cx="457200" cy="444500"/>
            </a:xfrm>
            <a:prstGeom prst="rect">
              <a:avLst/>
            </a:prstGeom>
          </p:spPr>
        </p:pic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3B4A6269-E7BC-51BE-7DDF-73F4B226D69D}"/>
                </a:ext>
              </a:extLst>
            </p:cNvPr>
            <p:cNvSpPr txBox="1"/>
            <p:nvPr/>
          </p:nvSpPr>
          <p:spPr>
            <a:xfrm>
              <a:off x="4004972" y="3003077"/>
              <a:ext cx="843941" cy="3244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640"/>
                </a:lnSpc>
              </a:pPr>
              <a:r>
                <a:rPr lang="en-US" sz="700" b="1" dirty="0">
                  <a:latin typeface="Adobe Clean" panose="020B0503020404020204" pitchFamily="34" charset="0"/>
                </a:rPr>
                <a:t>Adobe Photoshop Lightroom Classic</a:t>
              </a:r>
            </a:p>
          </p:txBody>
        </p:sp>
        <p:pic>
          <p:nvPicPr>
            <p:cNvPr id="41" name="Adobe Photoshop Lightroom Classic icon" descr="Adobe Photoshop Lightroom Classic logo">
              <a:extLst>
                <a:ext uri="{FF2B5EF4-FFF2-40B4-BE49-F238E27FC236}">
                  <a16:creationId xmlns:a16="http://schemas.microsoft.com/office/drawing/2014/main" id="{144E8C24-2BE6-4284-5765-481D1355274D}"/>
                </a:ext>
              </a:extLst>
            </p:cNvPr>
            <p:cNvPicPr>
              <a:picLocks noChangeAspect="1"/>
            </p:cNvPicPr>
            <p:nvPr/>
          </p:nvPicPr>
          <p:blipFill>
            <a:blip r:embed="rId69">
              <a:extLst>
                <a:ext uri="{96DAC541-7B7A-43D3-8B79-37D633B846F1}">
                  <asvg:svgBlip xmlns:asvg="http://schemas.microsoft.com/office/drawing/2016/SVG/main" r:embed="rId70"/>
                </a:ext>
              </a:extLst>
            </a:blip>
            <a:srcRect/>
            <a:stretch/>
          </p:blipFill>
          <p:spPr>
            <a:xfrm>
              <a:off x="4198343" y="2549322"/>
              <a:ext cx="457200" cy="444500"/>
            </a:xfrm>
            <a:prstGeom prst="rect">
              <a:avLst/>
            </a:prstGeom>
          </p:spPr>
        </p:pic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552A2327-80F8-E978-0E3A-6C5EA5276AD0}"/>
                </a:ext>
              </a:extLst>
            </p:cNvPr>
            <p:cNvSpPr txBox="1"/>
            <p:nvPr/>
          </p:nvSpPr>
          <p:spPr>
            <a:xfrm>
              <a:off x="3452753" y="3003077"/>
              <a:ext cx="632678" cy="3244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640"/>
                </a:lnSpc>
              </a:pPr>
              <a:r>
                <a:rPr lang="en-US" sz="700" b="1" dirty="0">
                  <a:latin typeface="Adobe Clean" panose="020B0503020404020204" pitchFamily="34" charset="0"/>
                </a:rPr>
                <a:t>Adobe Photoshop Lightroom</a:t>
              </a:r>
            </a:p>
          </p:txBody>
        </p:sp>
        <p:pic>
          <p:nvPicPr>
            <p:cNvPr id="45" name="Adobe Photoshop Lightroom icon" descr="Adobe Photoshop Lightroom logo">
              <a:extLst>
                <a:ext uri="{FF2B5EF4-FFF2-40B4-BE49-F238E27FC236}">
                  <a16:creationId xmlns:a16="http://schemas.microsoft.com/office/drawing/2014/main" id="{17435FC3-63DE-D7F7-577B-EBBC2C4CEDB3}"/>
                </a:ext>
              </a:extLst>
            </p:cNvPr>
            <p:cNvPicPr>
              <a:picLocks noChangeAspect="1"/>
            </p:cNvPicPr>
            <p:nvPr/>
          </p:nvPicPr>
          <p:blipFill>
            <a:blip r:embed="rId71">
              <a:extLst>
                <a:ext uri="{96DAC541-7B7A-43D3-8B79-37D633B846F1}">
                  <asvg:svgBlip xmlns:asvg="http://schemas.microsoft.com/office/drawing/2016/SVG/main" r:embed="rId72"/>
                </a:ext>
              </a:extLst>
            </a:blip>
            <a:srcRect/>
            <a:stretch/>
          </p:blipFill>
          <p:spPr>
            <a:xfrm>
              <a:off x="3559687" y="2549322"/>
              <a:ext cx="457200" cy="444500"/>
            </a:xfrm>
            <a:prstGeom prst="rect">
              <a:avLst/>
            </a:prstGeom>
          </p:spPr>
        </p:pic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EE26FA2B-A785-3396-F4BF-D001D65E510C}"/>
                </a:ext>
              </a:extLst>
            </p:cNvPr>
            <p:cNvSpPr txBox="1"/>
            <p:nvPr/>
          </p:nvSpPr>
          <p:spPr>
            <a:xfrm>
              <a:off x="2831864" y="3003077"/>
              <a:ext cx="632678" cy="3244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640"/>
                </a:lnSpc>
              </a:pPr>
              <a:r>
                <a:rPr lang="en-US" sz="700" b="1" dirty="0">
                  <a:latin typeface="Adobe Clean" panose="020B0503020404020204" pitchFamily="34" charset="0"/>
                </a:rPr>
                <a:t>Adobe Photoshop Camera</a:t>
              </a:r>
            </a:p>
          </p:txBody>
        </p:sp>
        <p:pic>
          <p:nvPicPr>
            <p:cNvPr id="43" name="Adobe Photoshop Camera icon" descr="Adobe Photoshop Camera logo">
              <a:extLst>
                <a:ext uri="{FF2B5EF4-FFF2-40B4-BE49-F238E27FC236}">
                  <a16:creationId xmlns:a16="http://schemas.microsoft.com/office/drawing/2014/main" id="{6114D2DB-2F9C-1B1B-9814-98CD9AAB3A01}"/>
                </a:ext>
              </a:extLst>
            </p:cNvPr>
            <p:cNvPicPr>
              <a:picLocks noChangeAspect="1"/>
            </p:cNvPicPr>
            <p:nvPr/>
          </p:nvPicPr>
          <p:blipFill>
            <a:blip r:embed="rId73">
              <a:extLst>
                <a:ext uri="{96DAC541-7B7A-43D3-8B79-37D633B846F1}">
                  <asvg:svgBlip xmlns:asvg="http://schemas.microsoft.com/office/drawing/2016/SVG/main" r:embed="rId74"/>
                </a:ext>
              </a:extLst>
            </a:blip>
            <a:srcRect/>
            <a:stretch/>
          </p:blipFill>
          <p:spPr>
            <a:xfrm>
              <a:off x="2921031" y="2549322"/>
              <a:ext cx="457200" cy="444500"/>
            </a:xfrm>
            <a:prstGeom prst="rect">
              <a:avLst/>
            </a:prstGeom>
          </p:spPr>
        </p:pic>
        <p:pic>
          <p:nvPicPr>
            <p:cNvPr id="35" name="Adobe Photoshop Express icon" descr="Adobe Photoshop Express logo">
              <a:extLst>
                <a:ext uri="{FF2B5EF4-FFF2-40B4-BE49-F238E27FC236}">
                  <a16:creationId xmlns:a16="http://schemas.microsoft.com/office/drawing/2014/main" id="{DAF09652-1AE7-0A80-ABC5-79B8716C36A2}"/>
                </a:ext>
              </a:extLst>
            </p:cNvPr>
            <p:cNvPicPr>
              <a:picLocks noChangeAspect="1"/>
            </p:cNvPicPr>
            <p:nvPr/>
          </p:nvPicPr>
          <p:blipFill>
            <a:blip r:embed="rId75">
              <a:extLst>
                <a:ext uri="{96DAC541-7B7A-43D3-8B79-37D633B846F1}">
                  <asvg:svgBlip xmlns:asvg="http://schemas.microsoft.com/office/drawing/2016/SVG/main" r:embed="rId76"/>
                </a:ext>
              </a:extLst>
            </a:blip>
            <a:srcRect/>
            <a:stretch/>
          </p:blipFill>
          <p:spPr>
            <a:xfrm>
              <a:off x="2282375" y="2549322"/>
              <a:ext cx="457200" cy="444500"/>
            </a:xfrm>
            <a:prstGeom prst="rect">
              <a:avLst/>
            </a:prstGeom>
          </p:spPr>
        </p:pic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ED189AC3-9332-6FF8-44EE-8559B2F2195C}"/>
                </a:ext>
              </a:extLst>
            </p:cNvPr>
            <p:cNvSpPr txBox="1"/>
            <p:nvPr/>
          </p:nvSpPr>
          <p:spPr>
            <a:xfrm>
              <a:off x="1556219" y="3003077"/>
              <a:ext cx="632678" cy="2475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640"/>
                </a:lnSpc>
              </a:pPr>
              <a:r>
                <a:rPr lang="en-US" sz="700" b="1" dirty="0">
                  <a:latin typeface="Adobe Clean" panose="020B0503020404020204" pitchFamily="34" charset="0"/>
                </a:rPr>
                <a:t>Adobe Photoshop</a:t>
              </a:r>
            </a:p>
          </p:txBody>
        </p:sp>
        <p:pic>
          <p:nvPicPr>
            <p:cNvPr id="47" name="Adobe Photoshop icon" descr="Adobe Photoshop logo">
              <a:extLst>
                <a:ext uri="{FF2B5EF4-FFF2-40B4-BE49-F238E27FC236}">
                  <a16:creationId xmlns:a16="http://schemas.microsoft.com/office/drawing/2014/main" id="{8ED1DB43-1F68-4FCE-5069-3870A45B7EC6}"/>
                </a:ext>
              </a:extLst>
            </p:cNvPr>
            <p:cNvPicPr>
              <a:picLocks noChangeAspect="1"/>
            </p:cNvPicPr>
            <p:nvPr/>
          </p:nvPicPr>
          <p:blipFill>
            <a:blip r:embed="rId77">
              <a:extLst>
                <a:ext uri="{96DAC541-7B7A-43D3-8B79-37D633B846F1}">
                  <asvg:svgBlip xmlns:asvg="http://schemas.microsoft.com/office/drawing/2016/SVG/main" r:embed="rId78"/>
                </a:ext>
              </a:extLst>
            </a:blip>
            <a:srcRect/>
            <a:stretch/>
          </p:blipFill>
          <p:spPr>
            <a:xfrm>
              <a:off x="1643958" y="2549322"/>
              <a:ext cx="457200" cy="444500"/>
            </a:xfrm>
            <a:prstGeom prst="rect">
              <a:avLst/>
            </a:prstGeom>
          </p:spPr>
        </p:pic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B3F1D0FA-4670-19F0-EF21-454C8FC875CF}"/>
                </a:ext>
              </a:extLst>
            </p:cNvPr>
            <p:cNvSpPr txBox="1"/>
            <p:nvPr/>
          </p:nvSpPr>
          <p:spPr>
            <a:xfrm>
              <a:off x="2222338" y="2270630"/>
              <a:ext cx="577273" cy="2475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640"/>
                </a:lnSpc>
              </a:pPr>
              <a:r>
                <a:rPr lang="en-US" sz="700" b="1" dirty="0">
                  <a:latin typeface="Adobe Clean" panose="020B0503020404020204" pitchFamily="34" charset="0"/>
                </a:rPr>
                <a:t>Adobe Firefly</a:t>
              </a:r>
            </a:p>
          </p:txBody>
        </p:sp>
        <p:pic>
          <p:nvPicPr>
            <p:cNvPr id="37" name="Adobe Firefly icon" descr="Adobe Firefly logo">
              <a:extLst>
                <a:ext uri="{FF2B5EF4-FFF2-40B4-BE49-F238E27FC236}">
                  <a16:creationId xmlns:a16="http://schemas.microsoft.com/office/drawing/2014/main" id="{A133F8DE-DD0A-C324-49A3-499A8924AEE1}"/>
                </a:ext>
              </a:extLst>
            </p:cNvPr>
            <p:cNvPicPr>
              <a:picLocks noChangeAspect="1"/>
            </p:cNvPicPr>
            <p:nvPr/>
          </p:nvPicPr>
          <p:blipFill>
            <a:blip r:embed="rId79">
              <a:extLst>
                <a:ext uri="{96DAC541-7B7A-43D3-8B79-37D633B846F1}">
                  <asvg:svgBlip xmlns:asvg="http://schemas.microsoft.com/office/drawing/2016/SVG/main" r:embed="rId80"/>
                </a:ext>
              </a:extLst>
            </a:blip>
            <a:srcRect/>
            <a:stretch/>
          </p:blipFill>
          <p:spPr>
            <a:xfrm>
              <a:off x="2282375" y="1821337"/>
              <a:ext cx="457200" cy="444500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052304F-C3F5-A7D4-F025-F3B61D6BE787}"/>
                </a:ext>
              </a:extLst>
            </p:cNvPr>
            <p:cNvSpPr txBox="1"/>
            <p:nvPr/>
          </p:nvSpPr>
          <p:spPr>
            <a:xfrm>
              <a:off x="1526805" y="2270630"/>
              <a:ext cx="689122" cy="2475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640"/>
                </a:lnSpc>
              </a:pPr>
              <a:r>
                <a:rPr lang="en-US" sz="700" b="1" dirty="0">
                  <a:latin typeface="Adobe Clean" panose="020B0503020404020204" pitchFamily="34" charset="0"/>
                </a:rPr>
                <a:t>Adobe Express</a:t>
              </a:r>
            </a:p>
          </p:txBody>
        </p:sp>
        <p:pic>
          <p:nvPicPr>
            <p:cNvPr id="33" name="Adobe Express icon" descr="Adobe Express logo">
              <a:extLst>
                <a:ext uri="{FF2B5EF4-FFF2-40B4-BE49-F238E27FC236}">
                  <a16:creationId xmlns:a16="http://schemas.microsoft.com/office/drawing/2014/main" id="{C73653E2-7E2A-3A74-3336-35EAA4D74100}"/>
                </a:ext>
              </a:extLst>
            </p:cNvPr>
            <p:cNvPicPr>
              <a:picLocks noChangeAspect="1"/>
            </p:cNvPicPr>
            <p:nvPr/>
          </p:nvPicPr>
          <p:blipFill>
            <a:blip r:embed="rId81">
              <a:extLst>
                <a:ext uri="{96DAC541-7B7A-43D3-8B79-37D633B846F1}">
                  <asvg:svgBlip xmlns:asvg="http://schemas.microsoft.com/office/drawing/2016/SVG/main" r:embed="rId82"/>
                </a:ext>
              </a:extLst>
            </a:blip>
            <a:srcRect/>
            <a:stretch/>
          </p:blipFill>
          <p:spPr>
            <a:xfrm>
              <a:off x="1642766" y="1821337"/>
              <a:ext cx="457200" cy="444500"/>
            </a:xfrm>
            <a:prstGeom prst="rect">
              <a:avLst/>
            </a:prstGeom>
          </p:spPr>
        </p:pic>
      </p:grpSp>
      <p:grpSp>
        <p:nvGrpSpPr>
          <p:cNvPr id="11" name="DC Product Icons" descr="Apps and Platforms Dcoument Cloud product icons">
            <a:extLst>
              <a:ext uri="{FF2B5EF4-FFF2-40B4-BE49-F238E27FC236}">
                <a16:creationId xmlns:a16="http://schemas.microsoft.com/office/drawing/2014/main" id="{E1BC9700-8DCB-7225-822F-2D7A555CF965}"/>
              </a:ext>
            </a:extLst>
          </p:cNvPr>
          <p:cNvGrpSpPr/>
          <p:nvPr/>
        </p:nvGrpSpPr>
        <p:grpSpPr>
          <a:xfrm>
            <a:off x="7461690" y="1821337"/>
            <a:ext cx="1661215" cy="1429244"/>
            <a:chOff x="7461690" y="1821337"/>
            <a:chExt cx="1661215" cy="1429244"/>
          </a:xfrm>
        </p:grpSpPr>
        <p:sp>
          <p:nvSpPr>
            <p:cNvPr id="175" name="TextBox 174">
              <a:extLst>
                <a:ext uri="{FF2B5EF4-FFF2-40B4-BE49-F238E27FC236}">
                  <a16:creationId xmlns:a16="http://schemas.microsoft.com/office/drawing/2014/main" id="{79219610-69DB-3375-25A6-8766FCAD0742}"/>
                </a:ext>
              </a:extLst>
            </p:cNvPr>
            <p:cNvSpPr txBox="1"/>
            <p:nvPr/>
          </p:nvSpPr>
          <p:spPr>
            <a:xfrm>
              <a:off x="8424582" y="3003077"/>
              <a:ext cx="632678" cy="1705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640"/>
                </a:lnSpc>
              </a:pPr>
              <a:r>
                <a:rPr lang="en-US" sz="700" b="1" dirty="0">
                  <a:latin typeface="Adobe Clean" panose="020B0503020404020204" pitchFamily="34" charset="0"/>
                </a:rPr>
                <a:t>Adobe Scan</a:t>
              </a:r>
            </a:p>
          </p:txBody>
        </p:sp>
        <p:pic>
          <p:nvPicPr>
            <p:cNvPr id="160" name="Adobe Scan icon" descr="Adobe Scan logo">
              <a:extLst>
                <a:ext uri="{FF2B5EF4-FFF2-40B4-BE49-F238E27FC236}">
                  <a16:creationId xmlns:a16="http://schemas.microsoft.com/office/drawing/2014/main" id="{D3C4432A-25C1-E035-0D23-330CC9E1D9C9}"/>
                </a:ext>
              </a:extLst>
            </p:cNvPr>
            <p:cNvPicPr>
              <a:picLocks noChangeAspect="1"/>
            </p:cNvPicPr>
            <p:nvPr/>
          </p:nvPicPr>
          <p:blipFill>
            <a:blip r:embed="rId83">
              <a:extLst>
                <a:ext uri="{96DAC541-7B7A-43D3-8B79-37D633B846F1}">
                  <asvg:svgBlip xmlns:asvg="http://schemas.microsoft.com/office/drawing/2016/SVG/main" r:embed="rId84"/>
                </a:ext>
              </a:extLst>
            </a:blip>
            <a:srcRect/>
            <a:stretch/>
          </p:blipFill>
          <p:spPr>
            <a:xfrm>
              <a:off x="8512321" y="2549322"/>
              <a:ext cx="457200" cy="444500"/>
            </a:xfrm>
            <a:prstGeom prst="rect">
              <a:avLst/>
            </a:prstGeom>
          </p:spPr>
        </p:pic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5EE3222D-8BC4-B2D4-FCAD-190D895E6D44}"/>
                </a:ext>
              </a:extLst>
            </p:cNvPr>
            <p:cNvSpPr txBox="1"/>
            <p:nvPr/>
          </p:nvSpPr>
          <p:spPr>
            <a:xfrm>
              <a:off x="7548206" y="3003077"/>
              <a:ext cx="806059" cy="2475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640"/>
                </a:lnSpc>
              </a:pPr>
              <a:r>
                <a:rPr lang="en-US" sz="700" b="1" dirty="0">
                  <a:latin typeface="Adobe Clean" panose="020B0503020404020204" pitchFamily="34" charset="0"/>
                </a:rPr>
                <a:t>Adobe Acrobat Sign</a:t>
              </a:r>
            </a:p>
          </p:txBody>
        </p:sp>
        <p:pic>
          <p:nvPicPr>
            <p:cNvPr id="162" name="Adobe Acrobat Sign icon" descr="Adobe Acrobat Sign logo">
              <a:extLst>
                <a:ext uri="{FF2B5EF4-FFF2-40B4-BE49-F238E27FC236}">
                  <a16:creationId xmlns:a16="http://schemas.microsoft.com/office/drawing/2014/main" id="{0193A684-CAA0-6014-7F32-8AAF6134BD1F}"/>
                </a:ext>
              </a:extLst>
            </p:cNvPr>
            <p:cNvPicPr>
              <a:picLocks noChangeAspect="1"/>
            </p:cNvPicPr>
            <p:nvPr/>
          </p:nvPicPr>
          <p:blipFill>
            <a:blip r:embed="rId85">
              <a:extLst>
                <a:ext uri="{96DAC541-7B7A-43D3-8B79-37D633B846F1}">
                  <asvg:svgBlip xmlns:asvg="http://schemas.microsoft.com/office/drawing/2016/SVG/main" r:embed="rId86"/>
                </a:ext>
              </a:extLst>
            </a:blip>
            <a:srcRect/>
            <a:stretch/>
          </p:blipFill>
          <p:spPr>
            <a:xfrm>
              <a:off x="7722635" y="2549322"/>
              <a:ext cx="457200" cy="444500"/>
            </a:xfrm>
            <a:prstGeom prst="rect">
              <a:avLst/>
            </a:prstGeom>
          </p:spPr>
        </p:pic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0B9B49BD-4C7F-89FE-02DE-559743C7A778}"/>
                </a:ext>
              </a:extLst>
            </p:cNvPr>
            <p:cNvSpPr txBox="1"/>
            <p:nvPr/>
          </p:nvSpPr>
          <p:spPr>
            <a:xfrm>
              <a:off x="8358937" y="2270630"/>
              <a:ext cx="763968" cy="2475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640"/>
                </a:lnSpc>
              </a:pPr>
              <a:r>
                <a:rPr lang="en-US" sz="700" b="1" dirty="0">
                  <a:latin typeface="Adobe Clean" panose="020B0503020404020204" pitchFamily="34" charset="0"/>
                </a:rPr>
                <a:t>Adobe Acrobat Classic</a:t>
              </a:r>
            </a:p>
          </p:txBody>
        </p:sp>
        <p:pic>
          <p:nvPicPr>
            <p:cNvPr id="164" name="Adobe Acrobat Classic icon" descr="Adobe Acrobat Classic logo">
              <a:extLst>
                <a:ext uri="{FF2B5EF4-FFF2-40B4-BE49-F238E27FC236}">
                  <a16:creationId xmlns:a16="http://schemas.microsoft.com/office/drawing/2014/main" id="{70155421-5162-B04F-0C66-802B7BB0D3CE}"/>
                </a:ext>
              </a:extLst>
            </p:cNvPr>
            <p:cNvPicPr>
              <a:picLocks noChangeAspect="1"/>
            </p:cNvPicPr>
            <p:nvPr/>
          </p:nvPicPr>
          <p:blipFill>
            <a:blip r:embed="rId87">
              <a:extLst>
                <a:ext uri="{96DAC541-7B7A-43D3-8B79-37D633B846F1}">
                  <asvg:svgBlip xmlns:asvg="http://schemas.microsoft.com/office/drawing/2016/SVG/main" r:embed="rId88"/>
                </a:ext>
              </a:extLst>
            </a:blip>
            <a:srcRect/>
            <a:stretch/>
          </p:blipFill>
          <p:spPr>
            <a:xfrm>
              <a:off x="8512321" y="1821337"/>
              <a:ext cx="457200" cy="444500"/>
            </a:xfrm>
            <a:prstGeom prst="rect">
              <a:avLst/>
            </a:prstGeom>
          </p:spPr>
        </p:pic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52C9B625-9AD0-2568-5B46-81F1968597BD}"/>
                </a:ext>
              </a:extLst>
            </p:cNvPr>
            <p:cNvSpPr txBox="1"/>
            <p:nvPr/>
          </p:nvSpPr>
          <p:spPr>
            <a:xfrm>
              <a:off x="7461690" y="2270630"/>
              <a:ext cx="979090" cy="2475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640"/>
                </a:lnSpc>
              </a:pPr>
              <a:r>
                <a:rPr lang="en-US" sz="700" b="1" dirty="0">
                  <a:latin typeface="Adobe Clean" panose="020B0503020404020204" pitchFamily="34" charset="0"/>
                </a:rPr>
                <a:t>Adobe Acrobat Reader/Standard/Pro</a:t>
              </a:r>
            </a:p>
          </p:txBody>
        </p:sp>
        <p:pic>
          <p:nvPicPr>
            <p:cNvPr id="168" name="Adobe Acrobat Reader/Standard/Pro icon" descr="Adobe Acrobat Reader/Standard/Pro logo">
              <a:extLst>
                <a:ext uri="{FF2B5EF4-FFF2-40B4-BE49-F238E27FC236}">
                  <a16:creationId xmlns:a16="http://schemas.microsoft.com/office/drawing/2014/main" id="{97E8F8DB-6D7B-65A9-7683-E81CF5CD8E3E}"/>
                </a:ext>
              </a:extLst>
            </p:cNvPr>
            <p:cNvPicPr>
              <a:picLocks noChangeAspect="1"/>
            </p:cNvPicPr>
            <p:nvPr/>
          </p:nvPicPr>
          <p:blipFill>
            <a:blip r:embed="rId89">
              <a:extLst>
                <a:ext uri="{96DAC541-7B7A-43D3-8B79-37D633B846F1}">
                  <asvg:svgBlip xmlns:asvg="http://schemas.microsoft.com/office/drawing/2016/SVG/main" r:embed="rId90"/>
                </a:ext>
              </a:extLst>
            </a:blip>
            <a:srcRect/>
            <a:stretch/>
          </p:blipFill>
          <p:spPr>
            <a:xfrm>
              <a:off x="7722635" y="1821337"/>
              <a:ext cx="457200" cy="444500"/>
            </a:xfrm>
            <a:prstGeom prst="rect">
              <a:avLst/>
            </a:prstGeom>
          </p:spPr>
        </p:pic>
      </p:grpSp>
      <p:grpSp>
        <p:nvGrpSpPr>
          <p:cNvPr id="12" name="EC Product Icons" descr="Apps and Platforms Experience Cloud product icons">
            <a:extLst>
              <a:ext uri="{FF2B5EF4-FFF2-40B4-BE49-F238E27FC236}">
                <a16:creationId xmlns:a16="http://schemas.microsoft.com/office/drawing/2014/main" id="{3BBBE272-BBBE-BC9B-81A4-DA663D49FB0A}"/>
              </a:ext>
            </a:extLst>
          </p:cNvPr>
          <p:cNvGrpSpPr/>
          <p:nvPr/>
        </p:nvGrpSpPr>
        <p:grpSpPr>
          <a:xfrm>
            <a:off x="9654497" y="1857921"/>
            <a:ext cx="1927903" cy="4422528"/>
            <a:chOff x="9654497" y="1857921"/>
            <a:chExt cx="1927903" cy="4422528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D21092C6-E038-A441-C569-FEE21DBFD9E1}"/>
                </a:ext>
              </a:extLst>
            </p:cNvPr>
            <p:cNvSpPr txBox="1"/>
            <p:nvPr/>
          </p:nvSpPr>
          <p:spPr>
            <a:xfrm>
              <a:off x="9914452" y="6109889"/>
              <a:ext cx="1334304" cy="1705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640"/>
                </a:lnSpc>
              </a:pPr>
              <a:r>
                <a:rPr lang="en-US" sz="700" b="1" dirty="0">
                  <a:latin typeface="Adobe Clean" panose="020B0503020404020204" pitchFamily="34" charset="0"/>
                </a:rPr>
                <a:t>Adobe Workfront</a:t>
              </a:r>
            </a:p>
          </p:txBody>
        </p:sp>
        <p:pic>
          <p:nvPicPr>
            <p:cNvPr id="32" name="Adobe Workfront icon" descr="Adobe Workfront logo">
              <a:extLst>
                <a:ext uri="{FF2B5EF4-FFF2-40B4-BE49-F238E27FC236}">
                  <a16:creationId xmlns:a16="http://schemas.microsoft.com/office/drawing/2014/main" id="{65583668-1E58-4CF9-D258-268C08D2AC9B}"/>
                </a:ext>
              </a:extLst>
            </p:cNvPr>
            <p:cNvPicPr>
              <a:picLocks noChangeAspect="1"/>
            </p:cNvPicPr>
            <p:nvPr/>
          </p:nvPicPr>
          <p:blipFill>
            <a:blip r:embed="rId91">
              <a:extLst>
                <a:ext uri="{96DAC541-7B7A-43D3-8B79-37D633B846F1}">
                  <asvg:svgBlip xmlns:asvg="http://schemas.microsoft.com/office/drawing/2016/SVG/main" r:embed="rId92"/>
                </a:ext>
              </a:extLst>
            </a:blip>
            <a:srcRect/>
            <a:stretch/>
          </p:blipFill>
          <p:spPr>
            <a:xfrm>
              <a:off x="10353004" y="5637419"/>
              <a:ext cx="457200" cy="444500"/>
            </a:xfrm>
            <a:prstGeom prst="rect">
              <a:avLst/>
            </a:prstGeom>
            <a:ln w="12700">
              <a:noFill/>
            </a:ln>
            <a:effectLst>
              <a:outerShdw blurRad="36062" sx="97209" sy="97209" algn="c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47F2294F-AEDF-7AA8-7119-6557E6CFDA2D}"/>
                </a:ext>
              </a:extLst>
            </p:cNvPr>
            <p:cNvSpPr txBox="1"/>
            <p:nvPr/>
          </p:nvSpPr>
          <p:spPr>
            <a:xfrm>
              <a:off x="9914452" y="5281507"/>
              <a:ext cx="1334304" cy="1705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640"/>
                </a:lnSpc>
              </a:pPr>
              <a:r>
                <a:rPr lang="en-US" sz="700" b="1" dirty="0">
                  <a:latin typeface="Adobe Clean" panose="020B0503020404020204" pitchFamily="34" charset="0"/>
                </a:rPr>
                <a:t>Adobe Experience Platform</a:t>
              </a:r>
            </a:p>
          </p:txBody>
        </p:sp>
        <p:pic>
          <p:nvPicPr>
            <p:cNvPr id="157" name="Adobe Experience Platform icon" descr="Adobe Experience Platform logo">
              <a:extLst>
                <a:ext uri="{FF2B5EF4-FFF2-40B4-BE49-F238E27FC236}">
                  <a16:creationId xmlns:a16="http://schemas.microsoft.com/office/drawing/2014/main" id="{210BBF12-38FA-779F-32B6-A783F611D8D1}"/>
                </a:ext>
              </a:extLst>
            </p:cNvPr>
            <p:cNvPicPr>
              <a:picLocks noChangeAspect="1"/>
            </p:cNvPicPr>
            <p:nvPr/>
          </p:nvPicPr>
          <p:blipFill>
            <a:blip r:embed="rId93">
              <a:extLst>
                <a:ext uri="{96DAC541-7B7A-43D3-8B79-37D633B846F1}">
                  <asvg:svgBlip xmlns:asvg="http://schemas.microsoft.com/office/drawing/2016/SVG/main" r:embed="rId94"/>
                </a:ext>
              </a:extLst>
            </a:blip>
            <a:srcRect/>
            <a:stretch/>
          </p:blipFill>
          <p:spPr>
            <a:xfrm>
              <a:off x="10353004" y="4836745"/>
              <a:ext cx="457200" cy="444500"/>
            </a:xfrm>
            <a:prstGeom prst="rect">
              <a:avLst/>
            </a:prstGeom>
          </p:spPr>
        </p:pic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3571BF25-2DB4-8718-C86C-97511D2F9614}"/>
                </a:ext>
              </a:extLst>
            </p:cNvPr>
            <p:cNvSpPr txBox="1"/>
            <p:nvPr/>
          </p:nvSpPr>
          <p:spPr>
            <a:xfrm>
              <a:off x="9813653" y="3907355"/>
              <a:ext cx="1528311" cy="6610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940"/>
                </a:lnSpc>
              </a:pPr>
              <a:r>
                <a:rPr lang="en-US" sz="700" b="1" dirty="0">
                  <a:latin typeface="Adobe Clean" panose="020B0503020404020204" pitchFamily="34" charset="0"/>
                </a:rPr>
                <a:t>Data insights and audiences</a:t>
              </a:r>
            </a:p>
            <a:p>
              <a:pPr algn="ctr">
                <a:lnSpc>
                  <a:spcPts val="940"/>
                </a:lnSpc>
              </a:pPr>
              <a:r>
                <a:rPr lang="en-US" sz="700" dirty="0">
                  <a:latin typeface="Adobe Clean" panose="020B0503020404020204" pitchFamily="34" charset="0"/>
                </a:rPr>
                <a:t>Adobe Analytics</a:t>
              </a:r>
            </a:p>
            <a:p>
              <a:pPr algn="ctr">
                <a:lnSpc>
                  <a:spcPts val="940"/>
                </a:lnSpc>
              </a:pPr>
              <a:r>
                <a:rPr lang="en-US" sz="700" dirty="0">
                  <a:latin typeface="Adobe Clean" panose="020B0503020404020204" pitchFamily="34" charset="0"/>
                </a:rPr>
                <a:t>Adobe Customer Journey Analytics</a:t>
              </a:r>
            </a:p>
            <a:p>
              <a:pPr algn="ctr">
                <a:lnSpc>
                  <a:spcPts val="940"/>
                </a:lnSpc>
              </a:pPr>
              <a:r>
                <a:rPr lang="en-US" sz="700" dirty="0">
                  <a:latin typeface="Adobe Clean" panose="020B0503020404020204" pitchFamily="34" charset="0"/>
                </a:rPr>
                <a:t>Adobe Real-Time CDP</a:t>
              </a:r>
            </a:p>
            <a:p>
              <a:pPr algn="ctr">
                <a:lnSpc>
                  <a:spcPts val="940"/>
                </a:lnSpc>
              </a:pPr>
              <a:r>
                <a:rPr lang="en-US" sz="700" dirty="0">
                  <a:latin typeface="Adobe Clean" panose="020B0503020404020204" pitchFamily="34" charset="0"/>
                </a:rPr>
                <a:t>Adobe Mix Modeler</a:t>
              </a:r>
            </a:p>
          </p:txBody>
        </p: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3FFAA560-06C9-3E34-2957-A9829525FCBD}"/>
                </a:ext>
              </a:extLst>
            </p:cNvPr>
            <p:cNvSpPr txBox="1"/>
            <p:nvPr/>
          </p:nvSpPr>
          <p:spPr>
            <a:xfrm>
              <a:off x="9910656" y="3148638"/>
              <a:ext cx="1334304" cy="6610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940"/>
                </a:lnSpc>
              </a:pPr>
              <a:r>
                <a:rPr lang="en-US" sz="700" b="1" dirty="0">
                  <a:latin typeface="Adobe Clean" panose="020B0503020404020204" pitchFamily="34" charset="0"/>
                </a:rPr>
                <a:t>Customer journeys</a:t>
              </a:r>
            </a:p>
            <a:p>
              <a:pPr algn="ctr">
                <a:lnSpc>
                  <a:spcPts val="940"/>
                </a:lnSpc>
              </a:pPr>
              <a:r>
                <a:rPr lang="en-US" sz="700" dirty="0">
                  <a:latin typeface="Adobe Clean" panose="020B0503020404020204" pitchFamily="34" charset="0"/>
                </a:rPr>
                <a:t>Adobe Journey Optimizer</a:t>
              </a:r>
            </a:p>
            <a:p>
              <a:pPr algn="ctr">
                <a:lnSpc>
                  <a:spcPts val="940"/>
                </a:lnSpc>
              </a:pPr>
              <a:r>
                <a:rPr lang="en-US" sz="700" dirty="0">
                  <a:latin typeface="Adobe Clean" panose="020B0503020404020204" pitchFamily="34" charset="0"/>
                </a:rPr>
                <a:t>Adobe Marketo Engage</a:t>
              </a:r>
            </a:p>
            <a:p>
              <a:pPr algn="ctr">
                <a:lnSpc>
                  <a:spcPts val="940"/>
                </a:lnSpc>
              </a:pPr>
              <a:r>
                <a:rPr lang="en-US" sz="700" dirty="0">
                  <a:latin typeface="Adobe Clean" panose="020B0503020404020204" pitchFamily="34" charset="0"/>
                </a:rPr>
                <a:t>Adobe Target</a:t>
              </a:r>
            </a:p>
            <a:p>
              <a:pPr algn="ctr">
                <a:lnSpc>
                  <a:spcPts val="940"/>
                </a:lnSpc>
              </a:pPr>
              <a:r>
                <a:rPr lang="en-US" sz="700" dirty="0">
                  <a:latin typeface="Adobe Clean" panose="020B0503020404020204" pitchFamily="34" charset="0"/>
                </a:rPr>
                <a:t>Adobe Campaign</a:t>
              </a:r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AC7490DF-EE10-43B0-B12D-0342AC88ED91}"/>
                </a:ext>
              </a:extLst>
            </p:cNvPr>
            <p:cNvSpPr txBox="1"/>
            <p:nvPr/>
          </p:nvSpPr>
          <p:spPr>
            <a:xfrm>
              <a:off x="9654497" y="2389921"/>
              <a:ext cx="1927903" cy="6610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940"/>
                </a:lnSpc>
              </a:pPr>
              <a:r>
                <a:rPr lang="en-US" sz="700" b="1" dirty="0">
                  <a:latin typeface="Adobe Clean" panose="020B0503020404020204" pitchFamily="34" charset="0"/>
                </a:rPr>
                <a:t>Content, commerce, and workflows</a:t>
              </a:r>
            </a:p>
            <a:p>
              <a:pPr algn="ctr">
                <a:lnSpc>
                  <a:spcPts val="940"/>
                </a:lnSpc>
              </a:pPr>
              <a:r>
                <a:rPr lang="en-US" sz="700" dirty="0">
                  <a:latin typeface="Adobe Clean" panose="020B0503020404020204" pitchFamily="34" charset="0"/>
                </a:rPr>
                <a:t>Adobe Experience Manager</a:t>
              </a:r>
            </a:p>
            <a:p>
              <a:pPr algn="ctr">
                <a:lnSpc>
                  <a:spcPts val="940"/>
                </a:lnSpc>
              </a:pPr>
              <a:r>
                <a:rPr lang="en-US" sz="700" dirty="0">
                  <a:latin typeface="Adobe Clean" panose="020B0503020404020204" pitchFamily="34" charset="0"/>
                </a:rPr>
                <a:t>Adobe Commerce</a:t>
              </a:r>
            </a:p>
            <a:p>
              <a:pPr algn="ctr">
                <a:lnSpc>
                  <a:spcPts val="940"/>
                </a:lnSpc>
              </a:pPr>
              <a:r>
                <a:rPr lang="en-US" sz="700" dirty="0">
                  <a:latin typeface="Adobe Clean" panose="020B0503020404020204" pitchFamily="34" charset="0"/>
                </a:rPr>
                <a:t>Adobe Workfront</a:t>
              </a:r>
            </a:p>
            <a:p>
              <a:pPr algn="ctr">
                <a:lnSpc>
                  <a:spcPts val="940"/>
                </a:lnSpc>
              </a:pPr>
              <a:r>
                <a:rPr lang="en-US" sz="700" dirty="0">
                  <a:latin typeface="Adobe Clean" panose="020B0503020404020204" pitchFamily="34" charset="0"/>
                </a:rPr>
                <a:t>Adobe </a:t>
              </a:r>
              <a:r>
                <a:rPr lang="en-US" sz="700" dirty="0" err="1">
                  <a:latin typeface="Adobe Clean" panose="020B0503020404020204" pitchFamily="34" charset="0"/>
                </a:rPr>
                <a:t>GenStudio</a:t>
              </a:r>
              <a:r>
                <a:rPr lang="en-US" sz="700" dirty="0">
                  <a:latin typeface="Adobe Clean" panose="020B0503020404020204" pitchFamily="34" charset="0"/>
                </a:rPr>
                <a:t> for Performance Marketing</a:t>
              </a:r>
            </a:p>
          </p:txBody>
        </p:sp>
        <p:pic>
          <p:nvPicPr>
            <p:cNvPr id="5" name="Adobe Experience Cloud products icon" descr="Adobe Experience Cloud Products logo&#13;&#10;">
              <a:extLst>
                <a:ext uri="{FF2B5EF4-FFF2-40B4-BE49-F238E27FC236}">
                  <a16:creationId xmlns:a16="http://schemas.microsoft.com/office/drawing/2014/main" id="{93145D2D-D080-F8F4-27BE-63B692B6C72B}"/>
                </a:ext>
              </a:extLst>
            </p:cNvPr>
            <p:cNvPicPr>
              <a:picLocks noChangeAspect="1"/>
            </p:cNvPicPr>
            <p:nvPr/>
          </p:nvPicPr>
          <p:blipFill>
            <a:blip r:embed="rId95">
              <a:extLst>
                <a:ext uri="{96DAC541-7B7A-43D3-8B79-37D633B846F1}">
                  <asvg:svgBlip xmlns:asvg="http://schemas.microsoft.com/office/drawing/2016/SVG/main" r:embed="rId96"/>
                </a:ext>
              </a:extLst>
            </a:blip>
            <a:srcRect/>
            <a:stretch/>
          </p:blipFill>
          <p:spPr>
            <a:xfrm>
              <a:off x="10354537" y="1857921"/>
              <a:ext cx="457200" cy="444500"/>
            </a:xfrm>
            <a:prstGeom prst="rect">
              <a:avLst/>
            </a:prstGeom>
            <a:ln w="12700">
              <a:noFill/>
            </a:ln>
            <a:effectLst>
              <a:outerShdw blurRad="36062" sx="97209" sy="97209" algn="ctr" rotWithShape="0">
                <a:prstClr val="black">
                  <a:alpha val="40000"/>
                </a:prst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140516094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B3459-A560-00C7-FE10-D66A9D19B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1371600"/>
            <a:ext cx="10972800" cy="946389"/>
          </a:xfrm>
        </p:spPr>
        <p:txBody>
          <a:bodyPr/>
          <a:lstStyle/>
          <a:p>
            <a:r>
              <a:rPr lang="en-US"/>
              <a:t>Closer Slide</a:t>
            </a:r>
          </a:p>
        </p:txBody>
      </p:sp>
    </p:spTree>
    <p:extLst>
      <p:ext uri="{BB962C8B-B14F-4D97-AF65-F5344CB8AC3E}">
        <p14:creationId xmlns:p14="http://schemas.microsoft.com/office/powerpoint/2010/main" val="2626705663"/>
      </p:ext>
    </p:extLst>
  </p:cSld>
  <p:clrMapOvr>
    <a:masterClrMapping/>
  </p:clrMapOvr>
</p:sld>
</file>

<file path=ppt/theme/theme1.xml><?xml version="1.0" encoding="utf-8"?>
<a:theme xmlns:a="http://schemas.openxmlformats.org/drawingml/2006/main" name="Adobe Template 2024">
  <a:themeElements>
    <a:clrScheme name="Adobe 2024">
      <a:dk1>
        <a:srgbClr val="000000"/>
      </a:dk1>
      <a:lt1>
        <a:srgbClr val="FFFFFF"/>
      </a:lt1>
      <a:dk2>
        <a:srgbClr val="2C2C2C"/>
      </a:dk2>
      <a:lt2>
        <a:srgbClr val="F5F5F5"/>
      </a:lt2>
      <a:accent1>
        <a:srgbClr val="0AA35B"/>
      </a:accent1>
      <a:accent2>
        <a:srgbClr val="3A63F9"/>
      </a:accent2>
      <a:accent3>
        <a:srgbClr val="FF66CC"/>
      </a:accent3>
      <a:accent4>
        <a:srgbClr val="FFA311"/>
      </a:accent4>
      <a:accent5>
        <a:srgbClr val="F3C600"/>
      </a:accent5>
      <a:accent6>
        <a:srgbClr val="EB1000"/>
      </a:accent6>
      <a:hlink>
        <a:srgbClr val="5F5F5F"/>
      </a:hlink>
      <a:folHlink>
        <a:srgbClr val="919191"/>
      </a:folHlink>
    </a:clrScheme>
    <a:fontScheme name="Adobe 2024">
      <a:majorFont>
        <a:latin typeface="Adobe Clean Black"/>
        <a:ea typeface=""/>
        <a:cs typeface=""/>
      </a:majorFont>
      <a:minorFont>
        <a:latin typeface="Adobe Cle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C4C4C4"/>
        </a:solidFill>
        <a:ln>
          <a:noFill/>
        </a:ln>
      </a:spPr>
      <a:bodyPr rtlCol="0" anchor="ctr"/>
      <a:lstStyle>
        <a:defPPr algn="ctr">
          <a:defRPr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000000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110000"/>
          </a:lnSpc>
          <a:spcBef>
            <a:spcPts val="900"/>
          </a:spcBef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DFCA518-E110-7A4E-8C23-7E933C39BA21}">
  <we:reference id="6a7bd4f3-0563-43af-8c08-79110eebdff6" version="1.1.4.0" store="EXCatalog" storeType="EXCatalog"/>
  <we:alternateReferences>
    <we:reference id="WA104381155" version="1.1.4.0" store="en-US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BC1E330420DBD418D5B620A8C9D53C3" ma:contentTypeVersion="4" ma:contentTypeDescription="Create a new document." ma:contentTypeScope="" ma:versionID="161ebf91384bd4ce04c6344ec46ffba0">
  <xsd:schema xmlns:xsd="http://www.w3.org/2001/XMLSchema" xmlns:xs="http://www.w3.org/2001/XMLSchema" xmlns:p="http://schemas.microsoft.com/office/2006/metadata/properties" xmlns:ns2="6b0ab358-a088-4e6e-bfec-d9b12e2052a0" targetNamespace="http://schemas.microsoft.com/office/2006/metadata/properties" ma:root="true" ma:fieldsID="b22a944ac4c21b7b41787822d4746f96" ns2:_="">
    <xsd:import namespace="6b0ab358-a088-4e6e-bfec-d9b12e2052a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0ab358-a088-4e6e-bfec-d9b12e2052a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3C468D7-2A62-4899-BEF3-AA07431EA73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6069ECC-20E0-49A9-BB05-2E7CAA2C58E1}">
  <ds:schemaRefs>
    <ds:schemaRef ds:uri="http://schemas.microsoft.com/office/2006/metadata/properties"/>
    <ds:schemaRef ds:uri="http://www.w3.org/XML/1998/namespace"/>
    <ds:schemaRef ds:uri="http://purl.org/dc/dcmitype/"/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6b0ab358-a088-4e6e-bfec-d9b12e2052a0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C77CB1AD-E214-46C5-86F9-85C8F29FA0E6}">
  <ds:schemaRefs>
    <ds:schemaRef ds:uri="6b0ab358-a088-4e6e-bfec-d9b12e2052a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86</TotalTime>
  <Words>1997</Words>
  <Application>Microsoft Macintosh PowerPoint</Application>
  <PresentationFormat>Widescreen</PresentationFormat>
  <Paragraphs>455</Paragraphs>
  <Slides>62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71" baseType="lpstr">
      <vt:lpstr>Adobe Clean</vt:lpstr>
      <vt:lpstr>Adobe Clean Black</vt:lpstr>
      <vt:lpstr>Adobe Clean ExtraBold</vt:lpstr>
      <vt:lpstr>Arial</vt:lpstr>
      <vt:lpstr>Calibri</vt:lpstr>
      <vt:lpstr>Helvetica Neue</vt:lpstr>
      <vt:lpstr>System Font Regular</vt:lpstr>
      <vt:lpstr>Wingdings</vt:lpstr>
      <vt:lpstr>Adobe Template 2024</vt:lpstr>
      <vt:lpstr>AEM &amp; AEM as a Cloud Service (AEMaaCS)</vt:lpstr>
      <vt:lpstr>Read before proceeding</vt:lpstr>
      <vt:lpstr>Introduction</vt:lpstr>
      <vt:lpstr>Brand at a glance</vt:lpstr>
      <vt:lpstr>Installing the PowerPoint template</vt:lpstr>
      <vt:lpstr>Title slide Adobe Clean Black, 77pt</vt:lpstr>
      <vt:lpstr>Title slide  |  Light Adobe Clean Black, 77pt</vt:lpstr>
      <vt:lpstr>Title slide Image right</vt:lpstr>
      <vt:lpstr>Title slide  |  Dark Adobe Clean Black, 77pt</vt:lpstr>
      <vt:lpstr>Title slide Image right dark</vt:lpstr>
      <vt:lpstr>Section divider  |  Light</vt:lpstr>
      <vt:lpstr>Section divider  |  Dark</vt:lpstr>
      <vt:lpstr>Title and content</vt:lpstr>
      <vt:lpstr>Agenda</vt:lpstr>
      <vt:lpstr>Large Quote</vt:lpstr>
      <vt:lpstr>Image on right 1/2 </vt:lpstr>
      <vt:lpstr>Image on right 1/3</vt:lpstr>
      <vt:lpstr>Title and content   |  Dark</vt:lpstr>
      <vt:lpstr>Large Quote – Dark</vt:lpstr>
      <vt:lpstr>Image on right  1/2  |  Dark</vt:lpstr>
      <vt:lpstr>Image on right 1/3  |  Dark</vt:lpstr>
      <vt:lpstr>Buckets  |  Light</vt:lpstr>
      <vt:lpstr>Title and content, 2 columns (text)</vt:lpstr>
      <vt:lpstr>Title and content, 3 columns (text)</vt:lpstr>
      <vt:lpstr>Title and content, 4 columns (text)</vt:lpstr>
      <vt:lpstr>Title and content, 5 columns (text)</vt:lpstr>
      <vt:lpstr>Title and content, 2 columns (text + images)</vt:lpstr>
      <vt:lpstr>Title and content, 3 columns (text + images)</vt:lpstr>
      <vt:lpstr>Title and content, 4 columns (text + images)</vt:lpstr>
      <vt:lpstr>Title and content, 5 columns (text + images)</vt:lpstr>
      <vt:lpstr>Title and content, 2 columns (image + title)</vt:lpstr>
      <vt:lpstr>Title and content, 3 columns (image + title)</vt:lpstr>
      <vt:lpstr>Title and content, 4 columns (image + title)</vt:lpstr>
      <vt:lpstr>Title and content, 5 columns (image + title) </vt:lpstr>
      <vt:lpstr>Buckets  |  Dark</vt:lpstr>
      <vt:lpstr>Title and content, 2 columns (text)  |  Dark</vt:lpstr>
      <vt:lpstr>Title and content, 3 columns (text)  |  dark</vt:lpstr>
      <vt:lpstr>Title and content, 4 columns (text)  |  dark</vt:lpstr>
      <vt:lpstr>Title and content, 5 columns (text)  |  dark</vt:lpstr>
      <vt:lpstr>Title and content, 2 columns (text + images)  |  Dark</vt:lpstr>
      <vt:lpstr>Title and content, 3 columns (text + images)  |  Dark</vt:lpstr>
      <vt:lpstr>Title and content, 4 columns (text + images)  |  Dark</vt:lpstr>
      <vt:lpstr>Title and content, 5 columns (text + images)  |  Dark</vt:lpstr>
      <vt:lpstr>Title and content, 2 columns (image + title)  |  Dark</vt:lpstr>
      <vt:lpstr>Title and content, 3 columns (image + title)  |  Dark</vt:lpstr>
      <vt:lpstr>Title and content, 4 columns (image + title)  |  Dark</vt:lpstr>
      <vt:lpstr>Title and content, 5 columns (image + title)  |  Dark</vt:lpstr>
      <vt:lpstr>Image grids</vt:lpstr>
      <vt:lpstr>1 x 1 image only</vt:lpstr>
      <vt:lpstr>2 x 2 images only</vt:lpstr>
      <vt:lpstr>3 x 2 images only</vt:lpstr>
      <vt:lpstr>8 x 4 images only</vt:lpstr>
      <vt:lpstr>1 x 1 image only – dark</vt:lpstr>
      <vt:lpstr>2 x 2 images only – dark</vt:lpstr>
      <vt:lpstr>3 x 2 images only – dark</vt:lpstr>
      <vt:lpstr>8 x 4 images only  |  Dark</vt:lpstr>
      <vt:lpstr>Full bleed image with red thread</vt:lpstr>
      <vt:lpstr>Icons</vt:lpstr>
      <vt:lpstr>Dark icons for white backgrounds</vt:lpstr>
      <vt:lpstr>Light icons for dark backgrounds</vt:lpstr>
      <vt:lpstr>Adobe cloud and product icons</vt:lpstr>
      <vt:lpstr>Closer Slide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Adobe presentation template</dc:title>
  <dc:subject/>
  <dc:creator>Adobe</dc:creator>
  <cp:keywords/>
  <dc:description/>
  <cp:lastModifiedBy>Andy Lambert</cp:lastModifiedBy>
  <cp:revision>13</cp:revision>
  <dcterms:created xsi:type="dcterms:W3CDTF">2024-01-24T22:04:21Z</dcterms:created>
  <dcterms:modified xsi:type="dcterms:W3CDTF">2026-03-05T13:43:44Z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0x0101001BC1E330420DBD418D5B620A8C9D53C3</vt:lpwstr>
  </property>
</Properties>
</file>