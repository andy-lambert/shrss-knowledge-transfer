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comments/modernComment_7FFFFE16_6A3D15E9.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9" r:id="rId5"/>
    <p:sldId id="2147483158" r:id="rId6"/>
    <p:sldId id="261" r:id="rId7"/>
    <p:sldId id="2147483157" r:id="rId8"/>
    <p:sldId id="2147435735" r:id="rId9"/>
    <p:sldId id="323" r:id="rId10"/>
    <p:sldId id="258" r:id="rId11"/>
    <p:sldId id="262" r:id="rId12"/>
    <p:sldId id="2147483154" r:id="rId13"/>
    <p:sldId id="305" r:id="rId14"/>
    <p:sldId id="348" r:id="rId15"/>
    <p:sldId id="351" r:id="rId16"/>
    <p:sldId id="214748315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CEACBC2A-673F-0F99-FA23-3207DCB750F6}" name="Olivvia Swaminathan" initials="OS" userId="S::oswaminathan@adobe.com::17ff2e38-faf2-4354-a9c9-cb48901e2ff5" providerId="AD"/>
  <p188:author id="{2FDADB4A-AB6B-9E89-A712-5431AA7DE223}" name="Kalei Munsell" initials="KM" userId="S::kmunsell@adobe.com::f0f58855-6664-4bce-81b5-e7d8412a5c6d" providerId="AD"/>
  <p188:author id="{C5F3EB63-F5DF-69D1-2483-F6EB98255607}" name="Scott Benson" initials="SB" userId="S::sbenson@adobe.com::6f303af4-d7c5-44d2-a3ee-37dd900ea180" providerId="AD"/>
  <p188:author id="{99F7066C-66D5-8F7B-A7B2-0C58FA599ED6}" name="Jacob White" initials="" userId="S::jawhite@adobe.com::bf15ec31-2522-4117-85b2-5aed4b1fef16" providerId="AD"/>
  <p188:author id="{B5FA4D74-A8AF-742E-B8D9-04B8C8980C54}" name="Amit Nair" initials="" userId="S::amitn@adobe.com::b20f5069-e165-40d4-aef8-85bf5ff5d138" providerId="AD"/>
  <p188:author id="{5B678D75-604B-8512-6CEE-52F9F9A2F29B}" name="Julia Capeloto" initials="JC" userId="S::capeloto@adobe.com::95f4d369-df56-44d4-9eda-6675faac5294" providerId="AD"/>
  <p188:author id="{9F5BDD82-05C6-0766-FAE6-7AC0EF9B378A}" name="Deepankar Ray" initials="" userId="S::deepankarr@adobe.com::c22c74af-54c8-4145-b482-7ec430841a3f" providerId="AD"/>
  <p188:author id="{62FEEB9E-68E1-78F1-FA4D-5F43E3A99159}" name="Jason Franklin" initials="JF" userId="S::jafrankl@adobe.com::c87865dd-5e39-4fa6-b97b-9351161e8d13" providerId="AD"/>
  <p188:author id="{DE6EFDA8-0392-369E-CB87-61983309306C}" name="Jamie Grant" initials="JG" userId="S::foc54480@adobe.com::058b70a7-9118-4ec3-85f2-db96d125ad06" providerId="AD"/>
  <p188:author id="{4FB0E6C2-01E0-902D-6EB3-355F2E61CDF0}" name="Wendy Grim" initials="WG" userId="S::wgrim@adobe.com::a6aac728-d695-48c0-b541-bdb4f8e8beac" providerId="AD"/>
  <p188:author id="{C7D0EEC7-1583-B5F0-D1CC-89CAF758F3AB}" name="Macie De Stefano" initials="" userId="S::mskipwit@adobe.com::b2abbf78-f550-46cd-8677-9f9278058538" providerId="AD"/>
  <p188:author id="{C574EDEA-E59B-A984-5C52-5FB6E9FE4230}" name="Elizabeth Woodhull" initials="EW" userId="S::ewoodhull@adobe.com::53a5efbb-4419-44eb-939e-661ffca5b47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1245B"/>
    <a:srgbClr val="0F4F55"/>
    <a:srgbClr val="172762"/>
    <a:srgbClr val="044024"/>
    <a:srgbClr val="EC0D00"/>
    <a:srgbClr val="644007"/>
    <a:srgbClr val="604E00"/>
    <a:srgbClr val="642850"/>
    <a:srgbClr val="FF66CC"/>
    <a:srgbClr val="A55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8762D6-BE2F-12C9-4C51-A79CF06ADD00}" v="33" dt="2026-03-05T16:56:32.0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6" d="100"/>
          <a:sy n="106" d="100"/>
        </p:scale>
        <p:origin x="133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omments/modernComment_7FFFFE16_6A3D15E9.xml><?xml version="1.0" encoding="utf-8"?>
<p188:cmLst xmlns:a="http://schemas.openxmlformats.org/drawingml/2006/main" xmlns:r="http://schemas.openxmlformats.org/officeDocument/2006/relationships" xmlns:p188="http://schemas.microsoft.com/office/powerpoint/2018/8/main">
  <p188:cm id="{9B79CF1B-AEA0-5A4E-8F90-4C1FC4E2996E}" authorId="{99F7066C-66D5-8F7B-A7B2-0C58FA599ED6}" created="2026-03-05T16:11:39.867">
    <pc:sldMkLst xmlns:pc="http://schemas.microsoft.com/office/powerpoint/2013/main/command">
      <pc:docMk/>
      <pc:sldMk cId="1782388201" sldId="2147483158"/>
    </pc:sldMkLst>
    <p188:txBody>
      <a:bodyPr/>
      <a:lstStyle/>
      <a:p>
        <a:r>
          <a:rPr lang="en-US"/>
          <a:t>[@Andy Lambert], stage setting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3F1930-641F-47E7-A0EC-FF19713D6D7E}" type="datetimeFigureOut">
              <a:rPr lang="en-US" smtClean="0"/>
              <a:t>3/5/26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B79AF-D22A-4E5D-9392-72114F6AB7F4}" type="slidenum">
              <a:rPr lang="en-US" smtClean="0"/>
              <a:t>‹#›</a:t>
            </a:fld>
            <a:endParaRPr lang="en-US"/>
          </a:p>
        </p:txBody>
      </p:sp>
    </p:spTree>
    <p:extLst>
      <p:ext uri="{BB962C8B-B14F-4D97-AF65-F5344CB8AC3E}">
        <p14:creationId xmlns:p14="http://schemas.microsoft.com/office/powerpoint/2010/main" val="2591318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F2277D-4E65-471B-8FDC-312617F5EA89}" type="slidenum">
              <a:rPr lang="en-US" smtClean="0"/>
              <a:pPr/>
              <a:t>5</a:t>
            </a:fld>
            <a:endParaRPr lang="en-US"/>
          </a:p>
        </p:txBody>
      </p:sp>
    </p:spTree>
    <p:extLst>
      <p:ext uri="{BB962C8B-B14F-4D97-AF65-F5344CB8AC3E}">
        <p14:creationId xmlns:p14="http://schemas.microsoft.com/office/powerpoint/2010/main" val="3705388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latin typeface="SoDo Sans Ligh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6726EF-BCC3-0349-B0D5-9E5F6746C0A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9762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latin typeface="SoDo Sans Ligh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6726EF-BCC3-0349-B0D5-9E5F6746C0A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755020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
    <p:bg>
      <p:bgPr>
        <a:solidFill>
          <a:srgbClr val="EB1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rIns="0" anchor="b">
            <a:noAutofit/>
          </a:bodyPr>
          <a:lstStyle>
            <a:lvl1pPr algn="l">
              <a:lnSpc>
                <a:spcPct val="80000"/>
              </a:lnSpc>
              <a:defRPr sz="7700" spc="-12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4" name="Picture 3" descr="A white letter o on a black background&#10;&#10;Description automatically generated">
            <a:extLst>
              <a:ext uri="{FF2B5EF4-FFF2-40B4-BE49-F238E27FC236}">
                <a16:creationId xmlns:a16="http://schemas.microsoft.com/office/drawing/2014/main" id="{E695AAB3-D968-696B-8D8D-3D752EF759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9000" y="5997508"/>
            <a:ext cx="1316736" cy="318211"/>
          </a:xfrm>
          <a:prstGeom prst="rect">
            <a:avLst/>
          </a:prstGeom>
        </p:spPr>
      </p:pic>
    </p:spTree>
    <p:extLst>
      <p:ext uri="{BB962C8B-B14F-4D97-AF65-F5344CB8AC3E}">
        <p14:creationId xmlns:p14="http://schemas.microsoft.com/office/powerpoint/2010/main" val="2398346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anchor="b">
            <a:noAutofit/>
          </a:bodyPr>
          <a:lstStyle>
            <a:lvl1pPr algn="l">
              <a:lnSpc>
                <a:spcPct val="80000"/>
              </a:lnSpc>
              <a:defRPr sz="7700" spc="-120" baseline="0"/>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pic>
        <p:nvPicPr>
          <p:cNvPr id="5" name="Picture 4" descr="A red and black number&#10;&#10;Description automatically generated">
            <a:extLst>
              <a:ext uri="{FF2B5EF4-FFF2-40B4-BE49-F238E27FC236}">
                <a16:creationId xmlns:a16="http://schemas.microsoft.com/office/drawing/2014/main" id="{1FEC818F-5FDE-7FC3-B076-F61506203A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1243225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 Dar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anchor="b">
            <a:noAutofit/>
          </a:bodyPr>
          <a:lstStyle>
            <a:lvl1pPr algn="l">
              <a:lnSpc>
                <a:spcPct val="80000"/>
              </a:lnSpc>
              <a:defRPr sz="7700" spc="-12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pic>
        <p:nvPicPr>
          <p:cNvPr id="5" name="Picture 4" descr="A red and black number&#10;&#10;Description automatically generated">
            <a:extLst>
              <a:ext uri="{FF2B5EF4-FFF2-40B4-BE49-F238E27FC236}">
                <a16:creationId xmlns:a16="http://schemas.microsoft.com/office/drawing/2014/main" id="{D7C0ED63-3C6C-8868-F40A-8C33E74887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592746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599" y="426061"/>
            <a:ext cx="5334001" cy="2387600"/>
          </a:xfrm>
        </p:spPr>
        <p:txBody>
          <a:bodyPr lIns="0" rIns="0" anchor="b">
            <a:noAutofit/>
          </a:bodyPr>
          <a:lstStyle>
            <a:lvl1pPr algn="l">
              <a:lnSpc>
                <a:spcPct val="80000"/>
              </a:lnSpc>
              <a:defRPr sz="5400" spc="-120" baseline="0"/>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599" y="3012926"/>
            <a:ext cx="5334002" cy="1655762"/>
          </a:xfrm>
        </p:spPr>
        <p:txBody>
          <a:bodyPr lIns="0" r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4031B34F-5072-BCFE-838A-B26F9DFCB01E}"/>
              </a:ext>
            </a:extLst>
          </p:cNvPr>
          <p:cNvSpPr>
            <a:spLocks noGrp="1"/>
          </p:cNvSpPr>
          <p:nvPr>
            <p:ph type="pic" sz="quarter" idx="10"/>
          </p:nvPr>
        </p:nvSpPr>
        <p:spPr>
          <a:xfrm>
            <a:off x="6096000" y="0"/>
            <a:ext cx="6096000" cy="6858000"/>
          </a:xfrm>
        </p:spPr>
        <p:txBody>
          <a:bodyPr wrap="none">
            <a:noAutofit/>
          </a:bodyPr>
          <a:lstStyle/>
          <a:p>
            <a:endParaRPr lang="en-US"/>
          </a:p>
        </p:txBody>
      </p:sp>
      <p:pic>
        <p:nvPicPr>
          <p:cNvPr id="5" name="Picture 4" descr="A red and black number&#10;&#10;Description automatically generated">
            <a:extLst>
              <a:ext uri="{FF2B5EF4-FFF2-40B4-BE49-F238E27FC236}">
                <a16:creationId xmlns:a16="http://schemas.microsoft.com/office/drawing/2014/main" id="{ED10F1C0-9764-B3D2-72FA-D6F1835F56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2889542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1209081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hite - Bottom Graphic">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1097280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93ECCD13-D1E9-473F-B841-18617FCF55E9}" type="datetime1">
              <a:rPr lang="en-US" smtClean="0"/>
              <a:t>3/5/26</a:t>
            </a:fld>
            <a:endParaRPr lang="en-US"/>
          </a:p>
        </p:txBody>
      </p:sp>
    </p:spTree>
    <p:extLst>
      <p:ext uri="{BB962C8B-B14F-4D97-AF65-F5344CB8AC3E}">
        <p14:creationId xmlns:p14="http://schemas.microsoft.com/office/powerpoint/2010/main" val="882777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1/2 Imag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493776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4572000" cy="4992624"/>
          </a:xfrm>
        </p:spPr>
        <p:txBody>
          <a:bodyPr lIns="0" rIns="0">
            <a:noAutofit/>
          </a:bodyPr>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6096000" y="0"/>
            <a:ext cx="6096000" cy="6858000"/>
          </a:xfrm>
        </p:spPr>
        <p:txBody>
          <a:bodyPr/>
          <a:lstStyle>
            <a:lvl1pPr>
              <a:defRPr/>
            </a:lvl1pPr>
          </a:lstStyle>
          <a:p>
            <a:endParaRPr lang="en-US"/>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8705"/>
            <a:ext cx="1748393" cy="20195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3836955" y="6583680"/>
            <a:ext cx="1710405" cy="92333"/>
          </a:xfrm>
          <a:prstGeom prst="rect">
            <a:avLst/>
          </a:prstGeom>
          <a:noFill/>
        </p:spPr>
        <p:txBody>
          <a:bodyPr wrap="none" lIns="0" tIns="0" rIns="0" bIns="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191919"/>
                </a:solidFill>
                <a:latin typeface="Adobe Clean" panose="020B0503020404020204" pitchFamily="34" charset="0"/>
              </a:rPr>
              <a:t>© 2025 Adobe. All Rights Reserved. Adobe Confidential.</a:t>
            </a:r>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1920240" cy="91887"/>
          </a:xfrm>
        </p:spPr>
        <p:txBody>
          <a:body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3657600" y="6583680"/>
            <a:ext cx="89768" cy="92333"/>
          </a:xfrm>
        </p:spPr>
        <p:txBody>
          <a:bodyPr>
            <a:noAutofit/>
          </a:bodyPr>
          <a:lstStyle/>
          <a:p>
            <a:pPr algn="r"/>
            <a:fld id="{DEC9D0C1-7FBA-40E3-98AB-77B8E8CCE3DF}" type="slidenum">
              <a:rPr lang="en-US" smtClean="0"/>
              <a:pPr algn="r"/>
              <a:t>‹#›</a:t>
            </a:fld>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03D17E50-0ADF-43FB-8C34-0001133F6E68}" type="datetime1">
              <a:rPr lang="en-US" smtClean="0"/>
              <a:t>3/5/26</a:t>
            </a:fld>
            <a:endParaRPr lang="en-US"/>
          </a:p>
        </p:txBody>
      </p:sp>
    </p:spTree>
    <p:extLst>
      <p:ext uri="{BB962C8B-B14F-4D97-AF65-F5344CB8AC3E}">
        <p14:creationId xmlns:p14="http://schemas.microsoft.com/office/powerpoint/2010/main" val="269902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1/3 Imag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1" y="264085"/>
            <a:ext cx="676656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1" y="1334324"/>
            <a:ext cx="594360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7894320" y="0"/>
            <a:ext cx="4297680" cy="6858000"/>
          </a:xfrm>
        </p:spPr>
        <p:txBody>
          <a:body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3657600" cy="91887"/>
          </a:xfrm>
        </p:spPr>
        <p:txBody>
          <a:body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5486400" y="6583680"/>
            <a:ext cx="89768" cy="92333"/>
          </a:xfrm>
        </p:spPr>
        <p:txBody>
          <a:bodyPr/>
          <a:lstStyle>
            <a:lvl1pPr>
              <a:defRPr>
                <a:solidFill>
                  <a:srgbClr val="191919"/>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5665756"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191919"/>
                </a:solidFill>
                <a:latin typeface="Adobe Clean" panose="020B0503020404020204" pitchFamily="34" charset="0"/>
              </a:rPr>
              <a:t>© 2025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503997"/>
            <a:ext cx="1748393" cy="20195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61FE3EA7-D92D-4A30-9EBB-F43D697D029C}" type="datetime1">
              <a:rPr lang="en-US" smtClean="0"/>
              <a:t>3/5/26</a:t>
            </a:fld>
            <a:endParaRPr lang="en-US"/>
          </a:p>
        </p:txBody>
      </p:sp>
    </p:spTree>
    <p:extLst>
      <p:ext uri="{BB962C8B-B14F-4D97-AF65-F5344CB8AC3E}">
        <p14:creationId xmlns:p14="http://schemas.microsoft.com/office/powerpoint/2010/main" val="1736874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493776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1334324"/>
            <a:ext cx="493776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4060606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97324"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8382000"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3012180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1456"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0264"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9339072"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28822759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9"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75275"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37901" y="1334324"/>
            <a:ext cx="1920240" cy="4992624"/>
          </a:xfrm>
        </p:spPr>
        <p:txBody>
          <a:bodyPr lIns="0" rIns="0"/>
          <a:lstStyle>
            <a:lvl1pPr marL="176213" indent="-17621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7400527"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B3448685-45E7-5B8D-4E46-44FECC30A5E8}"/>
              </a:ext>
            </a:extLst>
          </p:cNvPr>
          <p:cNvSpPr>
            <a:spLocks noGrp="1"/>
          </p:cNvSpPr>
          <p:nvPr>
            <p:ph idx="16"/>
          </p:nvPr>
        </p:nvSpPr>
        <p:spPr>
          <a:xfrm>
            <a:off x="9663152"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209017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4" name="Picture Placeholder 1">
            <a:extLst>
              <a:ext uri="{FF2B5EF4-FFF2-40B4-BE49-F238E27FC236}">
                <a16:creationId xmlns:a16="http://schemas.microsoft.com/office/drawing/2014/main" id="{56A753F3-8E21-F8FC-F311-A7291271BB52}"/>
              </a:ext>
            </a:extLst>
          </p:cNvPr>
          <p:cNvSpPr>
            <a:spLocks noGrp="1"/>
          </p:cNvSpPr>
          <p:nvPr>
            <p:ph type="pic" sz="quarter" idx="15"/>
          </p:nvPr>
        </p:nvSpPr>
        <p:spPr>
          <a:xfrm>
            <a:off x="609600" y="1335024"/>
            <a:ext cx="4937760" cy="2514600"/>
          </a:xfrm>
        </p:spPr>
        <p:txBody>
          <a:bodyPr/>
          <a:lstStyle/>
          <a:p>
            <a:endParaRPr lang="en-US"/>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23360"/>
            <a:ext cx="4846320" cy="2286000"/>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B7F64D60-75DD-D985-EFBC-9C173CDE2D69}"/>
              </a:ext>
            </a:extLst>
          </p:cNvPr>
          <p:cNvSpPr>
            <a:spLocks noGrp="1"/>
          </p:cNvSpPr>
          <p:nvPr>
            <p:ph type="pic" sz="quarter" idx="16"/>
          </p:nvPr>
        </p:nvSpPr>
        <p:spPr>
          <a:xfrm>
            <a:off x="6644640" y="1335024"/>
            <a:ext cx="493776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4023360"/>
            <a:ext cx="4846320" cy="2286000"/>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1728433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3255264"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68368"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4468368" y="1335024"/>
            <a:ext cx="3255264"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8327136"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8327136" y="1335024"/>
            <a:ext cx="3255264"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38092159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224028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2472"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3520440" y="1335024"/>
            <a:ext cx="2240280"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2296"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6431280" y="1335024"/>
            <a:ext cx="2240280" cy="2514600"/>
          </a:xfrm>
        </p:spPr>
        <p:txBody>
          <a:body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9342120"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9342120" y="1335024"/>
            <a:ext cx="2240280"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554232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ve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182880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97886"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2895600" y="1335024"/>
            <a:ext cx="1828800"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83124"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5181600" y="1335024"/>
            <a:ext cx="1828800" cy="2514600"/>
          </a:xfrm>
        </p:spPr>
        <p:txBody>
          <a:body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7468362"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7467600" y="1335024"/>
            <a:ext cx="1828800" cy="2514600"/>
          </a:xfrm>
        </p:spPr>
        <p:txBody>
          <a:bodyPr/>
          <a:lstStyle/>
          <a:p>
            <a:endParaRPr lang="en-US"/>
          </a:p>
        </p:txBody>
      </p:sp>
      <p:sp>
        <p:nvSpPr>
          <p:cNvPr id="15" name="Content Placeholder 5">
            <a:extLst>
              <a:ext uri="{FF2B5EF4-FFF2-40B4-BE49-F238E27FC236}">
                <a16:creationId xmlns:a16="http://schemas.microsoft.com/office/drawing/2014/main" id="{D12A0CEB-4B0D-60FD-031D-69EED3A4330E}"/>
              </a:ext>
            </a:extLst>
          </p:cNvPr>
          <p:cNvSpPr>
            <a:spLocks noGrp="1"/>
          </p:cNvSpPr>
          <p:nvPr>
            <p:ph idx="21"/>
          </p:nvPr>
        </p:nvSpPr>
        <p:spPr>
          <a:xfrm>
            <a:off x="9753600"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5">
            <a:extLst>
              <a:ext uri="{FF2B5EF4-FFF2-40B4-BE49-F238E27FC236}">
                <a16:creationId xmlns:a16="http://schemas.microsoft.com/office/drawing/2014/main" id="{0B501880-A94F-9D7D-8CC4-B3716FA977DC}"/>
              </a:ext>
            </a:extLst>
          </p:cNvPr>
          <p:cNvSpPr>
            <a:spLocks noGrp="1"/>
          </p:cNvSpPr>
          <p:nvPr>
            <p:ph type="pic" sz="quarter" idx="20"/>
          </p:nvPr>
        </p:nvSpPr>
        <p:spPr>
          <a:xfrm>
            <a:off x="9753600" y="1335024"/>
            <a:ext cx="1828800"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2370051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4" name="Text Placeholder 3">
            <a:extLst>
              <a:ext uri="{FF2B5EF4-FFF2-40B4-BE49-F238E27FC236}">
                <a16:creationId xmlns:a16="http://schemas.microsoft.com/office/drawing/2014/main" id="{5513B074-3B07-0E57-B1EF-F6812220DF0A}"/>
              </a:ext>
            </a:extLst>
          </p:cNvPr>
          <p:cNvSpPr>
            <a:spLocks noGrp="1"/>
          </p:cNvSpPr>
          <p:nvPr>
            <p:ph type="body" sz="quarter" idx="12"/>
          </p:nvPr>
        </p:nvSpPr>
        <p:spPr>
          <a:xfrm>
            <a:off x="609600" y="1566127"/>
            <a:ext cx="4846320" cy="342466"/>
          </a:xfrm>
        </p:spPr>
        <p:txBody>
          <a:bodyPr anchor="ctr" anchorCtr="0">
            <a:spAutoFit/>
          </a:bodyPr>
          <a:lstStyle>
            <a:lvl1pPr marL="0" indent="0">
              <a:buNone/>
              <a:defRPr sz="16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4937760" cy="4023360"/>
          </a:xfrm>
        </p:spPr>
        <p:txBody>
          <a:bodyPr/>
          <a:lstStyle/>
          <a:p>
            <a:endParaRPr lang="en-US"/>
          </a:p>
        </p:txBody>
      </p:sp>
      <p:sp>
        <p:nvSpPr>
          <p:cNvPr id="5" name="Text Placeholder 3">
            <a:extLst>
              <a:ext uri="{FF2B5EF4-FFF2-40B4-BE49-F238E27FC236}">
                <a16:creationId xmlns:a16="http://schemas.microsoft.com/office/drawing/2014/main" id="{C6A13A99-FC00-81A6-297A-C14D357F8C98}"/>
              </a:ext>
            </a:extLst>
          </p:cNvPr>
          <p:cNvSpPr>
            <a:spLocks noGrp="1"/>
          </p:cNvSpPr>
          <p:nvPr>
            <p:ph type="body" sz="quarter" idx="13"/>
          </p:nvPr>
        </p:nvSpPr>
        <p:spPr>
          <a:xfrm>
            <a:off x="6644640" y="1566127"/>
            <a:ext cx="4846320" cy="342466"/>
          </a:xfrm>
        </p:spPr>
        <p:txBody>
          <a:bodyPr anchor="ctr" anchorCtr="0">
            <a:spAutoFit/>
          </a:bodyPr>
          <a:lstStyle>
            <a:lvl1pPr marL="0" indent="0">
              <a:buNone/>
              <a:defRPr sz="16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644640" y="2103120"/>
            <a:ext cx="4937760" cy="4023360"/>
          </a:xfrm>
        </p:spPr>
        <p:txBody>
          <a:bodyPr/>
          <a:lstStyle/>
          <a:p>
            <a:endParaRPr lang="en-US"/>
          </a:p>
        </p:txBody>
      </p:sp>
      <p:sp>
        <p:nvSpPr>
          <p:cNvPr id="7" name="Footer Placeholder 6">
            <a:extLst>
              <a:ext uri="{FF2B5EF4-FFF2-40B4-BE49-F238E27FC236}">
                <a16:creationId xmlns:a16="http://schemas.microsoft.com/office/drawing/2014/main" id="{B67FFA04-4266-EB76-C232-9C0E983840C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6A7A4A96-D9EB-6DDE-6A01-725F7AE4430C}"/>
              </a:ext>
            </a:extLst>
          </p:cNvPr>
          <p:cNvSpPr>
            <a:spLocks noGrp="1"/>
          </p:cNvSpPr>
          <p:nvPr>
            <p:ph type="sldNum" sz="quarter" idx="16"/>
          </p:nvPr>
        </p:nvSpPr>
        <p:spPr/>
        <p:txBody>
          <a:body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7F191FE7-A8B5-682D-84C7-9F90280016FD}"/>
              </a:ext>
            </a:extLst>
          </p:cNvPr>
          <p:cNvSpPr>
            <a:spLocks noGrp="1"/>
          </p:cNvSpPr>
          <p:nvPr>
            <p:ph type="dt" sz="half" idx="14"/>
          </p:nvPr>
        </p:nvSpPr>
        <p:spPr/>
        <p:txBody>
          <a:bodyPr/>
          <a:lstStyle/>
          <a:p>
            <a:fld id="{9358BB68-9328-42B3-A0F9-3A3B083EF2BE}" type="datetime1">
              <a:rPr lang="en-US" smtClean="0"/>
              <a:t>3/5/26</a:t>
            </a:fld>
            <a:endParaRPr lang="en-US"/>
          </a:p>
        </p:txBody>
      </p:sp>
    </p:spTree>
    <p:extLst>
      <p:ext uri="{BB962C8B-B14F-4D97-AF65-F5344CB8AC3E}">
        <p14:creationId xmlns:p14="http://schemas.microsoft.com/office/powerpoint/2010/main" val="17961524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3">
            <a:extLst>
              <a:ext uri="{FF2B5EF4-FFF2-40B4-BE49-F238E27FC236}">
                <a16:creationId xmlns:a16="http://schemas.microsoft.com/office/drawing/2014/main" id="{A7CA4403-228E-D982-11B8-71EFFDAB1F21}"/>
              </a:ext>
            </a:extLst>
          </p:cNvPr>
          <p:cNvSpPr>
            <a:spLocks noGrp="1"/>
          </p:cNvSpPr>
          <p:nvPr>
            <p:ph type="body" sz="quarter" idx="13"/>
          </p:nvPr>
        </p:nvSpPr>
        <p:spPr>
          <a:xfrm>
            <a:off x="609600"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3255264" cy="4023360"/>
          </a:xfrm>
        </p:spPr>
        <p:txBody>
          <a:bodyPr/>
          <a:lstStyle/>
          <a:p>
            <a:endParaRPr lang="en-US"/>
          </a:p>
        </p:txBody>
      </p:sp>
      <p:sp>
        <p:nvSpPr>
          <p:cNvPr id="4" name="Text Placeholder 3">
            <a:extLst>
              <a:ext uri="{FF2B5EF4-FFF2-40B4-BE49-F238E27FC236}">
                <a16:creationId xmlns:a16="http://schemas.microsoft.com/office/drawing/2014/main" id="{7946F0AF-945D-1612-FEA8-992054B7A75C}"/>
              </a:ext>
            </a:extLst>
          </p:cNvPr>
          <p:cNvSpPr>
            <a:spLocks noGrp="1"/>
          </p:cNvSpPr>
          <p:nvPr>
            <p:ph type="body" sz="quarter" idx="14"/>
          </p:nvPr>
        </p:nvSpPr>
        <p:spPr>
          <a:xfrm>
            <a:off x="4468368"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468368" y="2103120"/>
            <a:ext cx="3255264" cy="4023360"/>
          </a:xfrm>
        </p:spPr>
        <p:txBody>
          <a:bodyPr/>
          <a:lstStyle/>
          <a:p>
            <a:endParaRPr lang="en-US"/>
          </a:p>
        </p:txBody>
      </p:sp>
      <p:sp>
        <p:nvSpPr>
          <p:cNvPr id="5" name="Text Placeholder 3">
            <a:extLst>
              <a:ext uri="{FF2B5EF4-FFF2-40B4-BE49-F238E27FC236}">
                <a16:creationId xmlns:a16="http://schemas.microsoft.com/office/drawing/2014/main" id="{7D2660DF-18E0-5445-7D6F-B1E2A46D4B94}"/>
              </a:ext>
            </a:extLst>
          </p:cNvPr>
          <p:cNvSpPr>
            <a:spLocks noGrp="1"/>
          </p:cNvSpPr>
          <p:nvPr>
            <p:ph type="body" sz="quarter" idx="15"/>
          </p:nvPr>
        </p:nvSpPr>
        <p:spPr>
          <a:xfrm>
            <a:off x="8327136"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8327136" y="2103120"/>
            <a:ext cx="3255264" cy="4023360"/>
          </a:xfrm>
        </p:spPr>
        <p:txBody>
          <a:bodyPr/>
          <a:lstStyle/>
          <a:p>
            <a:endParaRPr lang="en-US"/>
          </a:p>
        </p:txBody>
      </p:sp>
      <p:sp>
        <p:nvSpPr>
          <p:cNvPr id="7" name="Footer Placeholder 6">
            <a:extLst>
              <a:ext uri="{FF2B5EF4-FFF2-40B4-BE49-F238E27FC236}">
                <a16:creationId xmlns:a16="http://schemas.microsoft.com/office/drawing/2014/main" id="{A121C368-1E72-48CA-929B-4401C8805A52}"/>
              </a:ext>
            </a:extLst>
          </p:cNvPr>
          <p:cNvSpPr>
            <a:spLocks noGrp="1"/>
          </p:cNvSpPr>
          <p:nvPr>
            <p:ph type="ftr" sz="quarter" idx="17"/>
          </p:nvPr>
        </p:nvSpPr>
        <p:spPr/>
        <p:txBody>
          <a:bodyPr/>
          <a:lstStyle/>
          <a:p>
            <a:endParaRPr lang="en-US"/>
          </a:p>
        </p:txBody>
      </p:sp>
      <p:sp>
        <p:nvSpPr>
          <p:cNvPr id="9" name="Slide Number Placeholder 8">
            <a:extLst>
              <a:ext uri="{FF2B5EF4-FFF2-40B4-BE49-F238E27FC236}">
                <a16:creationId xmlns:a16="http://schemas.microsoft.com/office/drawing/2014/main" id="{49AEAA01-FDF7-EF7A-F41F-F69EBE76E154}"/>
              </a:ext>
            </a:extLst>
          </p:cNvPr>
          <p:cNvSpPr>
            <a:spLocks noGrp="1"/>
          </p:cNvSpPr>
          <p:nvPr>
            <p:ph type="sldNum" sz="quarter" idx="18"/>
          </p:nvPr>
        </p:nvSpPr>
        <p:spPr/>
        <p:txBody>
          <a:body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B2DB4C55-EF9A-527B-C38E-033B25315799}"/>
              </a:ext>
            </a:extLst>
          </p:cNvPr>
          <p:cNvSpPr>
            <a:spLocks noGrp="1"/>
          </p:cNvSpPr>
          <p:nvPr>
            <p:ph type="dt" sz="half" idx="16"/>
          </p:nvPr>
        </p:nvSpPr>
        <p:spPr/>
        <p:txBody>
          <a:bodyPr/>
          <a:lstStyle/>
          <a:p>
            <a:fld id="{064C30AB-BD82-4C8A-B585-5A50C442DF09}" type="datetime1">
              <a:rPr lang="en-US" smtClean="0"/>
              <a:t>3/5/26</a:t>
            </a:fld>
            <a:endParaRPr lang="en-US"/>
          </a:p>
        </p:txBody>
      </p:sp>
    </p:spTree>
    <p:extLst>
      <p:ext uri="{BB962C8B-B14F-4D97-AF65-F5344CB8AC3E}">
        <p14:creationId xmlns:p14="http://schemas.microsoft.com/office/powerpoint/2010/main" val="1872005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3">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2240280" cy="4023360"/>
          </a:xfrm>
        </p:spPr>
        <p:txBody>
          <a:bodyPr/>
          <a:lstStyle/>
          <a:p>
            <a:endParaRPr lang="en-US"/>
          </a:p>
        </p:txBody>
      </p:sp>
      <p:sp>
        <p:nvSpPr>
          <p:cNvPr id="5" name="Text Placeholder 3">
            <a:extLst>
              <a:ext uri="{FF2B5EF4-FFF2-40B4-BE49-F238E27FC236}">
                <a16:creationId xmlns:a16="http://schemas.microsoft.com/office/drawing/2014/main" id="{37F3A760-EE34-C8A5-89C3-5467A9BC0CA9}"/>
              </a:ext>
            </a:extLst>
          </p:cNvPr>
          <p:cNvSpPr>
            <a:spLocks noGrp="1"/>
          </p:cNvSpPr>
          <p:nvPr>
            <p:ph type="body" sz="quarter" idx="15"/>
          </p:nvPr>
        </p:nvSpPr>
        <p:spPr>
          <a:xfrm>
            <a:off x="352044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3520440" y="2103120"/>
            <a:ext cx="2240280" cy="4023360"/>
          </a:xfrm>
        </p:spPr>
        <p:txBody>
          <a:body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643128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6431280" y="2103120"/>
            <a:ext cx="2240280" cy="4023360"/>
          </a:xfrm>
        </p:spPr>
        <p:txBody>
          <a:bodyPr/>
          <a:lstStyle/>
          <a:p>
            <a:endParaRPr lang="en-US"/>
          </a:p>
        </p:txBody>
      </p:sp>
      <p:sp>
        <p:nvSpPr>
          <p:cNvPr id="7" name="Text Placeholder 3">
            <a:extLst>
              <a:ext uri="{FF2B5EF4-FFF2-40B4-BE49-F238E27FC236}">
                <a16:creationId xmlns:a16="http://schemas.microsoft.com/office/drawing/2014/main" id="{EBE0941F-EC84-108F-647A-726CB13FD000}"/>
              </a:ext>
            </a:extLst>
          </p:cNvPr>
          <p:cNvSpPr>
            <a:spLocks noGrp="1"/>
          </p:cNvSpPr>
          <p:nvPr>
            <p:ph type="body" sz="quarter" idx="17"/>
          </p:nvPr>
        </p:nvSpPr>
        <p:spPr>
          <a:xfrm>
            <a:off x="934212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4" name="Picture Placeholder 11">
            <a:extLst>
              <a:ext uri="{FF2B5EF4-FFF2-40B4-BE49-F238E27FC236}">
                <a16:creationId xmlns:a16="http://schemas.microsoft.com/office/drawing/2014/main" id="{273AE085-219F-7944-7266-65BE5ACA42F8}"/>
              </a:ext>
            </a:extLst>
          </p:cNvPr>
          <p:cNvSpPr>
            <a:spLocks noGrp="1"/>
          </p:cNvSpPr>
          <p:nvPr>
            <p:ph type="pic" sz="quarter" idx="13"/>
          </p:nvPr>
        </p:nvSpPr>
        <p:spPr>
          <a:xfrm>
            <a:off x="9342120" y="2103120"/>
            <a:ext cx="2240280" cy="4023360"/>
          </a:xfrm>
        </p:spPr>
        <p:txBody>
          <a:bodyPr/>
          <a:lstStyle/>
          <a:p>
            <a:endParaRPr lang="en-US"/>
          </a:p>
        </p:txBody>
      </p:sp>
      <p:sp>
        <p:nvSpPr>
          <p:cNvPr id="11" name="Footer Placeholder 10">
            <a:extLst>
              <a:ext uri="{FF2B5EF4-FFF2-40B4-BE49-F238E27FC236}">
                <a16:creationId xmlns:a16="http://schemas.microsoft.com/office/drawing/2014/main" id="{2D1AAD5D-057A-DD5F-90D3-857CDC599D94}"/>
              </a:ext>
            </a:extLst>
          </p:cNvPr>
          <p:cNvSpPr>
            <a:spLocks noGrp="1"/>
          </p:cNvSpPr>
          <p:nvPr>
            <p:ph type="ftr" sz="quarter" idx="19"/>
          </p:nvPr>
        </p:nvSpPr>
        <p:spPr/>
        <p:txBody>
          <a:bodyPr/>
          <a:lstStyle/>
          <a:p>
            <a:endParaRPr lang="en-US"/>
          </a:p>
        </p:txBody>
      </p:sp>
      <p:sp>
        <p:nvSpPr>
          <p:cNvPr id="13" name="Slide Number Placeholder 12">
            <a:extLst>
              <a:ext uri="{FF2B5EF4-FFF2-40B4-BE49-F238E27FC236}">
                <a16:creationId xmlns:a16="http://schemas.microsoft.com/office/drawing/2014/main" id="{5024F614-A8FC-DFE2-56F8-8E640DCA191B}"/>
              </a:ext>
            </a:extLst>
          </p:cNvPr>
          <p:cNvSpPr>
            <a:spLocks noGrp="1"/>
          </p:cNvSpPr>
          <p:nvPr>
            <p:ph type="sldNum" sz="quarter" idx="20"/>
          </p:nvPr>
        </p:nvSpPr>
        <p:spPr/>
        <p:txBody>
          <a:body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C5A2DDEE-A8FC-94B8-B36F-644161312658}"/>
              </a:ext>
            </a:extLst>
          </p:cNvPr>
          <p:cNvSpPr>
            <a:spLocks noGrp="1"/>
          </p:cNvSpPr>
          <p:nvPr>
            <p:ph type="dt" sz="half" idx="18"/>
          </p:nvPr>
        </p:nvSpPr>
        <p:spPr/>
        <p:txBody>
          <a:bodyPr/>
          <a:lstStyle/>
          <a:p>
            <a:fld id="{C643547A-9664-4844-975D-62CB592093FC}" type="datetime1">
              <a:rPr lang="en-US" smtClean="0"/>
              <a:t>3/5/26</a:t>
            </a:fld>
            <a:endParaRPr lang="en-US"/>
          </a:p>
        </p:txBody>
      </p:sp>
    </p:spTree>
    <p:extLst>
      <p:ext uri="{BB962C8B-B14F-4D97-AF65-F5344CB8AC3E}">
        <p14:creationId xmlns:p14="http://schemas.microsoft.com/office/powerpoint/2010/main" val="31725033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ive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1">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8" name="Picture Placeholder 1">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1828800" cy="4023360"/>
          </a:xfrm>
        </p:spPr>
        <p:txBody>
          <a:bodyPr/>
          <a:lstStyle/>
          <a:p>
            <a:endParaRPr lang="en-US"/>
          </a:p>
        </p:txBody>
      </p:sp>
      <p:sp>
        <p:nvSpPr>
          <p:cNvPr id="5" name="Text Placeholder 2">
            <a:extLst>
              <a:ext uri="{FF2B5EF4-FFF2-40B4-BE49-F238E27FC236}">
                <a16:creationId xmlns:a16="http://schemas.microsoft.com/office/drawing/2014/main" id="{37F3A760-EE34-C8A5-89C3-5467A9BC0CA9}"/>
              </a:ext>
            </a:extLst>
          </p:cNvPr>
          <p:cNvSpPr>
            <a:spLocks noGrp="1"/>
          </p:cNvSpPr>
          <p:nvPr>
            <p:ph type="body" sz="quarter" idx="15"/>
          </p:nvPr>
        </p:nvSpPr>
        <p:spPr>
          <a:xfrm>
            <a:off x="2895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0" name="Picture Placeholder 2">
            <a:extLst>
              <a:ext uri="{FF2B5EF4-FFF2-40B4-BE49-F238E27FC236}">
                <a16:creationId xmlns:a16="http://schemas.microsoft.com/office/drawing/2014/main" id="{A160F384-0CC4-8E1E-C546-28F7B7D6B282}"/>
              </a:ext>
            </a:extLst>
          </p:cNvPr>
          <p:cNvSpPr>
            <a:spLocks noGrp="1"/>
          </p:cNvSpPr>
          <p:nvPr>
            <p:ph type="pic" sz="quarter" idx="11"/>
          </p:nvPr>
        </p:nvSpPr>
        <p:spPr>
          <a:xfrm>
            <a:off x="2895600" y="2103120"/>
            <a:ext cx="1828800" cy="4023360"/>
          </a:xfrm>
        </p:spPr>
        <p:txBody>
          <a:body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5181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2" name="Picture Placeholder 3">
            <a:extLst>
              <a:ext uri="{FF2B5EF4-FFF2-40B4-BE49-F238E27FC236}">
                <a16:creationId xmlns:a16="http://schemas.microsoft.com/office/drawing/2014/main" id="{292A0C94-CCCD-1ACE-EE3F-3AAA7DAFC52F}"/>
              </a:ext>
            </a:extLst>
          </p:cNvPr>
          <p:cNvSpPr>
            <a:spLocks noGrp="1"/>
          </p:cNvSpPr>
          <p:nvPr>
            <p:ph type="pic" sz="quarter" idx="12"/>
          </p:nvPr>
        </p:nvSpPr>
        <p:spPr>
          <a:xfrm>
            <a:off x="5181600" y="2103120"/>
            <a:ext cx="1828800" cy="4023360"/>
          </a:xfrm>
        </p:spPr>
        <p:txBody>
          <a:bodyPr/>
          <a:lstStyle/>
          <a:p>
            <a:endParaRPr lang="en-US"/>
          </a:p>
        </p:txBody>
      </p:sp>
      <p:sp>
        <p:nvSpPr>
          <p:cNvPr id="7" name="Text Placeholder 4">
            <a:extLst>
              <a:ext uri="{FF2B5EF4-FFF2-40B4-BE49-F238E27FC236}">
                <a16:creationId xmlns:a16="http://schemas.microsoft.com/office/drawing/2014/main" id="{EBE0941F-EC84-108F-647A-726CB13FD000}"/>
              </a:ext>
            </a:extLst>
          </p:cNvPr>
          <p:cNvSpPr>
            <a:spLocks noGrp="1"/>
          </p:cNvSpPr>
          <p:nvPr>
            <p:ph type="body" sz="quarter" idx="17"/>
          </p:nvPr>
        </p:nvSpPr>
        <p:spPr>
          <a:xfrm>
            <a:off x="7467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4" name="Picture Placeholder 4">
            <a:extLst>
              <a:ext uri="{FF2B5EF4-FFF2-40B4-BE49-F238E27FC236}">
                <a16:creationId xmlns:a16="http://schemas.microsoft.com/office/drawing/2014/main" id="{273AE085-219F-7944-7266-65BE5ACA42F8}"/>
              </a:ext>
            </a:extLst>
          </p:cNvPr>
          <p:cNvSpPr>
            <a:spLocks noGrp="1"/>
          </p:cNvSpPr>
          <p:nvPr>
            <p:ph type="pic" sz="quarter" idx="13"/>
          </p:nvPr>
        </p:nvSpPr>
        <p:spPr>
          <a:xfrm>
            <a:off x="7467600" y="2103120"/>
            <a:ext cx="1828800" cy="4023360"/>
          </a:xfrm>
        </p:spPr>
        <p:txBody>
          <a:bodyPr/>
          <a:lstStyle/>
          <a:p>
            <a:endParaRPr lang="en-US"/>
          </a:p>
        </p:txBody>
      </p:sp>
      <p:sp>
        <p:nvSpPr>
          <p:cNvPr id="14" name="Text Placeholder 5">
            <a:extLst>
              <a:ext uri="{FF2B5EF4-FFF2-40B4-BE49-F238E27FC236}">
                <a16:creationId xmlns:a16="http://schemas.microsoft.com/office/drawing/2014/main" id="{A816AF76-E218-238B-8714-A13AEDC0F554}"/>
              </a:ext>
            </a:extLst>
          </p:cNvPr>
          <p:cNvSpPr>
            <a:spLocks noGrp="1"/>
          </p:cNvSpPr>
          <p:nvPr>
            <p:ph type="body" sz="quarter" idx="21"/>
          </p:nvPr>
        </p:nvSpPr>
        <p:spPr>
          <a:xfrm>
            <a:off x="9753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5" name="Picture Placeholder 5">
            <a:extLst>
              <a:ext uri="{FF2B5EF4-FFF2-40B4-BE49-F238E27FC236}">
                <a16:creationId xmlns:a16="http://schemas.microsoft.com/office/drawing/2014/main" id="{153949DF-ED8E-0DEE-DBED-CB495FE60E49}"/>
              </a:ext>
            </a:extLst>
          </p:cNvPr>
          <p:cNvSpPr>
            <a:spLocks noGrp="1"/>
          </p:cNvSpPr>
          <p:nvPr>
            <p:ph type="pic" sz="quarter" idx="22"/>
          </p:nvPr>
        </p:nvSpPr>
        <p:spPr>
          <a:xfrm>
            <a:off x="9753600" y="2103120"/>
            <a:ext cx="1828800" cy="4023360"/>
          </a:xfrm>
        </p:spPr>
        <p:txBody>
          <a:bodyPr/>
          <a:lstStyle/>
          <a:p>
            <a:endParaRPr lang="en-US"/>
          </a:p>
        </p:txBody>
      </p:sp>
      <p:sp>
        <p:nvSpPr>
          <p:cNvPr id="11" name="Footer Placeholder 10">
            <a:extLst>
              <a:ext uri="{FF2B5EF4-FFF2-40B4-BE49-F238E27FC236}">
                <a16:creationId xmlns:a16="http://schemas.microsoft.com/office/drawing/2014/main" id="{2D1AAD5D-057A-DD5F-90D3-857CDC599D94}"/>
              </a:ext>
            </a:extLst>
          </p:cNvPr>
          <p:cNvSpPr>
            <a:spLocks noGrp="1"/>
          </p:cNvSpPr>
          <p:nvPr>
            <p:ph type="ftr" sz="quarter" idx="19"/>
          </p:nvPr>
        </p:nvSpPr>
        <p:spPr/>
        <p:txBody>
          <a:bodyPr/>
          <a:lstStyle/>
          <a:p>
            <a:endParaRPr lang="en-US"/>
          </a:p>
        </p:txBody>
      </p:sp>
      <p:sp>
        <p:nvSpPr>
          <p:cNvPr id="13" name="Slide Number Placeholder 12">
            <a:extLst>
              <a:ext uri="{FF2B5EF4-FFF2-40B4-BE49-F238E27FC236}">
                <a16:creationId xmlns:a16="http://schemas.microsoft.com/office/drawing/2014/main" id="{5024F614-A8FC-DFE2-56F8-8E640DCA191B}"/>
              </a:ext>
            </a:extLst>
          </p:cNvPr>
          <p:cNvSpPr>
            <a:spLocks noGrp="1"/>
          </p:cNvSpPr>
          <p:nvPr>
            <p:ph type="sldNum" sz="quarter" idx="20"/>
          </p:nvPr>
        </p:nvSpPr>
        <p:spPr/>
        <p:txBody>
          <a:body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C5A2DDEE-A8FC-94B8-B36F-644161312658}"/>
              </a:ext>
            </a:extLst>
          </p:cNvPr>
          <p:cNvSpPr>
            <a:spLocks noGrp="1"/>
          </p:cNvSpPr>
          <p:nvPr>
            <p:ph type="dt" sz="half" idx="18"/>
          </p:nvPr>
        </p:nvSpPr>
        <p:spPr/>
        <p:txBody>
          <a:bodyPr/>
          <a:lstStyle/>
          <a:p>
            <a:fld id="{C643547A-9664-4844-975D-62CB592093FC}" type="datetime1">
              <a:rPr lang="en-US" smtClean="0"/>
              <a:t>3/5/26</a:t>
            </a:fld>
            <a:endParaRPr lang="en-US"/>
          </a:p>
        </p:txBody>
      </p:sp>
    </p:spTree>
    <p:extLst>
      <p:ext uri="{BB962C8B-B14F-4D97-AF65-F5344CB8AC3E}">
        <p14:creationId xmlns:p14="http://schemas.microsoft.com/office/powerpoint/2010/main" val="14516352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id - 1x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10972800" cy="4572000"/>
          </a:xfrm>
        </p:spPr>
        <p:txBody>
          <a:bodyPr/>
          <a:lstStyle/>
          <a:p>
            <a:endParaRPr lang="en-US"/>
          </a:p>
        </p:txBody>
      </p:sp>
      <p:sp>
        <p:nvSpPr>
          <p:cNvPr id="4" name="Footer Placeholder 3">
            <a:extLst>
              <a:ext uri="{FF2B5EF4-FFF2-40B4-BE49-F238E27FC236}">
                <a16:creationId xmlns:a16="http://schemas.microsoft.com/office/drawing/2014/main" id="{181A3878-7BE0-2310-A612-86078B468989}"/>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FF64CF29-7F88-6F4B-09E2-25D36FC00EB9}"/>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7CA21AE2-4E9E-2DCA-4E42-C97521A8179D}"/>
              </a:ext>
            </a:extLst>
          </p:cNvPr>
          <p:cNvSpPr>
            <a:spLocks noGrp="1"/>
          </p:cNvSpPr>
          <p:nvPr>
            <p:ph type="dt" sz="half" idx="11"/>
          </p:nvPr>
        </p:nvSpPr>
        <p:spPr/>
        <p:txBody>
          <a:bodyPr/>
          <a:lstStyle/>
          <a:p>
            <a:fld id="{DBEFE4BD-2DFA-4609-895D-EFEF7C6E5A3C}" type="datetime1">
              <a:rPr lang="en-US" smtClean="0"/>
              <a:t>3/5/26</a:t>
            </a:fld>
            <a:endParaRPr lang="en-US"/>
          </a:p>
        </p:txBody>
      </p:sp>
    </p:spTree>
    <p:extLst>
      <p:ext uri="{BB962C8B-B14F-4D97-AF65-F5344CB8AC3E}">
        <p14:creationId xmlns:p14="http://schemas.microsoft.com/office/powerpoint/2010/main" val="2957798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id - 2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5486400" cy="2286000"/>
          </a:xfrm>
        </p:spPr>
        <p:txBody>
          <a:body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096000" y="1554480"/>
            <a:ext cx="5486400" cy="2286000"/>
          </a:xfrm>
        </p:spPr>
        <p:txBody>
          <a:bodyPr/>
          <a:lstStyle/>
          <a:p>
            <a:endParaRPr lang="en-US"/>
          </a:p>
        </p:txBody>
      </p:sp>
      <p:sp>
        <p:nvSpPr>
          <p:cNvPr id="3" name="Picture Placeholder 7">
            <a:extLst>
              <a:ext uri="{FF2B5EF4-FFF2-40B4-BE49-F238E27FC236}">
                <a16:creationId xmlns:a16="http://schemas.microsoft.com/office/drawing/2014/main" id="{92547B6F-C04C-1B8A-023F-2328C702D34B}"/>
              </a:ext>
            </a:extLst>
          </p:cNvPr>
          <p:cNvSpPr>
            <a:spLocks noGrp="1"/>
          </p:cNvSpPr>
          <p:nvPr>
            <p:ph type="pic" sz="quarter" idx="12"/>
          </p:nvPr>
        </p:nvSpPr>
        <p:spPr>
          <a:xfrm>
            <a:off x="609600" y="3840480"/>
            <a:ext cx="5486400" cy="2286000"/>
          </a:xfrm>
        </p:spPr>
        <p:txBody>
          <a:bodyPr/>
          <a:lstStyle/>
          <a:p>
            <a:endParaRPr lang="en-US"/>
          </a:p>
        </p:txBody>
      </p:sp>
      <p:sp>
        <p:nvSpPr>
          <p:cNvPr id="4" name="Picture Placeholder 9">
            <a:extLst>
              <a:ext uri="{FF2B5EF4-FFF2-40B4-BE49-F238E27FC236}">
                <a16:creationId xmlns:a16="http://schemas.microsoft.com/office/drawing/2014/main" id="{23A551AC-B66E-B597-2080-FD4462C44E73}"/>
              </a:ext>
            </a:extLst>
          </p:cNvPr>
          <p:cNvSpPr>
            <a:spLocks noGrp="1"/>
          </p:cNvSpPr>
          <p:nvPr>
            <p:ph type="pic" sz="quarter" idx="13"/>
          </p:nvPr>
        </p:nvSpPr>
        <p:spPr>
          <a:xfrm>
            <a:off x="6096000" y="3840480"/>
            <a:ext cx="5486400" cy="2286000"/>
          </a:xfrm>
        </p:spPr>
        <p:txBody>
          <a:bodyPr/>
          <a:lstStyle/>
          <a:p>
            <a:endParaRPr lang="en-US"/>
          </a:p>
        </p:txBody>
      </p:sp>
      <p:sp>
        <p:nvSpPr>
          <p:cNvPr id="6" name="Footer Placeholder 5">
            <a:extLst>
              <a:ext uri="{FF2B5EF4-FFF2-40B4-BE49-F238E27FC236}">
                <a16:creationId xmlns:a16="http://schemas.microsoft.com/office/drawing/2014/main" id="{50754D71-8CDC-675B-86A7-C34916398619}"/>
              </a:ext>
            </a:extLst>
          </p:cNvPr>
          <p:cNvSpPr>
            <a:spLocks noGrp="1"/>
          </p:cNvSpPr>
          <p:nvPr>
            <p:ph type="ftr" sz="quarter" idx="15"/>
          </p:nvPr>
        </p:nvSpPr>
        <p:spPr/>
        <p:txBody>
          <a:bodyPr/>
          <a:lstStyle/>
          <a:p>
            <a:endParaRPr lang="en-US"/>
          </a:p>
        </p:txBody>
      </p:sp>
      <p:sp>
        <p:nvSpPr>
          <p:cNvPr id="7" name="Slide Number Placeholder 6">
            <a:extLst>
              <a:ext uri="{FF2B5EF4-FFF2-40B4-BE49-F238E27FC236}">
                <a16:creationId xmlns:a16="http://schemas.microsoft.com/office/drawing/2014/main" id="{8B9CD24B-DB8B-D332-CD41-DCE59AE976B8}"/>
              </a:ext>
            </a:extLst>
          </p:cNvPr>
          <p:cNvSpPr>
            <a:spLocks noGrp="1"/>
          </p:cNvSpPr>
          <p:nvPr>
            <p:ph type="sldNum" sz="quarter" idx="16"/>
          </p:nvPr>
        </p:nvSpPr>
        <p:spPr/>
        <p:txBody>
          <a:bodyPr/>
          <a:lstStyle/>
          <a:p>
            <a:pPr algn="r"/>
            <a:fld id="{DEC9D0C1-7FBA-40E3-98AB-77B8E8CCE3DF}" type="slidenum">
              <a:rPr lang="en-US" smtClean="0"/>
              <a:pPr algn="r"/>
              <a:t>‹#›</a:t>
            </a:fld>
            <a:endParaRPr lang="en-US"/>
          </a:p>
        </p:txBody>
      </p:sp>
      <p:sp>
        <p:nvSpPr>
          <p:cNvPr id="5" name="Date Placeholder 4">
            <a:extLst>
              <a:ext uri="{FF2B5EF4-FFF2-40B4-BE49-F238E27FC236}">
                <a16:creationId xmlns:a16="http://schemas.microsoft.com/office/drawing/2014/main" id="{C03B885C-55AF-9895-D16F-0BE3094261A0}"/>
              </a:ext>
            </a:extLst>
          </p:cNvPr>
          <p:cNvSpPr>
            <a:spLocks noGrp="1"/>
          </p:cNvSpPr>
          <p:nvPr>
            <p:ph type="dt" sz="half" idx="14"/>
          </p:nvPr>
        </p:nvSpPr>
        <p:spPr/>
        <p:txBody>
          <a:bodyPr/>
          <a:lstStyle/>
          <a:p>
            <a:fld id="{FE62A065-523E-4F5D-A1E3-FF3942EE8A67}" type="datetime1">
              <a:rPr lang="en-US" smtClean="0"/>
              <a:t>3/5/26</a:t>
            </a:fld>
            <a:endParaRPr lang="en-US"/>
          </a:p>
        </p:txBody>
      </p:sp>
    </p:spTree>
    <p:extLst>
      <p:ext uri="{BB962C8B-B14F-4D97-AF65-F5344CB8AC3E}">
        <p14:creationId xmlns:p14="http://schemas.microsoft.com/office/powerpoint/2010/main" val="28836733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id - 3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3657600" cy="2286000"/>
          </a:xfrm>
        </p:spPr>
        <p:txBody>
          <a:body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267200" y="1554480"/>
            <a:ext cx="3657600" cy="2286000"/>
          </a:xfrm>
        </p:spPr>
        <p:txBody>
          <a:bodyPr/>
          <a:lstStyle/>
          <a:p>
            <a:endParaRPr lang="en-US"/>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7924800" y="1554480"/>
            <a:ext cx="3657600" cy="2286000"/>
          </a:xfrm>
        </p:spPr>
        <p:txBody>
          <a:bodyPr/>
          <a:lstStyle/>
          <a:p>
            <a:endParaRPr lang="en-US"/>
          </a:p>
        </p:txBody>
      </p:sp>
      <p:sp>
        <p:nvSpPr>
          <p:cNvPr id="14" name="Picture Placeholder 13">
            <a:extLst>
              <a:ext uri="{FF2B5EF4-FFF2-40B4-BE49-F238E27FC236}">
                <a16:creationId xmlns:a16="http://schemas.microsoft.com/office/drawing/2014/main" id="{1B2B2E44-F595-7BB6-29AF-8641CEDC7AD0}"/>
              </a:ext>
            </a:extLst>
          </p:cNvPr>
          <p:cNvSpPr>
            <a:spLocks noGrp="1"/>
          </p:cNvSpPr>
          <p:nvPr>
            <p:ph type="pic" sz="quarter" idx="13"/>
          </p:nvPr>
        </p:nvSpPr>
        <p:spPr>
          <a:xfrm>
            <a:off x="609600" y="3840480"/>
            <a:ext cx="3657600" cy="2286000"/>
          </a:xfrm>
        </p:spPr>
        <p:txBody>
          <a:bodyPr/>
          <a:lstStyle/>
          <a:p>
            <a:endParaRPr lang="en-US"/>
          </a:p>
        </p:txBody>
      </p:sp>
      <p:sp>
        <p:nvSpPr>
          <p:cNvPr id="16" name="Picture Placeholder 15">
            <a:extLst>
              <a:ext uri="{FF2B5EF4-FFF2-40B4-BE49-F238E27FC236}">
                <a16:creationId xmlns:a16="http://schemas.microsoft.com/office/drawing/2014/main" id="{9F1FEECA-D863-9A52-B628-DC29A5E3A3FF}"/>
              </a:ext>
            </a:extLst>
          </p:cNvPr>
          <p:cNvSpPr>
            <a:spLocks noGrp="1"/>
          </p:cNvSpPr>
          <p:nvPr>
            <p:ph type="pic" sz="quarter" idx="14"/>
          </p:nvPr>
        </p:nvSpPr>
        <p:spPr>
          <a:xfrm>
            <a:off x="4267200" y="3840480"/>
            <a:ext cx="3657600" cy="2286000"/>
          </a:xfrm>
        </p:spPr>
        <p:txBody>
          <a:bodyPr/>
          <a:lstStyle/>
          <a:p>
            <a:endParaRPr lang="en-US"/>
          </a:p>
        </p:txBody>
      </p:sp>
      <p:sp>
        <p:nvSpPr>
          <p:cNvPr id="18" name="Picture Placeholder 17">
            <a:extLst>
              <a:ext uri="{FF2B5EF4-FFF2-40B4-BE49-F238E27FC236}">
                <a16:creationId xmlns:a16="http://schemas.microsoft.com/office/drawing/2014/main" id="{5C1A3846-D263-B994-2288-4A3F6F2CC788}"/>
              </a:ext>
            </a:extLst>
          </p:cNvPr>
          <p:cNvSpPr>
            <a:spLocks noGrp="1"/>
          </p:cNvSpPr>
          <p:nvPr>
            <p:ph type="pic" sz="quarter" idx="15"/>
          </p:nvPr>
        </p:nvSpPr>
        <p:spPr>
          <a:xfrm>
            <a:off x="7924800" y="3840480"/>
            <a:ext cx="3657600" cy="2286000"/>
          </a:xfrm>
        </p:spPr>
        <p:txBody>
          <a:bodyPr/>
          <a:lstStyle/>
          <a:p>
            <a:endParaRPr lang="en-US"/>
          </a:p>
        </p:txBody>
      </p:sp>
      <p:sp>
        <p:nvSpPr>
          <p:cNvPr id="20" name="Footer Placeholder 19">
            <a:extLst>
              <a:ext uri="{FF2B5EF4-FFF2-40B4-BE49-F238E27FC236}">
                <a16:creationId xmlns:a16="http://schemas.microsoft.com/office/drawing/2014/main" id="{42B1270B-1E15-714E-4AFB-2507475C5E96}"/>
              </a:ext>
            </a:extLst>
          </p:cNvPr>
          <p:cNvSpPr>
            <a:spLocks noGrp="1"/>
          </p:cNvSpPr>
          <p:nvPr>
            <p:ph type="ftr" sz="quarter" idx="17"/>
          </p:nvPr>
        </p:nvSpPr>
        <p:spPr/>
        <p:txBody>
          <a:bodyPr/>
          <a:lstStyle/>
          <a:p>
            <a:endParaRPr lang="en-US"/>
          </a:p>
        </p:txBody>
      </p:sp>
      <p:sp>
        <p:nvSpPr>
          <p:cNvPr id="21" name="Slide Number Placeholder 20">
            <a:extLst>
              <a:ext uri="{FF2B5EF4-FFF2-40B4-BE49-F238E27FC236}">
                <a16:creationId xmlns:a16="http://schemas.microsoft.com/office/drawing/2014/main" id="{204BD34C-DD78-3227-60AB-175D7A656D04}"/>
              </a:ext>
            </a:extLst>
          </p:cNvPr>
          <p:cNvSpPr>
            <a:spLocks noGrp="1"/>
          </p:cNvSpPr>
          <p:nvPr>
            <p:ph type="sldNum" sz="quarter" idx="18"/>
          </p:nvPr>
        </p:nvSpPr>
        <p:spPr/>
        <p:txBody>
          <a:bodyPr/>
          <a:lstStyle/>
          <a:p>
            <a:pPr algn="r"/>
            <a:fld id="{DEC9D0C1-7FBA-40E3-98AB-77B8E8CCE3DF}" type="slidenum">
              <a:rPr lang="en-US" smtClean="0"/>
              <a:pPr algn="r"/>
              <a:t>‹#›</a:t>
            </a:fld>
            <a:endParaRPr lang="en-US"/>
          </a:p>
        </p:txBody>
      </p:sp>
      <p:sp>
        <p:nvSpPr>
          <p:cNvPr id="19" name="Date Placeholder 18">
            <a:extLst>
              <a:ext uri="{FF2B5EF4-FFF2-40B4-BE49-F238E27FC236}">
                <a16:creationId xmlns:a16="http://schemas.microsoft.com/office/drawing/2014/main" id="{2E65964F-CA9C-418E-97E4-57D80C7DB89C}"/>
              </a:ext>
            </a:extLst>
          </p:cNvPr>
          <p:cNvSpPr>
            <a:spLocks noGrp="1"/>
          </p:cNvSpPr>
          <p:nvPr>
            <p:ph type="dt" sz="half" idx="16"/>
          </p:nvPr>
        </p:nvSpPr>
        <p:spPr/>
        <p:txBody>
          <a:bodyPr/>
          <a:lstStyle/>
          <a:p>
            <a:fld id="{73D3BA94-A69C-4DF2-B5C9-A1C8B9BFC5A0}" type="datetime1">
              <a:rPr lang="en-US" smtClean="0"/>
              <a:t>3/5/26</a:t>
            </a:fld>
            <a:endParaRPr lang="en-US"/>
          </a:p>
        </p:txBody>
      </p:sp>
    </p:spTree>
    <p:extLst>
      <p:ext uri="{BB962C8B-B14F-4D97-AF65-F5344CB8AC3E}">
        <p14:creationId xmlns:p14="http://schemas.microsoft.com/office/powerpoint/2010/main" val="20616452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id - 8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6" name="Rectangle 5">
            <a:extLst>
              <a:ext uri="{FF2B5EF4-FFF2-40B4-BE49-F238E27FC236}">
                <a16:creationId xmlns:a16="http://schemas.microsoft.com/office/drawing/2014/main" id="{D8543630-6F53-6353-3B93-FFFD99FF0C79}"/>
              </a:ext>
            </a:extLst>
          </p:cNvPr>
          <p:cNvSpPr/>
          <p:nvPr userDrawn="1"/>
        </p:nvSpPr>
        <p:spPr>
          <a:xfrm>
            <a:off x="6096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7" name="Rectangle 6">
            <a:extLst>
              <a:ext uri="{FF2B5EF4-FFF2-40B4-BE49-F238E27FC236}">
                <a16:creationId xmlns:a16="http://schemas.microsoft.com/office/drawing/2014/main" id="{BC22D3AC-53D5-3076-3C9D-96307BC52BBD}"/>
              </a:ext>
            </a:extLst>
          </p:cNvPr>
          <p:cNvSpPr/>
          <p:nvPr userDrawn="1"/>
        </p:nvSpPr>
        <p:spPr>
          <a:xfrm>
            <a:off x="19958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9" name="Rectangle 8">
            <a:extLst>
              <a:ext uri="{FF2B5EF4-FFF2-40B4-BE49-F238E27FC236}">
                <a16:creationId xmlns:a16="http://schemas.microsoft.com/office/drawing/2014/main" id="{39F16C89-D2E6-5E44-2CA1-16056799EAD7}"/>
              </a:ext>
            </a:extLst>
          </p:cNvPr>
          <p:cNvSpPr/>
          <p:nvPr userDrawn="1"/>
        </p:nvSpPr>
        <p:spPr>
          <a:xfrm>
            <a:off x="338216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0" name="Rectangle 9">
            <a:extLst>
              <a:ext uri="{FF2B5EF4-FFF2-40B4-BE49-F238E27FC236}">
                <a16:creationId xmlns:a16="http://schemas.microsoft.com/office/drawing/2014/main" id="{6731FAF4-776F-A0E5-46E2-8CA95A136B6F}"/>
              </a:ext>
            </a:extLst>
          </p:cNvPr>
          <p:cNvSpPr/>
          <p:nvPr userDrawn="1"/>
        </p:nvSpPr>
        <p:spPr>
          <a:xfrm>
            <a:off x="476844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1" name="Rectangle 10">
            <a:extLst>
              <a:ext uri="{FF2B5EF4-FFF2-40B4-BE49-F238E27FC236}">
                <a16:creationId xmlns:a16="http://schemas.microsoft.com/office/drawing/2014/main" id="{BA68878A-7B70-9407-FE72-405B0D281BF8}"/>
              </a:ext>
            </a:extLst>
          </p:cNvPr>
          <p:cNvSpPr/>
          <p:nvPr userDrawn="1"/>
        </p:nvSpPr>
        <p:spPr>
          <a:xfrm>
            <a:off x="615472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2" name="Rectangle 11">
            <a:extLst>
              <a:ext uri="{FF2B5EF4-FFF2-40B4-BE49-F238E27FC236}">
                <a16:creationId xmlns:a16="http://schemas.microsoft.com/office/drawing/2014/main" id="{CBE15169-7B14-3DC3-BD30-4687C6CEB050}"/>
              </a:ext>
            </a:extLst>
          </p:cNvPr>
          <p:cNvSpPr/>
          <p:nvPr userDrawn="1"/>
        </p:nvSpPr>
        <p:spPr>
          <a:xfrm>
            <a:off x="75410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3" name="Rectangle 12">
            <a:extLst>
              <a:ext uri="{FF2B5EF4-FFF2-40B4-BE49-F238E27FC236}">
                <a16:creationId xmlns:a16="http://schemas.microsoft.com/office/drawing/2014/main" id="{F85D3CEB-CBC3-33AA-56E4-7243FBB670B8}"/>
              </a:ext>
            </a:extLst>
          </p:cNvPr>
          <p:cNvSpPr/>
          <p:nvPr userDrawn="1"/>
        </p:nvSpPr>
        <p:spPr>
          <a:xfrm>
            <a:off x="89272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4" name="Rectangle 13">
            <a:extLst>
              <a:ext uri="{FF2B5EF4-FFF2-40B4-BE49-F238E27FC236}">
                <a16:creationId xmlns:a16="http://schemas.microsoft.com/office/drawing/2014/main" id="{336287BA-DFA2-9B21-DE8B-3FC50B70F90B}"/>
              </a:ext>
            </a:extLst>
          </p:cNvPr>
          <p:cNvSpPr/>
          <p:nvPr userDrawn="1"/>
        </p:nvSpPr>
        <p:spPr>
          <a:xfrm>
            <a:off x="10313559"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5" name="Rectangle 14">
            <a:extLst>
              <a:ext uri="{FF2B5EF4-FFF2-40B4-BE49-F238E27FC236}">
                <a16:creationId xmlns:a16="http://schemas.microsoft.com/office/drawing/2014/main" id="{A562644A-5A85-01BD-2B03-DA2396CAD064}"/>
              </a:ext>
            </a:extLst>
          </p:cNvPr>
          <p:cNvSpPr/>
          <p:nvPr userDrawn="1"/>
        </p:nvSpPr>
        <p:spPr>
          <a:xfrm>
            <a:off x="6096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6" name="Rectangle 15">
            <a:extLst>
              <a:ext uri="{FF2B5EF4-FFF2-40B4-BE49-F238E27FC236}">
                <a16:creationId xmlns:a16="http://schemas.microsoft.com/office/drawing/2014/main" id="{DCF6B678-B22E-6D11-FAB3-BADDBC694158}"/>
              </a:ext>
            </a:extLst>
          </p:cNvPr>
          <p:cNvSpPr/>
          <p:nvPr userDrawn="1"/>
        </p:nvSpPr>
        <p:spPr>
          <a:xfrm>
            <a:off x="19958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7" name="Rectangle 16">
            <a:extLst>
              <a:ext uri="{FF2B5EF4-FFF2-40B4-BE49-F238E27FC236}">
                <a16:creationId xmlns:a16="http://schemas.microsoft.com/office/drawing/2014/main" id="{F392A191-3E55-9BC4-EA76-F40BD4176E67}"/>
              </a:ext>
            </a:extLst>
          </p:cNvPr>
          <p:cNvSpPr/>
          <p:nvPr userDrawn="1"/>
        </p:nvSpPr>
        <p:spPr>
          <a:xfrm>
            <a:off x="338216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8" name="Rectangle 17">
            <a:extLst>
              <a:ext uri="{FF2B5EF4-FFF2-40B4-BE49-F238E27FC236}">
                <a16:creationId xmlns:a16="http://schemas.microsoft.com/office/drawing/2014/main" id="{5C0F35C9-4070-9A2F-9698-B91A7341451D}"/>
              </a:ext>
            </a:extLst>
          </p:cNvPr>
          <p:cNvSpPr/>
          <p:nvPr userDrawn="1"/>
        </p:nvSpPr>
        <p:spPr>
          <a:xfrm>
            <a:off x="476844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9" name="Rectangle 18">
            <a:extLst>
              <a:ext uri="{FF2B5EF4-FFF2-40B4-BE49-F238E27FC236}">
                <a16:creationId xmlns:a16="http://schemas.microsoft.com/office/drawing/2014/main" id="{E45D6898-91DB-B3AC-F1DA-65D48A4A8502}"/>
              </a:ext>
            </a:extLst>
          </p:cNvPr>
          <p:cNvSpPr/>
          <p:nvPr userDrawn="1"/>
        </p:nvSpPr>
        <p:spPr>
          <a:xfrm>
            <a:off x="615472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0" name="Rectangle 19">
            <a:extLst>
              <a:ext uri="{FF2B5EF4-FFF2-40B4-BE49-F238E27FC236}">
                <a16:creationId xmlns:a16="http://schemas.microsoft.com/office/drawing/2014/main" id="{C8BAAB28-5748-F9AC-89F5-EB1C9348877F}"/>
              </a:ext>
            </a:extLst>
          </p:cNvPr>
          <p:cNvSpPr/>
          <p:nvPr userDrawn="1"/>
        </p:nvSpPr>
        <p:spPr>
          <a:xfrm>
            <a:off x="75410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1" name="Rectangle 20">
            <a:extLst>
              <a:ext uri="{FF2B5EF4-FFF2-40B4-BE49-F238E27FC236}">
                <a16:creationId xmlns:a16="http://schemas.microsoft.com/office/drawing/2014/main" id="{FEA1D538-3EC1-8418-DDF3-D4704AE0706B}"/>
              </a:ext>
            </a:extLst>
          </p:cNvPr>
          <p:cNvSpPr/>
          <p:nvPr userDrawn="1"/>
        </p:nvSpPr>
        <p:spPr>
          <a:xfrm>
            <a:off x="89272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2" name="Rectangle 21">
            <a:extLst>
              <a:ext uri="{FF2B5EF4-FFF2-40B4-BE49-F238E27FC236}">
                <a16:creationId xmlns:a16="http://schemas.microsoft.com/office/drawing/2014/main" id="{C5028C3C-E97E-B0C9-C4F0-1C06EF313AC9}"/>
              </a:ext>
            </a:extLst>
          </p:cNvPr>
          <p:cNvSpPr/>
          <p:nvPr userDrawn="1"/>
        </p:nvSpPr>
        <p:spPr>
          <a:xfrm>
            <a:off x="10313559"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3" name="Rectangle 22">
            <a:extLst>
              <a:ext uri="{FF2B5EF4-FFF2-40B4-BE49-F238E27FC236}">
                <a16:creationId xmlns:a16="http://schemas.microsoft.com/office/drawing/2014/main" id="{A1A14B7B-0BBE-1B5D-432D-40A389F3FCCF}"/>
              </a:ext>
            </a:extLst>
          </p:cNvPr>
          <p:cNvSpPr/>
          <p:nvPr userDrawn="1"/>
        </p:nvSpPr>
        <p:spPr>
          <a:xfrm>
            <a:off x="6096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4" name="Rectangle 23">
            <a:extLst>
              <a:ext uri="{FF2B5EF4-FFF2-40B4-BE49-F238E27FC236}">
                <a16:creationId xmlns:a16="http://schemas.microsoft.com/office/drawing/2014/main" id="{7C71FF21-A0D3-1C1A-B6F0-B38542FC16F3}"/>
              </a:ext>
            </a:extLst>
          </p:cNvPr>
          <p:cNvSpPr/>
          <p:nvPr userDrawn="1"/>
        </p:nvSpPr>
        <p:spPr>
          <a:xfrm>
            <a:off x="19958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5" name="Rectangle 24">
            <a:extLst>
              <a:ext uri="{FF2B5EF4-FFF2-40B4-BE49-F238E27FC236}">
                <a16:creationId xmlns:a16="http://schemas.microsoft.com/office/drawing/2014/main" id="{78E463DD-7CD5-9FB1-37AF-6EA3B554A5F6}"/>
              </a:ext>
            </a:extLst>
          </p:cNvPr>
          <p:cNvSpPr/>
          <p:nvPr userDrawn="1"/>
        </p:nvSpPr>
        <p:spPr>
          <a:xfrm>
            <a:off x="338216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6" name="Rectangle 25">
            <a:extLst>
              <a:ext uri="{FF2B5EF4-FFF2-40B4-BE49-F238E27FC236}">
                <a16:creationId xmlns:a16="http://schemas.microsoft.com/office/drawing/2014/main" id="{9EC06218-BEF3-CB50-8EF6-EB54C5FCD4A5}"/>
              </a:ext>
            </a:extLst>
          </p:cNvPr>
          <p:cNvSpPr/>
          <p:nvPr userDrawn="1"/>
        </p:nvSpPr>
        <p:spPr>
          <a:xfrm>
            <a:off x="476844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7" name="Rectangle 26">
            <a:extLst>
              <a:ext uri="{FF2B5EF4-FFF2-40B4-BE49-F238E27FC236}">
                <a16:creationId xmlns:a16="http://schemas.microsoft.com/office/drawing/2014/main" id="{86D8E872-5127-7868-3A05-721AF6BA473C}"/>
              </a:ext>
            </a:extLst>
          </p:cNvPr>
          <p:cNvSpPr/>
          <p:nvPr userDrawn="1"/>
        </p:nvSpPr>
        <p:spPr>
          <a:xfrm>
            <a:off x="615472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8" name="Rectangle 27">
            <a:extLst>
              <a:ext uri="{FF2B5EF4-FFF2-40B4-BE49-F238E27FC236}">
                <a16:creationId xmlns:a16="http://schemas.microsoft.com/office/drawing/2014/main" id="{34707814-364C-ED34-E661-0B900D61D461}"/>
              </a:ext>
            </a:extLst>
          </p:cNvPr>
          <p:cNvSpPr/>
          <p:nvPr userDrawn="1"/>
        </p:nvSpPr>
        <p:spPr>
          <a:xfrm>
            <a:off x="75410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9" name="Rectangle 28">
            <a:extLst>
              <a:ext uri="{FF2B5EF4-FFF2-40B4-BE49-F238E27FC236}">
                <a16:creationId xmlns:a16="http://schemas.microsoft.com/office/drawing/2014/main" id="{DE9A0626-4DF1-C03E-4100-AA6C8661D9FE}"/>
              </a:ext>
            </a:extLst>
          </p:cNvPr>
          <p:cNvSpPr/>
          <p:nvPr userDrawn="1"/>
        </p:nvSpPr>
        <p:spPr>
          <a:xfrm>
            <a:off x="89272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0" name="Rectangle 29">
            <a:extLst>
              <a:ext uri="{FF2B5EF4-FFF2-40B4-BE49-F238E27FC236}">
                <a16:creationId xmlns:a16="http://schemas.microsoft.com/office/drawing/2014/main" id="{064521DB-B096-8091-3A9C-9A982F43D88A}"/>
              </a:ext>
            </a:extLst>
          </p:cNvPr>
          <p:cNvSpPr/>
          <p:nvPr userDrawn="1"/>
        </p:nvSpPr>
        <p:spPr>
          <a:xfrm>
            <a:off x="10313559"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1" name="Rectangle 30">
            <a:extLst>
              <a:ext uri="{FF2B5EF4-FFF2-40B4-BE49-F238E27FC236}">
                <a16:creationId xmlns:a16="http://schemas.microsoft.com/office/drawing/2014/main" id="{CC76CD2B-19F5-416D-DEDB-846A990C8639}"/>
              </a:ext>
            </a:extLst>
          </p:cNvPr>
          <p:cNvSpPr/>
          <p:nvPr userDrawn="1"/>
        </p:nvSpPr>
        <p:spPr>
          <a:xfrm>
            <a:off x="6096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Rectangle 31">
            <a:extLst>
              <a:ext uri="{FF2B5EF4-FFF2-40B4-BE49-F238E27FC236}">
                <a16:creationId xmlns:a16="http://schemas.microsoft.com/office/drawing/2014/main" id="{877B7B08-16E6-D7D7-4798-5C0F7C0419FA}"/>
              </a:ext>
            </a:extLst>
          </p:cNvPr>
          <p:cNvSpPr/>
          <p:nvPr userDrawn="1"/>
        </p:nvSpPr>
        <p:spPr>
          <a:xfrm>
            <a:off x="19958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3" name="Rectangle 32">
            <a:extLst>
              <a:ext uri="{FF2B5EF4-FFF2-40B4-BE49-F238E27FC236}">
                <a16:creationId xmlns:a16="http://schemas.microsoft.com/office/drawing/2014/main" id="{BE240E6E-B8E3-4433-FA1E-59F51736F9D6}"/>
              </a:ext>
            </a:extLst>
          </p:cNvPr>
          <p:cNvSpPr/>
          <p:nvPr userDrawn="1"/>
        </p:nvSpPr>
        <p:spPr>
          <a:xfrm>
            <a:off x="338216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4" name="Rectangle 33">
            <a:extLst>
              <a:ext uri="{FF2B5EF4-FFF2-40B4-BE49-F238E27FC236}">
                <a16:creationId xmlns:a16="http://schemas.microsoft.com/office/drawing/2014/main" id="{CB4AA11C-3F23-0B4E-141A-199111885EA7}"/>
              </a:ext>
            </a:extLst>
          </p:cNvPr>
          <p:cNvSpPr/>
          <p:nvPr userDrawn="1"/>
        </p:nvSpPr>
        <p:spPr>
          <a:xfrm>
            <a:off x="476844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5" name="Rectangle 34">
            <a:extLst>
              <a:ext uri="{FF2B5EF4-FFF2-40B4-BE49-F238E27FC236}">
                <a16:creationId xmlns:a16="http://schemas.microsoft.com/office/drawing/2014/main" id="{0B3AD8E4-435B-97B8-914E-D25CC5456285}"/>
              </a:ext>
            </a:extLst>
          </p:cNvPr>
          <p:cNvSpPr/>
          <p:nvPr userDrawn="1"/>
        </p:nvSpPr>
        <p:spPr>
          <a:xfrm>
            <a:off x="615472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6" name="Rectangle 35">
            <a:extLst>
              <a:ext uri="{FF2B5EF4-FFF2-40B4-BE49-F238E27FC236}">
                <a16:creationId xmlns:a16="http://schemas.microsoft.com/office/drawing/2014/main" id="{7F0FE684-33AB-F095-B7EA-72178F993F53}"/>
              </a:ext>
            </a:extLst>
          </p:cNvPr>
          <p:cNvSpPr/>
          <p:nvPr userDrawn="1"/>
        </p:nvSpPr>
        <p:spPr>
          <a:xfrm>
            <a:off x="75410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7" name="Rectangle 36">
            <a:extLst>
              <a:ext uri="{FF2B5EF4-FFF2-40B4-BE49-F238E27FC236}">
                <a16:creationId xmlns:a16="http://schemas.microsoft.com/office/drawing/2014/main" id="{30489701-AA7F-0E3A-8312-681D092709AF}"/>
              </a:ext>
            </a:extLst>
          </p:cNvPr>
          <p:cNvSpPr/>
          <p:nvPr userDrawn="1"/>
        </p:nvSpPr>
        <p:spPr>
          <a:xfrm>
            <a:off x="89272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8" name="Rectangle 37">
            <a:extLst>
              <a:ext uri="{FF2B5EF4-FFF2-40B4-BE49-F238E27FC236}">
                <a16:creationId xmlns:a16="http://schemas.microsoft.com/office/drawing/2014/main" id="{F2CFC289-BF79-2F3D-5FDF-6B40CC38857C}"/>
              </a:ext>
            </a:extLst>
          </p:cNvPr>
          <p:cNvSpPr/>
          <p:nvPr userDrawn="1"/>
        </p:nvSpPr>
        <p:spPr>
          <a:xfrm>
            <a:off x="10313559"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9" name="row 1 Picture Placeholder 1">
            <a:extLst>
              <a:ext uri="{FF2B5EF4-FFF2-40B4-BE49-F238E27FC236}">
                <a16:creationId xmlns:a16="http://schemas.microsoft.com/office/drawing/2014/main" id="{85227A43-5C4D-89D4-E160-A1290BB35C99}"/>
              </a:ext>
            </a:extLst>
          </p:cNvPr>
          <p:cNvSpPr>
            <a:spLocks noGrp="1"/>
          </p:cNvSpPr>
          <p:nvPr>
            <p:ph type="pic" sz="quarter" idx="15"/>
          </p:nvPr>
        </p:nvSpPr>
        <p:spPr>
          <a:xfrm>
            <a:off x="652604" y="1374235"/>
            <a:ext cx="1182832" cy="1088105"/>
          </a:xfrm>
        </p:spPr>
        <p:txBody>
          <a:bodyPr/>
          <a:lstStyle/>
          <a:p>
            <a:endParaRPr lang="en-US"/>
          </a:p>
        </p:txBody>
      </p:sp>
      <p:sp>
        <p:nvSpPr>
          <p:cNvPr id="40" name="row 1 Picture Placeholder 2">
            <a:extLst>
              <a:ext uri="{FF2B5EF4-FFF2-40B4-BE49-F238E27FC236}">
                <a16:creationId xmlns:a16="http://schemas.microsoft.com/office/drawing/2014/main" id="{9566F144-B3C8-7936-839D-AC16AF52DC4E}"/>
              </a:ext>
            </a:extLst>
          </p:cNvPr>
          <p:cNvSpPr>
            <a:spLocks noGrp="1"/>
          </p:cNvSpPr>
          <p:nvPr>
            <p:ph type="pic" sz="quarter" idx="16"/>
          </p:nvPr>
        </p:nvSpPr>
        <p:spPr>
          <a:xfrm>
            <a:off x="2034595" y="1374235"/>
            <a:ext cx="1182832" cy="1088105"/>
          </a:xfrm>
        </p:spPr>
        <p:txBody>
          <a:bodyPr/>
          <a:lstStyle/>
          <a:p>
            <a:endParaRPr lang="en-US"/>
          </a:p>
        </p:txBody>
      </p:sp>
      <p:sp>
        <p:nvSpPr>
          <p:cNvPr id="41" name="row 1 Picture Placeholder 3">
            <a:extLst>
              <a:ext uri="{FF2B5EF4-FFF2-40B4-BE49-F238E27FC236}">
                <a16:creationId xmlns:a16="http://schemas.microsoft.com/office/drawing/2014/main" id="{38732D4D-83B3-1F93-6FCC-5298384D9F25}"/>
              </a:ext>
            </a:extLst>
          </p:cNvPr>
          <p:cNvSpPr>
            <a:spLocks noGrp="1"/>
          </p:cNvSpPr>
          <p:nvPr>
            <p:ph type="pic" sz="quarter" idx="17"/>
          </p:nvPr>
        </p:nvSpPr>
        <p:spPr>
          <a:xfrm>
            <a:off x="3421781" y="1374235"/>
            <a:ext cx="1182832" cy="1088105"/>
          </a:xfrm>
        </p:spPr>
        <p:txBody>
          <a:bodyPr/>
          <a:lstStyle/>
          <a:p>
            <a:endParaRPr lang="en-US"/>
          </a:p>
        </p:txBody>
      </p:sp>
      <p:sp>
        <p:nvSpPr>
          <p:cNvPr id="42" name="row 1 Picture Placeholder 4">
            <a:extLst>
              <a:ext uri="{FF2B5EF4-FFF2-40B4-BE49-F238E27FC236}">
                <a16:creationId xmlns:a16="http://schemas.microsoft.com/office/drawing/2014/main" id="{9730AE84-83EF-0982-5104-F629973C19B6}"/>
              </a:ext>
            </a:extLst>
          </p:cNvPr>
          <p:cNvSpPr>
            <a:spLocks noGrp="1"/>
          </p:cNvSpPr>
          <p:nvPr>
            <p:ph type="pic" sz="quarter" idx="18"/>
          </p:nvPr>
        </p:nvSpPr>
        <p:spPr>
          <a:xfrm>
            <a:off x="4814163" y="1374235"/>
            <a:ext cx="1182832" cy="1088105"/>
          </a:xfrm>
        </p:spPr>
        <p:txBody>
          <a:bodyPr/>
          <a:lstStyle/>
          <a:p>
            <a:endParaRPr lang="en-US"/>
          </a:p>
        </p:txBody>
      </p:sp>
      <p:sp>
        <p:nvSpPr>
          <p:cNvPr id="43" name="row 1 Picture Placeholder 5">
            <a:extLst>
              <a:ext uri="{FF2B5EF4-FFF2-40B4-BE49-F238E27FC236}">
                <a16:creationId xmlns:a16="http://schemas.microsoft.com/office/drawing/2014/main" id="{EEFEB949-3A10-F7A6-9FBE-5FCB94B66A1A}"/>
              </a:ext>
            </a:extLst>
          </p:cNvPr>
          <p:cNvSpPr>
            <a:spLocks noGrp="1"/>
          </p:cNvSpPr>
          <p:nvPr>
            <p:ph type="pic" sz="quarter" idx="19"/>
          </p:nvPr>
        </p:nvSpPr>
        <p:spPr>
          <a:xfrm>
            <a:off x="6196154" y="1374235"/>
            <a:ext cx="1182832" cy="1088105"/>
          </a:xfrm>
        </p:spPr>
        <p:txBody>
          <a:bodyPr/>
          <a:lstStyle/>
          <a:p>
            <a:endParaRPr lang="en-US"/>
          </a:p>
        </p:txBody>
      </p:sp>
      <p:sp>
        <p:nvSpPr>
          <p:cNvPr id="44" name="row 1 Picture Placeholder 6">
            <a:extLst>
              <a:ext uri="{FF2B5EF4-FFF2-40B4-BE49-F238E27FC236}">
                <a16:creationId xmlns:a16="http://schemas.microsoft.com/office/drawing/2014/main" id="{2CE4B71B-7112-B353-61F2-EBAE24BE1F3C}"/>
              </a:ext>
            </a:extLst>
          </p:cNvPr>
          <p:cNvSpPr>
            <a:spLocks noGrp="1"/>
          </p:cNvSpPr>
          <p:nvPr>
            <p:ph type="pic" sz="quarter" idx="20"/>
          </p:nvPr>
        </p:nvSpPr>
        <p:spPr>
          <a:xfrm>
            <a:off x="7583340" y="1374235"/>
            <a:ext cx="1182832" cy="1088105"/>
          </a:xfrm>
        </p:spPr>
        <p:txBody>
          <a:bodyPr/>
          <a:lstStyle/>
          <a:p>
            <a:endParaRPr lang="en-US"/>
          </a:p>
        </p:txBody>
      </p:sp>
      <p:sp>
        <p:nvSpPr>
          <p:cNvPr id="45" name="row 1 Picture Placeholder 7">
            <a:extLst>
              <a:ext uri="{FF2B5EF4-FFF2-40B4-BE49-F238E27FC236}">
                <a16:creationId xmlns:a16="http://schemas.microsoft.com/office/drawing/2014/main" id="{4C5A0B2F-5A91-9643-DAA7-BE0BB2A8A1E6}"/>
              </a:ext>
            </a:extLst>
          </p:cNvPr>
          <p:cNvSpPr>
            <a:spLocks noGrp="1"/>
          </p:cNvSpPr>
          <p:nvPr>
            <p:ph type="pic" sz="quarter" idx="24"/>
          </p:nvPr>
        </p:nvSpPr>
        <p:spPr>
          <a:xfrm>
            <a:off x="8970527" y="1374235"/>
            <a:ext cx="1182832" cy="1088105"/>
          </a:xfrm>
        </p:spPr>
        <p:txBody>
          <a:bodyPr/>
          <a:lstStyle/>
          <a:p>
            <a:endParaRPr lang="en-US"/>
          </a:p>
        </p:txBody>
      </p:sp>
      <p:sp>
        <p:nvSpPr>
          <p:cNvPr id="46" name="row 1 Picture Placeholder 8">
            <a:extLst>
              <a:ext uri="{FF2B5EF4-FFF2-40B4-BE49-F238E27FC236}">
                <a16:creationId xmlns:a16="http://schemas.microsoft.com/office/drawing/2014/main" id="{67D3AFDE-20B1-971A-47DD-2857ACC39B57}"/>
              </a:ext>
            </a:extLst>
          </p:cNvPr>
          <p:cNvSpPr>
            <a:spLocks noGrp="1"/>
          </p:cNvSpPr>
          <p:nvPr>
            <p:ph type="pic" sz="quarter" idx="25"/>
          </p:nvPr>
        </p:nvSpPr>
        <p:spPr>
          <a:xfrm>
            <a:off x="10357713" y="1374235"/>
            <a:ext cx="1182832" cy="1088105"/>
          </a:xfrm>
        </p:spPr>
        <p:txBody>
          <a:bodyPr/>
          <a:lstStyle/>
          <a:p>
            <a:endParaRPr lang="en-US"/>
          </a:p>
        </p:txBody>
      </p:sp>
      <p:sp>
        <p:nvSpPr>
          <p:cNvPr id="47" name="row 2 Picture Placeholder 1">
            <a:extLst>
              <a:ext uri="{FF2B5EF4-FFF2-40B4-BE49-F238E27FC236}">
                <a16:creationId xmlns:a16="http://schemas.microsoft.com/office/drawing/2014/main" id="{31380899-193D-8D5B-FA8D-2BE00660771E}"/>
              </a:ext>
            </a:extLst>
          </p:cNvPr>
          <p:cNvSpPr>
            <a:spLocks noGrp="1"/>
          </p:cNvSpPr>
          <p:nvPr>
            <p:ph type="pic" sz="quarter" idx="26"/>
          </p:nvPr>
        </p:nvSpPr>
        <p:spPr>
          <a:xfrm>
            <a:off x="652604" y="2645822"/>
            <a:ext cx="1182832" cy="1088105"/>
          </a:xfrm>
        </p:spPr>
        <p:txBody>
          <a:bodyPr/>
          <a:lstStyle/>
          <a:p>
            <a:endParaRPr lang="en-US"/>
          </a:p>
        </p:txBody>
      </p:sp>
      <p:sp>
        <p:nvSpPr>
          <p:cNvPr id="48" name="row 2 Picture Placeholder 2">
            <a:extLst>
              <a:ext uri="{FF2B5EF4-FFF2-40B4-BE49-F238E27FC236}">
                <a16:creationId xmlns:a16="http://schemas.microsoft.com/office/drawing/2014/main" id="{7B8CC7C2-EB24-E4BC-3521-F28289F34790}"/>
              </a:ext>
            </a:extLst>
          </p:cNvPr>
          <p:cNvSpPr>
            <a:spLocks noGrp="1"/>
          </p:cNvSpPr>
          <p:nvPr>
            <p:ph type="pic" sz="quarter" idx="27"/>
          </p:nvPr>
        </p:nvSpPr>
        <p:spPr>
          <a:xfrm>
            <a:off x="2034595" y="2645822"/>
            <a:ext cx="1182832" cy="1088105"/>
          </a:xfrm>
        </p:spPr>
        <p:txBody>
          <a:bodyPr/>
          <a:lstStyle/>
          <a:p>
            <a:endParaRPr lang="en-US"/>
          </a:p>
        </p:txBody>
      </p:sp>
      <p:sp>
        <p:nvSpPr>
          <p:cNvPr id="49" name="row 2 Picture Placeholder 3">
            <a:extLst>
              <a:ext uri="{FF2B5EF4-FFF2-40B4-BE49-F238E27FC236}">
                <a16:creationId xmlns:a16="http://schemas.microsoft.com/office/drawing/2014/main" id="{EFD6C08E-A520-2F29-E386-E6C25BFE1DC9}"/>
              </a:ext>
            </a:extLst>
          </p:cNvPr>
          <p:cNvSpPr>
            <a:spLocks noGrp="1"/>
          </p:cNvSpPr>
          <p:nvPr>
            <p:ph type="pic" sz="quarter" idx="28"/>
          </p:nvPr>
        </p:nvSpPr>
        <p:spPr>
          <a:xfrm>
            <a:off x="3421781" y="2645822"/>
            <a:ext cx="1182832" cy="1088105"/>
          </a:xfrm>
        </p:spPr>
        <p:txBody>
          <a:bodyPr/>
          <a:lstStyle/>
          <a:p>
            <a:endParaRPr lang="en-US"/>
          </a:p>
        </p:txBody>
      </p:sp>
      <p:sp>
        <p:nvSpPr>
          <p:cNvPr id="50" name="row 2 Picture Placeholder 4">
            <a:extLst>
              <a:ext uri="{FF2B5EF4-FFF2-40B4-BE49-F238E27FC236}">
                <a16:creationId xmlns:a16="http://schemas.microsoft.com/office/drawing/2014/main" id="{9E409B64-BE44-35A7-5522-CD1CA05D7F22}"/>
              </a:ext>
            </a:extLst>
          </p:cNvPr>
          <p:cNvSpPr>
            <a:spLocks noGrp="1"/>
          </p:cNvSpPr>
          <p:nvPr>
            <p:ph type="pic" sz="quarter" idx="29"/>
          </p:nvPr>
        </p:nvSpPr>
        <p:spPr>
          <a:xfrm>
            <a:off x="4814163" y="2645822"/>
            <a:ext cx="1182832" cy="1088105"/>
          </a:xfrm>
        </p:spPr>
        <p:txBody>
          <a:bodyPr/>
          <a:lstStyle/>
          <a:p>
            <a:endParaRPr lang="en-US"/>
          </a:p>
        </p:txBody>
      </p:sp>
      <p:sp>
        <p:nvSpPr>
          <p:cNvPr id="51" name="row 2 Picture Placeholder 5">
            <a:extLst>
              <a:ext uri="{FF2B5EF4-FFF2-40B4-BE49-F238E27FC236}">
                <a16:creationId xmlns:a16="http://schemas.microsoft.com/office/drawing/2014/main" id="{AD31BCC3-7CA0-F8E3-12BB-D29C067DB87A}"/>
              </a:ext>
            </a:extLst>
          </p:cNvPr>
          <p:cNvSpPr>
            <a:spLocks noGrp="1"/>
          </p:cNvSpPr>
          <p:nvPr>
            <p:ph type="pic" sz="quarter" idx="30"/>
          </p:nvPr>
        </p:nvSpPr>
        <p:spPr>
          <a:xfrm>
            <a:off x="6196154" y="2645822"/>
            <a:ext cx="1182832" cy="1088105"/>
          </a:xfrm>
        </p:spPr>
        <p:txBody>
          <a:bodyPr/>
          <a:lstStyle/>
          <a:p>
            <a:endParaRPr lang="en-US"/>
          </a:p>
        </p:txBody>
      </p:sp>
      <p:sp>
        <p:nvSpPr>
          <p:cNvPr id="52" name="row 2 Picture Placeholder 6">
            <a:extLst>
              <a:ext uri="{FF2B5EF4-FFF2-40B4-BE49-F238E27FC236}">
                <a16:creationId xmlns:a16="http://schemas.microsoft.com/office/drawing/2014/main" id="{04774E24-BE0E-4649-FF50-F6B3FEF0D6E6}"/>
              </a:ext>
            </a:extLst>
          </p:cNvPr>
          <p:cNvSpPr>
            <a:spLocks noGrp="1"/>
          </p:cNvSpPr>
          <p:nvPr>
            <p:ph type="pic" sz="quarter" idx="31"/>
          </p:nvPr>
        </p:nvSpPr>
        <p:spPr>
          <a:xfrm>
            <a:off x="7583340" y="2645822"/>
            <a:ext cx="1182832" cy="1088105"/>
          </a:xfrm>
        </p:spPr>
        <p:txBody>
          <a:bodyPr/>
          <a:lstStyle/>
          <a:p>
            <a:endParaRPr lang="en-US"/>
          </a:p>
        </p:txBody>
      </p:sp>
      <p:sp>
        <p:nvSpPr>
          <p:cNvPr id="53" name="row 2 Picture Placeholder 7">
            <a:extLst>
              <a:ext uri="{FF2B5EF4-FFF2-40B4-BE49-F238E27FC236}">
                <a16:creationId xmlns:a16="http://schemas.microsoft.com/office/drawing/2014/main" id="{45A8A087-E4BE-14C2-8362-83F49B8CAC12}"/>
              </a:ext>
            </a:extLst>
          </p:cNvPr>
          <p:cNvSpPr>
            <a:spLocks noGrp="1"/>
          </p:cNvSpPr>
          <p:nvPr>
            <p:ph type="pic" sz="quarter" idx="32"/>
          </p:nvPr>
        </p:nvSpPr>
        <p:spPr>
          <a:xfrm>
            <a:off x="8970527" y="2645822"/>
            <a:ext cx="1182832" cy="1088105"/>
          </a:xfrm>
        </p:spPr>
        <p:txBody>
          <a:bodyPr/>
          <a:lstStyle/>
          <a:p>
            <a:endParaRPr lang="en-US"/>
          </a:p>
        </p:txBody>
      </p:sp>
      <p:sp>
        <p:nvSpPr>
          <p:cNvPr id="54" name="row 2 Picture Placeholder 8">
            <a:extLst>
              <a:ext uri="{FF2B5EF4-FFF2-40B4-BE49-F238E27FC236}">
                <a16:creationId xmlns:a16="http://schemas.microsoft.com/office/drawing/2014/main" id="{A6980176-7120-F9D6-7B2A-01D8BD184D94}"/>
              </a:ext>
            </a:extLst>
          </p:cNvPr>
          <p:cNvSpPr>
            <a:spLocks noGrp="1"/>
          </p:cNvSpPr>
          <p:nvPr>
            <p:ph type="pic" sz="quarter" idx="33"/>
          </p:nvPr>
        </p:nvSpPr>
        <p:spPr>
          <a:xfrm>
            <a:off x="10357713" y="2645822"/>
            <a:ext cx="1182832" cy="1088105"/>
          </a:xfrm>
        </p:spPr>
        <p:txBody>
          <a:bodyPr/>
          <a:lstStyle/>
          <a:p>
            <a:endParaRPr lang="en-US"/>
          </a:p>
        </p:txBody>
      </p:sp>
      <p:sp>
        <p:nvSpPr>
          <p:cNvPr id="55" name="row 3 Picture Placeholder 1">
            <a:extLst>
              <a:ext uri="{FF2B5EF4-FFF2-40B4-BE49-F238E27FC236}">
                <a16:creationId xmlns:a16="http://schemas.microsoft.com/office/drawing/2014/main" id="{01052543-B91F-CF1D-C997-F32276004729}"/>
              </a:ext>
            </a:extLst>
          </p:cNvPr>
          <p:cNvSpPr>
            <a:spLocks noGrp="1"/>
          </p:cNvSpPr>
          <p:nvPr>
            <p:ph type="pic" sz="quarter" idx="34"/>
          </p:nvPr>
        </p:nvSpPr>
        <p:spPr>
          <a:xfrm>
            <a:off x="652604" y="3924554"/>
            <a:ext cx="1182832" cy="1088105"/>
          </a:xfrm>
        </p:spPr>
        <p:txBody>
          <a:bodyPr/>
          <a:lstStyle/>
          <a:p>
            <a:endParaRPr lang="en-US"/>
          </a:p>
        </p:txBody>
      </p:sp>
      <p:sp>
        <p:nvSpPr>
          <p:cNvPr id="56" name="row 3 Picture Placeholder 2">
            <a:extLst>
              <a:ext uri="{FF2B5EF4-FFF2-40B4-BE49-F238E27FC236}">
                <a16:creationId xmlns:a16="http://schemas.microsoft.com/office/drawing/2014/main" id="{70569A68-72F9-E2FE-E32D-819866ED0C35}"/>
              </a:ext>
            </a:extLst>
          </p:cNvPr>
          <p:cNvSpPr>
            <a:spLocks noGrp="1"/>
          </p:cNvSpPr>
          <p:nvPr>
            <p:ph type="pic" sz="quarter" idx="35"/>
          </p:nvPr>
        </p:nvSpPr>
        <p:spPr>
          <a:xfrm>
            <a:off x="2034595" y="3924554"/>
            <a:ext cx="1182832" cy="1088105"/>
          </a:xfrm>
        </p:spPr>
        <p:txBody>
          <a:bodyPr/>
          <a:lstStyle/>
          <a:p>
            <a:endParaRPr lang="en-US"/>
          </a:p>
        </p:txBody>
      </p:sp>
      <p:sp>
        <p:nvSpPr>
          <p:cNvPr id="57" name="row 3 Picture Placeholder 3">
            <a:extLst>
              <a:ext uri="{FF2B5EF4-FFF2-40B4-BE49-F238E27FC236}">
                <a16:creationId xmlns:a16="http://schemas.microsoft.com/office/drawing/2014/main" id="{D2BD4873-307A-6A42-64CF-510EDD057A88}"/>
              </a:ext>
            </a:extLst>
          </p:cNvPr>
          <p:cNvSpPr>
            <a:spLocks noGrp="1"/>
          </p:cNvSpPr>
          <p:nvPr>
            <p:ph type="pic" sz="quarter" idx="36"/>
          </p:nvPr>
        </p:nvSpPr>
        <p:spPr>
          <a:xfrm>
            <a:off x="3421781" y="3924554"/>
            <a:ext cx="1182832" cy="1088105"/>
          </a:xfrm>
        </p:spPr>
        <p:txBody>
          <a:bodyPr/>
          <a:lstStyle/>
          <a:p>
            <a:endParaRPr lang="en-US"/>
          </a:p>
        </p:txBody>
      </p:sp>
      <p:sp>
        <p:nvSpPr>
          <p:cNvPr id="58" name="row 3 Picture Placeholder 4">
            <a:extLst>
              <a:ext uri="{FF2B5EF4-FFF2-40B4-BE49-F238E27FC236}">
                <a16:creationId xmlns:a16="http://schemas.microsoft.com/office/drawing/2014/main" id="{654B3D41-F5AE-BC4D-CA7C-AE67AEE80F38}"/>
              </a:ext>
            </a:extLst>
          </p:cNvPr>
          <p:cNvSpPr>
            <a:spLocks noGrp="1"/>
          </p:cNvSpPr>
          <p:nvPr>
            <p:ph type="pic" sz="quarter" idx="37"/>
          </p:nvPr>
        </p:nvSpPr>
        <p:spPr>
          <a:xfrm>
            <a:off x="4814163" y="3924554"/>
            <a:ext cx="1182832" cy="1088105"/>
          </a:xfrm>
        </p:spPr>
        <p:txBody>
          <a:bodyPr/>
          <a:lstStyle/>
          <a:p>
            <a:endParaRPr lang="en-US"/>
          </a:p>
        </p:txBody>
      </p:sp>
      <p:sp>
        <p:nvSpPr>
          <p:cNvPr id="59" name="row 3 Picture Placeholder 5">
            <a:extLst>
              <a:ext uri="{FF2B5EF4-FFF2-40B4-BE49-F238E27FC236}">
                <a16:creationId xmlns:a16="http://schemas.microsoft.com/office/drawing/2014/main" id="{2049E2F9-304E-BEA6-C347-8BE731201E10}"/>
              </a:ext>
            </a:extLst>
          </p:cNvPr>
          <p:cNvSpPr>
            <a:spLocks noGrp="1"/>
          </p:cNvSpPr>
          <p:nvPr>
            <p:ph type="pic" sz="quarter" idx="38"/>
          </p:nvPr>
        </p:nvSpPr>
        <p:spPr>
          <a:xfrm>
            <a:off x="6196154" y="3924554"/>
            <a:ext cx="1182832" cy="1088105"/>
          </a:xfrm>
        </p:spPr>
        <p:txBody>
          <a:bodyPr/>
          <a:lstStyle/>
          <a:p>
            <a:endParaRPr lang="en-US"/>
          </a:p>
        </p:txBody>
      </p:sp>
      <p:sp>
        <p:nvSpPr>
          <p:cNvPr id="60" name="row 3 Picture Placeholder 6">
            <a:extLst>
              <a:ext uri="{FF2B5EF4-FFF2-40B4-BE49-F238E27FC236}">
                <a16:creationId xmlns:a16="http://schemas.microsoft.com/office/drawing/2014/main" id="{DA987F5A-D0BE-C880-0AB8-1EED29A441A8}"/>
              </a:ext>
            </a:extLst>
          </p:cNvPr>
          <p:cNvSpPr>
            <a:spLocks noGrp="1"/>
          </p:cNvSpPr>
          <p:nvPr>
            <p:ph type="pic" sz="quarter" idx="39"/>
          </p:nvPr>
        </p:nvSpPr>
        <p:spPr>
          <a:xfrm>
            <a:off x="7583340" y="3924554"/>
            <a:ext cx="1182832" cy="1088105"/>
          </a:xfrm>
        </p:spPr>
        <p:txBody>
          <a:bodyPr/>
          <a:lstStyle/>
          <a:p>
            <a:endParaRPr lang="en-US"/>
          </a:p>
        </p:txBody>
      </p:sp>
      <p:sp>
        <p:nvSpPr>
          <p:cNvPr id="61" name="row 3 Picture Placeholder 7">
            <a:extLst>
              <a:ext uri="{FF2B5EF4-FFF2-40B4-BE49-F238E27FC236}">
                <a16:creationId xmlns:a16="http://schemas.microsoft.com/office/drawing/2014/main" id="{9B4A1B9D-0A3A-2F81-8CED-F338B7A6E38C}"/>
              </a:ext>
            </a:extLst>
          </p:cNvPr>
          <p:cNvSpPr>
            <a:spLocks noGrp="1"/>
          </p:cNvSpPr>
          <p:nvPr>
            <p:ph type="pic" sz="quarter" idx="40"/>
          </p:nvPr>
        </p:nvSpPr>
        <p:spPr>
          <a:xfrm>
            <a:off x="8970527" y="3924554"/>
            <a:ext cx="1182832" cy="1088105"/>
          </a:xfrm>
        </p:spPr>
        <p:txBody>
          <a:bodyPr/>
          <a:lstStyle/>
          <a:p>
            <a:endParaRPr lang="en-US"/>
          </a:p>
        </p:txBody>
      </p:sp>
      <p:sp>
        <p:nvSpPr>
          <p:cNvPr id="62" name="row 3 Picture Placeholder 8">
            <a:extLst>
              <a:ext uri="{FF2B5EF4-FFF2-40B4-BE49-F238E27FC236}">
                <a16:creationId xmlns:a16="http://schemas.microsoft.com/office/drawing/2014/main" id="{6DF27D75-B058-220A-4405-64C938FF8FEA}"/>
              </a:ext>
            </a:extLst>
          </p:cNvPr>
          <p:cNvSpPr>
            <a:spLocks noGrp="1"/>
          </p:cNvSpPr>
          <p:nvPr>
            <p:ph type="pic" sz="quarter" idx="41"/>
          </p:nvPr>
        </p:nvSpPr>
        <p:spPr>
          <a:xfrm>
            <a:off x="10357713" y="3924554"/>
            <a:ext cx="1182832" cy="1088105"/>
          </a:xfrm>
        </p:spPr>
        <p:txBody>
          <a:bodyPr/>
          <a:lstStyle/>
          <a:p>
            <a:endParaRPr lang="en-US"/>
          </a:p>
        </p:txBody>
      </p:sp>
      <p:sp>
        <p:nvSpPr>
          <p:cNvPr id="63" name="row 4 Picture Placeholder 1">
            <a:extLst>
              <a:ext uri="{FF2B5EF4-FFF2-40B4-BE49-F238E27FC236}">
                <a16:creationId xmlns:a16="http://schemas.microsoft.com/office/drawing/2014/main" id="{BB6EB70A-D535-38CE-382E-56A416834C42}"/>
              </a:ext>
            </a:extLst>
          </p:cNvPr>
          <p:cNvSpPr>
            <a:spLocks noGrp="1"/>
          </p:cNvSpPr>
          <p:nvPr>
            <p:ph type="pic" sz="quarter" idx="42"/>
          </p:nvPr>
        </p:nvSpPr>
        <p:spPr>
          <a:xfrm>
            <a:off x="652604" y="5196141"/>
            <a:ext cx="1182832" cy="1088105"/>
          </a:xfrm>
        </p:spPr>
        <p:txBody>
          <a:bodyPr/>
          <a:lstStyle/>
          <a:p>
            <a:endParaRPr lang="en-US"/>
          </a:p>
        </p:txBody>
      </p:sp>
      <p:sp>
        <p:nvSpPr>
          <p:cNvPr id="64" name="row 4 Picture Placeholder 2">
            <a:extLst>
              <a:ext uri="{FF2B5EF4-FFF2-40B4-BE49-F238E27FC236}">
                <a16:creationId xmlns:a16="http://schemas.microsoft.com/office/drawing/2014/main" id="{F972114E-1368-BF87-A84F-E158424B35FA}"/>
              </a:ext>
            </a:extLst>
          </p:cNvPr>
          <p:cNvSpPr>
            <a:spLocks noGrp="1"/>
          </p:cNvSpPr>
          <p:nvPr>
            <p:ph type="pic" sz="quarter" idx="43"/>
          </p:nvPr>
        </p:nvSpPr>
        <p:spPr>
          <a:xfrm>
            <a:off x="2034595" y="5196141"/>
            <a:ext cx="1182832" cy="1088105"/>
          </a:xfrm>
        </p:spPr>
        <p:txBody>
          <a:bodyPr/>
          <a:lstStyle/>
          <a:p>
            <a:endParaRPr lang="en-US"/>
          </a:p>
        </p:txBody>
      </p:sp>
      <p:sp>
        <p:nvSpPr>
          <p:cNvPr id="65" name="row 4 Picture Placeholder 3">
            <a:extLst>
              <a:ext uri="{FF2B5EF4-FFF2-40B4-BE49-F238E27FC236}">
                <a16:creationId xmlns:a16="http://schemas.microsoft.com/office/drawing/2014/main" id="{278EFBC8-2747-F4D4-BC80-EDB3F561FDB4}"/>
              </a:ext>
            </a:extLst>
          </p:cNvPr>
          <p:cNvSpPr>
            <a:spLocks noGrp="1"/>
          </p:cNvSpPr>
          <p:nvPr>
            <p:ph type="pic" sz="quarter" idx="44"/>
          </p:nvPr>
        </p:nvSpPr>
        <p:spPr>
          <a:xfrm>
            <a:off x="3421781" y="5196141"/>
            <a:ext cx="1182832" cy="1088105"/>
          </a:xfrm>
        </p:spPr>
        <p:txBody>
          <a:bodyPr/>
          <a:lstStyle/>
          <a:p>
            <a:endParaRPr lang="en-US"/>
          </a:p>
        </p:txBody>
      </p:sp>
      <p:sp>
        <p:nvSpPr>
          <p:cNvPr id="66" name="row 4 Picture Placeholder 4">
            <a:extLst>
              <a:ext uri="{FF2B5EF4-FFF2-40B4-BE49-F238E27FC236}">
                <a16:creationId xmlns:a16="http://schemas.microsoft.com/office/drawing/2014/main" id="{937E185F-2AC1-06ED-C749-94E4BD3D1650}"/>
              </a:ext>
            </a:extLst>
          </p:cNvPr>
          <p:cNvSpPr>
            <a:spLocks noGrp="1"/>
          </p:cNvSpPr>
          <p:nvPr>
            <p:ph type="pic" sz="quarter" idx="45"/>
          </p:nvPr>
        </p:nvSpPr>
        <p:spPr>
          <a:xfrm>
            <a:off x="4814163" y="5196141"/>
            <a:ext cx="1182832" cy="1088105"/>
          </a:xfrm>
        </p:spPr>
        <p:txBody>
          <a:bodyPr/>
          <a:lstStyle/>
          <a:p>
            <a:endParaRPr lang="en-US"/>
          </a:p>
        </p:txBody>
      </p:sp>
      <p:sp>
        <p:nvSpPr>
          <p:cNvPr id="67" name="row 4 Picture Placeholder 5">
            <a:extLst>
              <a:ext uri="{FF2B5EF4-FFF2-40B4-BE49-F238E27FC236}">
                <a16:creationId xmlns:a16="http://schemas.microsoft.com/office/drawing/2014/main" id="{C1D6FD23-AD0E-00F8-F84E-0A75AD27C4FE}"/>
              </a:ext>
            </a:extLst>
          </p:cNvPr>
          <p:cNvSpPr>
            <a:spLocks noGrp="1"/>
          </p:cNvSpPr>
          <p:nvPr>
            <p:ph type="pic" sz="quarter" idx="46"/>
          </p:nvPr>
        </p:nvSpPr>
        <p:spPr>
          <a:xfrm>
            <a:off x="6196154" y="5196141"/>
            <a:ext cx="1182832" cy="1088105"/>
          </a:xfrm>
        </p:spPr>
        <p:txBody>
          <a:bodyPr/>
          <a:lstStyle/>
          <a:p>
            <a:endParaRPr lang="en-US"/>
          </a:p>
        </p:txBody>
      </p:sp>
      <p:sp>
        <p:nvSpPr>
          <p:cNvPr id="68" name="row 4 Picture Placeholder 6">
            <a:extLst>
              <a:ext uri="{FF2B5EF4-FFF2-40B4-BE49-F238E27FC236}">
                <a16:creationId xmlns:a16="http://schemas.microsoft.com/office/drawing/2014/main" id="{98E69D93-6780-2C21-235D-AD050AA6C84E}"/>
              </a:ext>
            </a:extLst>
          </p:cNvPr>
          <p:cNvSpPr>
            <a:spLocks noGrp="1"/>
          </p:cNvSpPr>
          <p:nvPr>
            <p:ph type="pic" sz="quarter" idx="47"/>
          </p:nvPr>
        </p:nvSpPr>
        <p:spPr>
          <a:xfrm>
            <a:off x="7583340" y="5196141"/>
            <a:ext cx="1182832" cy="1088105"/>
          </a:xfrm>
        </p:spPr>
        <p:txBody>
          <a:bodyPr/>
          <a:lstStyle/>
          <a:p>
            <a:endParaRPr lang="en-US"/>
          </a:p>
        </p:txBody>
      </p:sp>
      <p:sp>
        <p:nvSpPr>
          <p:cNvPr id="69" name="row 4 Picture Placeholder 7">
            <a:extLst>
              <a:ext uri="{FF2B5EF4-FFF2-40B4-BE49-F238E27FC236}">
                <a16:creationId xmlns:a16="http://schemas.microsoft.com/office/drawing/2014/main" id="{951CAB42-3A74-8C1A-33D9-B956194E62C9}"/>
              </a:ext>
            </a:extLst>
          </p:cNvPr>
          <p:cNvSpPr>
            <a:spLocks noGrp="1"/>
          </p:cNvSpPr>
          <p:nvPr>
            <p:ph type="pic" sz="quarter" idx="48"/>
          </p:nvPr>
        </p:nvSpPr>
        <p:spPr>
          <a:xfrm>
            <a:off x="8970527" y="5196141"/>
            <a:ext cx="1182832" cy="1088105"/>
          </a:xfrm>
        </p:spPr>
        <p:txBody>
          <a:bodyPr/>
          <a:lstStyle/>
          <a:p>
            <a:endParaRPr lang="en-US"/>
          </a:p>
        </p:txBody>
      </p:sp>
      <p:sp>
        <p:nvSpPr>
          <p:cNvPr id="70" name="row 4 Picture Placeholder 8">
            <a:extLst>
              <a:ext uri="{FF2B5EF4-FFF2-40B4-BE49-F238E27FC236}">
                <a16:creationId xmlns:a16="http://schemas.microsoft.com/office/drawing/2014/main" id="{840EF6F4-48B1-B7EA-5C60-0375F6CADFB9}"/>
              </a:ext>
            </a:extLst>
          </p:cNvPr>
          <p:cNvSpPr>
            <a:spLocks noGrp="1"/>
          </p:cNvSpPr>
          <p:nvPr>
            <p:ph type="pic" sz="quarter" idx="49"/>
          </p:nvPr>
        </p:nvSpPr>
        <p:spPr>
          <a:xfrm>
            <a:off x="10357713" y="5196141"/>
            <a:ext cx="1182832" cy="1088105"/>
          </a:xfrm>
        </p:spPr>
        <p:txBody>
          <a:bodyPr/>
          <a:lstStyle/>
          <a:p>
            <a:endParaRPr lang="en-US"/>
          </a:p>
        </p:txBody>
      </p:sp>
      <p:sp>
        <p:nvSpPr>
          <p:cNvPr id="4" name="Footer Placeholder 3">
            <a:extLst>
              <a:ext uri="{FF2B5EF4-FFF2-40B4-BE49-F238E27FC236}">
                <a16:creationId xmlns:a16="http://schemas.microsoft.com/office/drawing/2014/main" id="{181A3878-7BE0-2310-A612-86078B468989}"/>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FF64CF29-7F88-6F4B-09E2-25D36FC00EB9}"/>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7CA21AE2-4E9E-2DCA-4E42-C97521A8179D}"/>
              </a:ext>
            </a:extLst>
          </p:cNvPr>
          <p:cNvSpPr>
            <a:spLocks noGrp="1"/>
          </p:cNvSpPr>
          <p:nvPr>
            <p:ph type="dt" sz="half" idx="11"/>
          </p:nvPr>
        </p:nvSpPr>
        <p:spPr/>
        <p:txBody>
          <a:bodyPr/>
          <a:lstStyle/>
          <a:p>
            <a:fld id="{DBEFE4BD-2DFA-4609-895D-EFEF7C6E5A3C}" type="datetime1">
              <a:rPr lang="en-US" smtClean="0"/>
              <a:t>3/5/26</a:t>
            </a:fld>
            <a:endParaRPr lang="en-US"/>
          </a:p>
        </p:txBody>
      </p:sp>
    </p:spTree>
    <p:extLst>
      <p:ext uri="{BB962C8B-B14F-4D97-AF65-F5344CB8AC3E}">
        <p14:creationId xmlns:p14="http://schemas.microsoft.com/office/powerpoint/2010/main" val="7129224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599" y="426061"/>
            <a:ext cx="5334001" cy="2387600"/>
          </a:xfrm>
        </p:spPr>
        <p:txBody>
          <a:bodyPr lIns="0" rIns="0" anchor="b">
            <a:noAutofit/>
          </a:bodyPr>
          <a:lstStyle>
            <a:lvl1pPr algn="l">
              <a:lnSpc>
                <a:spcPct val="80000"/>
              </a:lnSpc>
              <a:defRPr sz="4800" spc="-12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598" y="3012926"/>
            <a:ext cx="5334001"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4031B34F-5072-BCFE-838A-B26F9DFCB01E}"/>
              </a:ext>
            </a:extLst>
          </p:cNvPr>
          <p:cNvSpPr>
            <a:spLocks noGrp="1"/>
          </p:cNvSpPr>
          <p:nvPr>
            <p:ph type="pic" sz="quarter" idx="10"/>
          </p:nvPr>
        </p:nvSpPr>
        <p:spPr>
          <a:xfrm>
            <a:off x="6096000" y="0"/>
            <a:ext cx="6096000" cy="6858000"/>
          </a:xfrm>
        </p:spPr>
        <p:txBody>
          <a:bodyPr wrap="none">
            <a:noAutofit/>
          </a:bodyPr>
          <a:lstStyle>
            <a:lvl1pPr>
              <a:defRPr>
                <a:solidFill>
                  <a:schemeClr val="bg1"/>
                </a:solidFill>
              </a:defRPr>
            </a:lvl1pPr>
          </a:lstStyle>
          <a:p>
            <a:endParaRPr lang="en-US"/>
          </a:p>
        </p:txBody>
      </p:sp>
      <p:pic>
        <p:nvPicPr>
          <p:cNvPr id="5" name="Picture 4" descr="A red and black number&#10;&#10;Description automatically generated">
            <a:extLst>
              <a:ext uri="{FF2B5EF4-FFF2-40B4-BE49-F238E27FC236}">
                <a16:creationId xmlns:a16="http://schemas.microsoft.com/office/drawing/2014/main" id="{3A473975-5274-ED6D-F50C-3F967FC2B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34803831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solidFill>
                  <a:schemeClr val="bg1"/>
                </a:solidFill>
              </a:defRPr>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2075506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 Bottom Graphic">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p:txBody>
          <a:bodyPr lIns="0" rIns="0"/>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2" name="Copyright">
            <a:extLst>
              <a:ext uri="{FF2B5EF4-FFF2-40B4-BE49-F238E27FC236}">
                <a16:creationId xmlns:a16="http://schemas.microsoft.com/office/drawing/2014/main" id="{076A1818-04ED-68DC-92C5-98A4DB6D6F8F}"/>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A6AFD1D8-9BA5-4CA3-A987-D4ACB6D38028}" type="datetime1">
              <a:rPr lang="en-US" smtClean="0"/>
              <a:t>3/5/26</a:t>
            </a:fld>
            <a:endParaRPr lang="en-US"/>
          </a:p>
        </p:txBody>
      </p:sp>
    </p:spTree>
    <p:extLst>
      <p:ext uri="{BB962C8B-B14F-4D97-AF65-F5344CB8AC3E}">
        <p14:creationId xmlns:p14="http://schemas.microsoft.com/office/powerpoint/2010/main" val="22477035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1/2 Image -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493776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457200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6096000" y="0"/>
            <a:ext cx="6096000" cy="6858000"/>
          </a:xfr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1920240" cy="91887"/>
          </a:xfrm>
        </p:spPr>
        <p:txBody>
          <a:bodyPr/>
          <a:lstStyle>
            <a:lvl1pPr>
              <a:defRPr>
                <a:solidFill>
                  <a:srgbClr val="BEBEBE"/>
                </a:solidFill>
              </a:defRPr>
            </a:lvl1p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3657600" y="6583680"/>
            <a:ext cx="89768" cy="92333"/>
          </a:xfrm>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3836955"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3509"/>
            <a:ext cx="1748393" cy="20195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5A861FAB-3FDE-4C87-9308-E91AC57E0401}" type="datetime1">
              <a:rPr lang="en-US" smtClean="0"/>
              <a:t>3/5/26</a:t>
            </a:fld>
            <a:endParaRPr lang="en-US"/>
          </a:p>
        </p:txBody>
      </p:sp>
    </p:spTree>
    <p:extLst>
      <p:ext uri="{BB962C8B-B14F-4D97-AF65-F5344CB8AC3E}">
        <p14:creationId xmlns:p14="http://schemas.microsoft.com/office/powerpoint/2010/main" val="6708206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1/3 Image -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676656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594360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7894320" y="0"/>
            <a:ext cx="4297680" cy="6858000"/>
          </a:xfr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3657600" cy="91887"/>
          </a:xfrm>
        </p:spPr>
        <p:txBody>
          <a:bodyPr/>
          <a:lstStyle>
            <a:lvl1pPr>
              <a:defRPr>
                <a:solidFill>
                  <a:srgbClr val="BEBEBE"/>
                </a:solidFill>
              </a:defRPr>
            </a:lvl1p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5486400" y="6583680"/>
            <a:ext cx="89768" cy="92333"/>
          </a:xfrm>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5665755"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3510"/>
            <a:ext cx="1748393" cy="20195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A6C1D8EA-4650-4E5E-943B-91110B552664}" type="datetime1">
              <a:rPr lang="en-US" smtClean="0"/>
              <a:t>3/5/26</a:t>
            </a:fld>
            <a:endParaRPr lang="en-US"/>
          </a:p>
        </p:txBody>
      </p:sp>
    </p:spTree>
    <p:extLst>
      <p:ext uri="{BB962C8B-B14F-4D97-AF65-F5344CB8AC3E}">
        <p14:creationId xmlns:p14="http://schemas.microsoft.com/office/powerpoint/2010/main" val="21352885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s -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493776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1334324"/>
            <a:ext cx="493776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3/5/26</a:t>
            </a:fld>
            <a:endParaRPr lang="en-US"/>
          </a:p>
        </p:txBody>
      </p:sp>
    </p:spTree>
    <p:extLst>
      <p:ext uri="{BB962C8B-B14F-4D97-AF65-F5344CB8AC3E}">
        <p14:creationId xmlns:p14="http://schemas.microsoft.com/office/powerpoint/2010/main" val="5927914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lumns -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958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F675479F-3CBB-5D2A-4512-AE1310D8851A}"/>
              </a:ext>
            </a:extLst>
          </p:cNvPr>
          <p:cNvSpPr>
            <a:spLocks noGrp="1"/>
          </p:cNvSpPr>
          <p:nvPr>
            <p:ph idx="14"/>
          </p:nvPr>
        </p:nvSpPr>
        <p:spPr>
          <a:xfrm>
            <a:off x="83820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3/5/26</a:t>
            </a:fld>
            <a:endParaRPr lang="en-US"/>
          </a:p>
        </p:txBody>
      </p:sp>
    </p:spTree>
    <p:extLst>
      <p:ext uri="{BB962C8B-B14F-4D97-AF65-F5344CB8AC3E}">
        <p14:creationId xmlns:p14="http://schemas.microsoft.com/office/powerpoint/2010/main" val="7424917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Columns -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1456"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0264"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9339072"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1C7DF4-91CF-55B7-3AA7-65526726F524}"/>
              </a:ext>
            </a:extLst>
          </p:cNvPr>
          <p:cNvSpPr>
            <a:spLocks noGrp="1"/>
          </p:cNvSpPr>
          <p:nvPr>
            <p:ph type="dt" sz="half" idx="16"/>
          </p:nvPr>
        </p:nvSpPr>
        <p:spPr/>
        <p:txBody>
          <a:bodyPr/>
          <a:lstStyle/>
          <a:p>
            <a:fld id="{30169271-AB45-4F94-B977-1C39D03C236C}" type="datetime1">
              <a:rPr lang="en-US" smtClean="0"/>
              <a:t>3/5/26</a:t>
            </a:fld>
            <a:endParaRPr lang="en-US"/>
          </a:p>
        </p:txBody>
      </p:sp>
      <p:sp>
        <p:nvSpPr>
          <p:cNvPr id="6" name="Footer Placeholder 5">
            <a:extLst>
              <a:ext uri="{FF2B5EF4-FFF2-40B4-BE49-F238E27FC236}">
                <a16:creationId xmlns:a16="http://schemas.microsoft.com/office/drawing/2014/main" id="{8C565DB8-BEAA-621B-BC19-2D34AB75BC98}"/>
              </a:ext>
            </a:extLst>
          </p:cNvPr>
          <p:cNvSpPr>
            <a:spLocks noGrp="1"/>
          </p:cNvSpPr>
          <p:nvPr>
            <p:ph type="ftr" sz="quarter" idx="17"/>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02598055-59DC-88A9-9B38-40423C55EF43}"/>
              </a:ext>
            </a:extLst>
          </p:cNvPr>
          <p:cNvSpPr>
            <a:spLocks noGrp="1"/>
          </p:cNvSpPr>
          <p:nvPr>
            <p:ph type="sldNum" sz="quarter" idx="18"/>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12" name="Copyright">
            <a:extLst>
              <a:ext uri="{FF2B5EF4-FFF2-40B4-BE49-F238E27FC236}">
                <a16:creationId xmlns:a16="http://schemas.microsoft.com/office/drawing/2014/main" id="{CF063994-F7E1-75A7-CEC3-515566728D3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Tree>
    <p:extLst>
      <p:ext uri="{BB962C8B-B14F-4D97-AF65-F5344CB8AC3E}">
        <p14:creationId xmlns:p14="http://schemas.microsoft.com/office/powerpoint/2010/main" val="36361996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ive Columns -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75026"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37404"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7399782"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5">
            <a:extLst>
              <a:ext uri="{FF2B5EF4-FFF2-40B4-BE49-F238E27FC236}">
                <a16:creationId xmlns:a16="http://schemas.microsoft.com/office/drawing/2014/main" id="{CB82708F-B3F7-E5C0-481F-8B2177EAF190}"/>
              </a:ext>
            </a:extLst>
          </p:cNvPr>
          <p:cNvSpPr>
            <a:spLocks noGrp="1"/>
          </p:cNvSpPr>
          <p:nvPr>
            <p:ph idx="19"/>
          </p:nvPr>
        </p:nvSpPr>
        <p:spPr>
          <a:xfrm>
            <a:off x="9662160"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1C7DF4-91CF-55B7-3AA7-65526726F524}"/>
              </a:ext>
            </a:extLst>
          </p:cNvPr>
          <p:cNvSpPr>
            <a:spLocks noGrp="1"/>
          </p:cNvSpPr>
          <p:nvPr>
            <p:ph type="dt" sz="half" idx="16"/>
          </p:nvPr>
        </p:nvSpPr>
        <p:spPr/>
        <p:txBody>
          <a:bodyPr/>
          <a:lstStyle/>
          <a:p>
            <a:fld id="{30169271-AB45-4F94-B977-1C39D03C236C}" type="datetime1">
              <a:rPr lang="en-US" smtClean="0"/>
              <a:t>3/5/26</a:t>
            </a:fld>
            <a:endParaRPr lang="en-US"/>
          </a:p>
        </p:txBody>
      </p:sp>
      <p:sp>
        <p:nvSpPr>
          <p:cNvPr id="6" name="Footer Placeholder 5">
            <a:extLst>
              <a:ext uri="{FF2B5EF4-FFF2-40B4-BE49-F238E27FC236}">
                <a16:creationId xmlns:a16="http://schemas.microsoft.com/office/drawing/2014/main" id="{8C565DB8-BEAA-621B-BC19-2D34AB75BC98}"/>
              </a:ext>
            </a:extLst>
          </p:cNvPr>
          <p:cNvSpPr>
            <a:spLocks noGrp="1"/>
          </p:cNvSpPr>
          <p:nvPr>
            <p:ph type="ftr" sz="quarter" idx="17"/>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02598055-59DC-88A9-9B38-40423C55EF43}"/>
              </a:ext>
            </a:extLst>
          </p:cNvPr>
          <p:cNvSpPr>
            <a:spLocks noGrp="1"/>
          </p:cNvSpPr>
          <p:nvPr>
            <p:ph type="sldNum" sz="quarter" idx="18"/>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12" name="Copyright">
            <a:extLst>
              <a:ext uri="{FF2B5EF4-FFF2-40B4-BE49-F238E27FC236}">
                <a16:creationId xmlns:a16="http://schemas.microsoft.com/office/drawing/2014/main" id="{CF063994-F7E1-75A7-CEC3-515566728D3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Tree>
    <p:extLst>
      <p:ext uri="{BB962C8B-B14F-4D97-AF65-F5344CB8AC3E}">
        <p14:creationId xmlns:p14="http://schemas.microsoft.com/office/powerpoint/2010/main" val="11282608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s - Image and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5" name="Picture Placeholder 1">
            <a:extLst>
              <a:ext uri="{FF2B5EF4-FFF2-40B4-BE49-F238E27FC236}">
                <a16:creationId xmlns:a16="http://schemas.microsoft.com/office/drawing/2014/main" id="{44B0349E-3471-3051-A5B9-9681553EB991}"/>
              </a:ext>
            </a:extLst>
          </p:cNvPr>
          <p:cNvSpPr>
            <a:spLocks noGrp="1"/>
          </p:cNvSpPr>
          <p:nvPr>
            <p:ph type="pic" sz="quarter" idx="15"/>
          </p:nvPr>
        </p:nvSpPr>
        <p:spPr>
          <a:xfrm>
            <a:off x="609600" y="1335024"/>
            <a:ext cx="4937760" cy="2514600"/>
          </a:xfrm>
        </p:spPr>
        <p:txBody>
          <a:bodyPr/>
          <a:lstStyle>
            <a:lvl1pPr>
              <a:defRPr>
                <a:solidFill>
                  <a:schemeClr val="bg1"/>
                </a:solidFill>
              </a:defRPr>
            </a:lvl1pPr>
          </a:lstStyle>
          <a:p>
            <a:endParaRPr lang="en-US"/>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23360"/>
            <a:ext cx="4846320" cy="2286000"/>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3142B398-0C77-E84A-DD6A-3B9AC2D5E34E}"/>
              </a:ext>
            </a:extLst>
          </p:cNvPr>
          <p:cNvSpPr>
            <a:spLocks noGrp="1"/>
          </p:cNvSpPr>
          <p:nvPr>
            <p:ph type="pic" sz="quarter" idx="16"/>
          </p:nvPr>
        </p:nvSpPr>
        <p:spPr>
          <a:xfrm>
            <a:off x="6644640" y="1335024"/>
            <a:ext cx="4937760" cy="2514600"/>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4023360"/>
            <a:ext cx="4846320" cy="2286000"/>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3/5/26</a:t>
            </a:fld>
            <a:endParaRPr lang="en-US"/>
          </a:p>
        </p:txBody>
      </p:sp>
    </p:spTree>
    <p:extLst>
      <p:ext uri="{BB962C8B-B14F-4D97-AF65-F5344CB8AC3E}">
        <p14:creationId xmlns:p14="http://schemas.microsoft.com/office/powerpoint/2010/main" val="7017518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 Columns - Image and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
            <a:extLst>
              <a:ext uri="{FF2B5EF4-FFF2-40B4-BE49-F238E27FC236}">
                <a16:creationId xmlns:a16="http://schemas.microsoft.com/office/drawing/2014/main" id="{F7FA6101-2BCD-3F7A-5BFE-9C338D8F8C01}"/>
              </a:ext>
            </a:extLst>
          </p:cNvPr>
          <p:cNvSpPr>
            <a:spLocks noGrp="1"/>
          </p:cNvSpPr>
          <p:nvPr>
            <p:ph type="pic" sz="quarter" idx="15"/>
          </p:nvPr>
        </p:nvSpPr>
        <p:spPr>
          <a:xfrm>
            <a:off x="609600" y="1335024"/>
            <a:ext cx="3255264" cy="2514600"/>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68368"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2">
            <a:extLst>
              <a:ext uri="{FF2B5EF4-FFF2-40B4-BE49-F238E27FC236}">
                <a16:creationId xmlns:a16="http://schemas.microsoft.com/office/drawing/2014/main" id="{1F35FB27-0B90-CA7E-FF2E-695B6A9CA1A7}"/>
              </a:ext>
            </a:extLst>
          </p:cNvPr>
          <p:cNvSpPr>
            <a:spLocks noGrp="1"/>
          </p:cNvSpPr>
          <p:nvPr>
            <p:ph type="pic" sz="quarter" idx="16"/>
          </p:nvPr>
        </p:nvSpPr>
        <p:spPr>
          <a:xfrm>
            <a:off x="4468368" y="1335024"/>
            <a:ext cx="3255264" cy="2514600"/>
          </a:xfrm>
        </p:spPr>
        <p:txBody>
          <a:bodyPr/>
          <a:lstStyle>
            <a:lvl1pPr>
              <a:defRPr>
                <a:solidFill>
                  <a:schemeClr val="bg1"/>
                </a:solidFill>
              </a:defRPr>
            </a:lvl1pPr>
          </a:lstStyle>
          <a:p>
            <a:endParaRPr lang="en-US"/>
          </a:p>
        </p:txBody>
      </p:sp>
      <p:sp>
        <p:nvSpPr>
          <p:cNvPr id="5" name="Content Placeholder 3">
            <a:extLst>
              <a:ext uri="{FF2B5EF4-FFF2-40B4-BE49-F238E27FC236}">
                <a16:creationId xmlns:a16="http://schemas.microsoft.com/office/drawing/2014/main" id="{F675479F-3CBB-5D2A-4512-AE1310D8851A}"/>
              </a:ext>
            </a:extLst>
          </p:cNvPr>
          <p:cNvSpPr>
            <a:spLocks noGrp="1"/>
          </p:cNvSpPr>
          <p:nvPr>
            <p:ph idx="14"/>
          </p:nvPr>
        </p:nvSpPr>
        <p:spPr>
          <a:xfrm>
            <a:off x="8327136"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3">
            <a:extLst>
              <a:ext uri="{FF2B5EF4-FFF2-40B4-BE49-F238E27FC236}">
                <a16:creationId xmlns:a16="http://schemas.microsoft.com/office/drawing/2014/main" id="{D7A90959-8D39-E413-9AB9-75B5F74E177A}"/>
              </a:ext>
            </a:extLst>
          </p:cNvPr>
          <p:cNvSpPr>
            <a:spLocks noGrp="1"/>
          </p:cNvSpPr>
          <p:nvPr>
            <p:ph type="pic" sz="quarter" idx="17"/>
          </p:nvPr>
        </p:nvSpPr>
        <p:spPr>
          <a:xfrm>
            <a:off x="8327136" y="1335024"/>
            <a:ext cx="3255264" cy="2514600"/>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3/5/26</a:t>
            </a:fld>
            <a:endParaRPr lang="en-US"/>
          </a:p>
        </p:txBody>
      </p:sp>
    </p:spTree>
    <p:extLst>
      <p:ext uri="{BB962C8B-B14F-4D97-AF65-F5344CB8AC3E}">
        <p14:creationId xmlns:p14="http://schemas.microsoft.com/office/powerpoint/2010/main" val="24025569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Columns - Image and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2240280" cy="2505456"/>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2472"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3520440" y="1335024"/>
            <a:ext cx="2240280" cy="2505456"/>
          </a:xfrm>
        </p:spPr>
        <p:txBody>
          <a:bodyPr/>
          <a:lstStyle>
            <a:lvl1pPr>
              <a:defRPr>
                <a:solidFill>
                  <a:schemeClr val="bg1"/>
                </a:solidFill>
              </a:defRPr>
            </a:lvl1p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2296"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6431280" y="1335024"/>
            <a:ext cx="2240280" cy="2505456"/>
          </a:xfrm>
        </p:spPr>
        <p:txBody>
          <a:bodyPr/>
          <a:lstStyle>
            <a:lvl1pPr>
              <a:defRPr>
                <a:solidFill>
                  <a:schemeClr val="bg1"/>
                </a:solidFill>
              </a:defRPr>
            </a:lvl1p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9342120"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9342120" y="1335024"/>
            <a:ext cx="2240280" cy="2505456"/>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
        <p:nvSpPr>
          <p:cNvPr id="14" name="Copyright">
            <a:extLst>
              <a:ext uri="{FF2B5EF4-FFF2-40B4-BE49-F238E27FC236}">
                <a16:creationId xmlns:a16="http://schemas.microsoft.com/office/drawing/2014/main" id="{6D79BAA0-8632-AD2C-292C-8F2B191F7D1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Tree>
    <p:extLst>
      <p:ext uri="{BB962C8B-B14F-4D97-AF65-F5344CB8AC3E}">
        <p14:creationId xmlns:p14="http://schemas.microsoft.com/office/powerpoint/2010/main" val="35446829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ive Columns - Image and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1828800" cy="2505456"/>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97886"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2895600" y="1335024"/>
            <a:ext cx="1828800" cy="2505456"/>
          </a:xfrm>
        </p:spPr>
        <p:txBody>
          <a:bodyPr/>
          <a:lstStyle>
            <a:lvl1pPr>
              <a:defRPr>
                <a:solidFill>
                  <a:schemeClr val="bg1"/>
                </a:solidFill>
              </a:defRPr>
            </a:lvl1p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83124"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5181600" y="1335024"/>
            <a:ext cx="1828800" cy="2505456"/>
          </a:xfrm>
        </p:spPr>
        <p:txBody>
          <a:bodyPr/>
          <a:lstStyle>
            <a:lvl1pPr>
              <a:defRPr>
                <a:solidFill>
                  <a:schemeClr val="bg1"/>
                </a:solidFill>
              </a:defRPr>
            </a:lvl1p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7468362"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7467600" y="1335024"/>
            <a:ext cx="1828800" cy="2505456"/>
          </a:xfrm>
        </p:spPr>
        <p:txBody>
          <a:bodyPr/>
          <a:lstStyle>
            <a:lvl1pPr>
              <a:defRPr>
                <a:solidFill>
                  <a:schemeClr val="bg1"/>
                </a:solidFill>
              </a:defRPr>
            </a:lvl1pPr>
          </a:lstStyle>
          <a:p>
            <a:endParaRPr lang="en-US"/>
          </a:p>
        </p:txBody>
      </p:sp>
      <p:sp>
        <p:nvSpPr>
          <p:cNvPr id="16" name="Content Placeholder 5">
            <a:extLst>
              <a:ext uri="{FF2B5EF4-FFF2-40B4-BE49-F238E27FC236}">
                <a16:creationId xmlns:a16="http://schemas.microsoft.com/office/drawing/2014/main" id="{4BE2B1C7-C0C6-88D0-FF18-EFB8EA2C6280}"/>
              </a:ext>
            </a:extLst>
          </p:cNvPr>
          <p:cNvSpPr>
            <a:spLocks noGrp="1"/>
          </p:cNvSpPr>
          <p:nvPr>
            <p:ph idx="21"/>
          </p:nvPr>
        </p:nvSpPr>
        <p:spPr>
          <a:xfrm>
            <a:off x="9753600"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5">
            <a:extLst>
              <a:ext uri="{FF2B5EF4-FFF2-40B4-BE49-F238E27FC236}">
                <a16:creationId xmlns:a16="http://schemas.microsoft.com/office/drawing/2014/main" id="{A81BA51A-079B-3E84-046F-16707EFD3EA1}"/>
              </a:ext>
            </a:extLst>
          </p:cNvPr>
          <p:cNvSpPr>
            <a:spLocks noGrp="1"/>
          </p:cNvSpPr>
          <p:nvPr>
            <p:ph type="pic" sz="quarter" idx="20"/>
          </p:nvPr>
        </p:nvSpPr>
        <p:spPr>
          <a:xfrm>
            <a:off x="9753600" y="1335024"/>
            <a:ext cx="1828800" cy="2505456"/>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
        <p:nvSpPr>
          <p:cNvPr id="14" name="Copyright">
            <a:extLst>
              <a:ext uri="{FF2B5EF4-FFF2-40B4-BE49-F238E27FC236}">
                <a16:creationId xmlns:a16="http://schemas.microsoft.com/office/drawing/2014/main" id="{6D79BAA0-8632-AD2C-292C-8F2B191F7D1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Tree>
    <p:extLst>
      <p:ext uri="{BB962C8B-B14F-4D97-AF65-F5344CB8AC3E}">
        <p14:creationId xmlns:p14="http://schemas.microsoft.com/office/powerpoint/2010/main" val="36794877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5513B074-3B07-0E57-B1EF-F6812220DF0A}"/>
              </a:ext>
            </a:extLst>
          </p:cNvPr>
          <p:cNvSpPr>
            <a:spLocks noGrp="1"/>
          </p:cNvSpPr>
          <p:nvPr>
            <p:ph type="body" sz="quarter" idx="12"/>
          </p:nvPr>
        </p:nvSpPr>
        <p:spPr>
          <a:xfrm>
            <a:off x="609600" y="1566127"/>
            <a:ext cx="4846320" cy="342466"/>
          </a:xfrm>
        </p:spPr>
        <p:txBody>
          <a:bodyPr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4937760"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C6A13A99-FC00-81A6-297A-C14D357F8C98}"/>
              </a:ext>
            </a:extLst>
          </p:cNvPr>
          <p:cNvSpPr>
            <a:spLocks noGrp="1"/>
          </p:cNvSpPr>
          <p:nvPr>
            <p:ph type="body" sz="quarter" idx="13"/>
          </p:nvPr>
        </p:nvSpPr>
        <p:spPr>
          <a:xfrm>
            <a:off x="6644640" y="1566127"/>
            <a:ext cx="4846320" cy="342466"/>
          </a:xfrm>
        </p:spPr>
        <p:txBody>
          <a:bodyPr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644640" y="2103120"/>
            <a:ext cx="4937760" cy="4023360"/>
          </a:xfrm>
        </p:spPr>
        <p:txBody>
          <a:bodyPr/>
          <a:lstStyle>
            <a:lvl1pPr>
              <a:defRPr>
                <a:solidFill>
                  <a:schemeClr val="bg1"/>
                </a:solidFill>
              </a:defRPr>
            </a:lvl1pPr>
          </a:lstStyle>
          <a:p>
            <a:endParaRPr lang="en-US"/>
          </a:p>
        </p:txBody>
      </p:sp>
      <p:sp>
        <p:nvSpPr>
          <p:cNvPr id="6" name="Footer Placeholder 5">
            <a:extLst>
              <a:ext uri="{FF2B5EF4-FFF2-40B4-BE49-F238E27FC236}">
                <a16:creationId xmlns:a16="http://schemas.microsoft.com/office/drawing/2014/main" id="{23847277-7A32-0B74-3121-513308B5D19B}"/>
              </a:ext>
            </a:extLst>
          </p:cNvPr>
          <p:cNvSpPr>
            <a:spLocks noGrp="1"/>
          </p:cNvSpPr>
          <p:nvPr>
            <p:ph type="ftr" sz="quarter" idx="15"/>
          </p:nvPr>
        </p:nvSpPr>
        <p:spPr/>
        <p:txBody>
          <a:bodyPr/>
          <a:lstStyle>
            <a:lvl1pPr>
              <a:defRPr>
                <a:solidFill>
                  <a:srgbClr val="BEBEBE"/>
                </a:solidFill>
              </a:defRPr>
            </a:lvl1pPr>
          </a:lstStyle>
          <a:p>
            <a:endParaRPr lang="en-US"/>
          </a:p>
        </p:txBody>
      </p:sp>
      <p:sp>
        <p:nvSpPr>
          <p:cNvPr id="9" name="Copyright">
            <a:extLst>
              <a:ext uri="{FF2B5EF4-FFF2-40B4-BE49-F238E27FC236}">
                <a16:creationId xmlns:a16="http://schemas.microsoft.com/office/drawing/2014/main" id="{B1577F18-2EE9-48A5-C9F6-26D13C7A415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7" name="Slide Number Placeholder 6">
            <a:extLst>
              <a:ext uri="{FF2B5EF4-FFF2-40B4-BE49-F238E27FC236}">
                <a16:creationId xmlns:a16="http://schemas.microsoft.com/office/drawing/2014/main" id="{0C50626B-1616-3551-DB78-E30E2BEA4433}"/>
              </a:ext>
            </a:extLst>
          </p:cNvPr>
          <p:cNvSpPr>
            <a:spLocks noGrp="1"/>
          </p:cNvSpPr>
          <p:nvPr>
            <p:ph type="sldNum" sz="quarter" idx="16"/>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2B0DFF53-DA3C-5459-13CB-66ACAB1EF04B}"/>
              </a:ext>
            </a:extLst>
          </p:cNvPr>
          <p:cNvSpPr>
            <a:spLocks noGrp="1"/>
          </p:cNvSpPr>
          <p:nvPr>
            <p:ph type="dt" sz="half" idx="14"/>
          </p:nvPr>
        </p:nvSpPr>
        <p:spPr/>
        <p:txBody>
          <a:bodyPr/>
          <a:lstStyle/>
          <a:p>
            <a:fld id="{F7EF6CD1-9159-44AF-9B3E-C7AC0C13304D}" type="datetime1">
              <a:rPr lang="en-US" smtClean="0"/>
              <a:t>3/5/26</a:t>
            </a:fld>
            <a:endParaRPr lang="en-US"/>
          </a:p>
        </p:txBody>
      </p:sp>
    </p:spTree>
    <p:extLst>
      <p:ext uri="{BB962C8B-B14F-4D97-AF65-F5344CB8AC3E}">
        <p14:creationId xmlns:p14="http://schemas.microsoft.com/office/powerpoint/2010/main" val="19026107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3">
            <a:extLst>
              <a:ext uri="{FF2B5EF4-FFF2-40B4-BE49-F238E27FC236}">
                <a16:creationId xmlns:a16="http://schemas.microsoft.com/office/drawing/2014/main" id="{A7CA4403-228E-D982-11B8-71EFFDAB1F21}"/>
              </a:ext>
            </a:extLst>
          </p:cNvPr>
          <p:cNvSpPr>
            <a:spLocks noGrp="1"/>
          </p:cNvSpPr>
          <p:nvPr>
            <p:ph type="body" sz="quarter" idx="13"/>
          </p:nvPr>
        </p:nvSpPr>
        <p:spPr>
          <a:xfrm>
            <a:off x="609600"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3255264" cy="4023360"/>
          </a:xfrm>
        </p:spPr>
        <p:txBody>
          <a:bodyPr/>
          <a:lstStyle>
            <a:lvl1pPr>
              <a:defRPr>
                <a:solidFill>
                  <a:schemeClr val="bg1"/>
                </a:solidFill>
              </a:defRPr>
            </a:lvl1pPr>
          </a:lstStyle>
          <a:p>
            <a:endParaRPr lang="en-US"/>
          </a:p>
        </p:txBody>
      </p:sp>
      <p:sp>
        <p:nvSpPr>
          <p:cNvPr id="4" name="Text Placeholder 3">
            <a:extLst>
              <a:ext uri="{FF2B5EF4-FFF2-40B4-BE49-F238E27FC236}">
                <a16:creationId xmlns:a16="http://schemas.microsoft.com/office/drawing/2014/main" id="{7946F0AF-945D-1612-FEA8-992054B7A75C}"/>
              </a:ext>
            </a:extLst>
          </p:cNvPr>
          <p:cNvSpPr>
            <a:spLocks noGrp="1"/>
          </p:cNvSpPr>
          <p:nvPr>
            <p:ph type="body" sz="quarter" idx="14"/>
          </p:nvPr>
        </p:nvSpPr>
        <p:spPr>
          <a:xfrm>
            <a:off x="4468368"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468368" y="2103120"/>
            <a:ext cx="3255264"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7D2660DF-18E0-5445-7D6F-B1E2A46D4B94}"/>
              </a:ext>
            </a:extLst>
          </p:cNvPr>
          <p:cNvSpPr>
            <a:spLocks noGrp="1"/>
          </p:cNvSpPr>
          <p:nvPr>
            <p:ph type="body" sz="quarter" idx="15"/>
          </p:nvPr>
        </p:nvSpPr>
        <p:spPr>
          <a:xfrm>
            <a:off x="8327136"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8327136" y="2103120"/>
            <a:ext cx="3255264" cy="4023360"/>
          </a:xfrm>
        </p:spPr>
        <p:txBody>
          <a:bodyPr/>
          <a:lstStyle>
            <a:lvl1pPr>
              <a:defRPr>
                <a:solidFill>
                  <a:schemeClr val="bg1"/>
                </a:solidFill>
              </a:defRPr>
            </a:lvl1pPr>
          </a:lstStyle>
          <a:p>
            <a:endParaRPr lang="en-US"/>
          </a:p>
        </p:txBody>
      </p:sp>
      <p:sp>
        <p:nvSpPr>
          <p:cNvPr id="7" name="Footer Placeholder 6">
            <a:extLst>
              <a:ext uri="{FF2B5EF4-FFF2-40B4-BE49-F238E27FC236}">
                <a16:creationId xmlns:a16="http://schemas.microsoft.com/office/drawing/2014/main" id="{74C05D25-57B4-0131-8D02-41BDA22255CF}"/>
              </a:ext>
            </a:extLst>
          </p:cNvPr>
          <p:cNvSpPr>
            <a:spLocks noGrp="1"/>
          </p:cNvSpPr>
          <p:nvPr>
            <p:ph type="ftr" sz="quarter" idx="17"/>
          </p:nvPr>
        </p:nvSpPr>
        <p:spPr/>
        <p:txBody>
          <a:bodyPr/>
          <a:lstStyle>
            <a:lvl1pPr>
              <a:defRPr>
                <a:solidFill>
                  <a:srgbClr val="BEBEBE"/>
                </a:solidFill>
              </a:defRPr>
            </a:lvl1pPr>
          </a:lstStyle>
          <a:p>
            <a:endParaRPr lang="en-US"/>
          </a:p>
        </p:txBody>
      </p:sp>
      <p:sp>
        <p:nvSpPr>
          <p:cNvPr id="11" name="Copyright">
            <a:extLst>
              <a:ext uri="{FF2B5EF4-FFF2-40B4-BE49-F238E27FC236}">
                <a16:creationId xmlns:a16="http://schemas.microsoft.com/office/drawing/2014/main" id="{861CF59B-700A-60A4-D14B-FB9B87B60D93}"/>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9" name="Slide Number Placeholder 8">
            <a:extLst>
              <a:ext uri="{FF2B5EF4-FFF2-40B4-BE49-F238E27FC236}">
                <a16:creationId xmlns:a16="http://schemas.microsoft.com/office/drawing/2014/main" id="{566038FF-7BCA-3951-3D43-F22FDDDCEC68}"/>
              </a:ext>
            </a:extLst>
          </p:cNvPr>
          <p:cNvSpPr>
            <a:spLocks noGrp="1"/>
          </p:cNvSpPr>
          <p:nvPr>
            <p:ph type="sldNum" sz="quarter" idx="18"/>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93D0F27E-11AC-F723-B425-6B4C9993142C}"/>
              </a:ext>
            </a:extLst>
          </p:cNvPr>
          <p:cNvSpPr>
            <a:spLocks noGrp="1"/>
          </p:cNvSpPr>
          <p:nvPr>
            <p:ph type="dt" sz="half" idx="16"/>
          </p:nvPr>
        </p:nvSpPr>
        <p:spPr/>
        <p:txBody>
          <a:bodyPr/>
          <a:lstStyle/>
          <a:p>
            <a:fld id="{1363D66E-2377-4F68-BD8E-DC3D382E60FF}" type="datetime1">
              <a:rPr lang="en-US" smtClean="0"/>
              <a:t>3/5/26</a:t>
            </a:fld>
            <a:endParaRPr lang="en-US"/>
          </a:p>
        </p:txBody>
      </p:sp>
    </p:spTree>
    <p:extLst>
      <p:ext uri="{BB962C8B-B14F-4D97-AF65-F5344CB8AC3E}">
        <p14:creationId xmlns:p14="http://schemas.microsoft.com/office/powerpoint/2010/main" val="18237617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3">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2240280"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37F3A760-EE34-C8A5-89C3-5467A9BC0CA9}"/>
              </a:ext>
            </a:extLst>
          </p:cNvPr>
          <p:cNvSpPr>
            <a:spLocks noGrp="1"/>
          </p:cNvSpPr>
          <p:nvPr>
            <p:ph type="body" sz="quarter" idx="15"/>
          </p:nvPr>
        </p:nvSpPr>
        <p:spPr>
          <a:xfrm>
            <a:off x="352044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3520440" y="2103120"/>
            <a:ext cx="2240280" cy="4023360"/>
          </a:xfrm>
        </p:spPr>
        <p:txBody>
          <a:bodyPr/>
          <a:lstStyle>
            <a:lvl1pPr>
              <a:defRPr>
                <a:solidFill>
                  <a:schemeClr val="bg1"/>
                </a:solidFill>
              </a:defRPr>
            </a:lvl1p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643128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6431280" y="2103120"/>
            <a:ext cx="2240280" cy="4023360"/>
          </a:xfrm>
        </p:spPr>
        <p:txBody>
          <a:bodyPr/>
          <a:lstStyle>
            <a:lvl1pPr>
              <a:defRPr>
                <a:solidFill>
                  <a:schemeClr val="bg1"/>
                </a:solidFill>
              </a:defRPr>
            </a:lvl1pPr>
          </a:lstStyle>
          <a:p>
            <a:endParaRPr lang="en-US"/>
          </a:p>
        </p:txBody>
      </p:sp>
      <p:sp>
        <p:nvSpPr>
          <p:cNvPr id="7" name="Text Placeholder 3">
            <a:extLst>
              <a:ext uri="{FF2B5EF4-FFF2-40B4-BE49-F238E27FC236}">
                <a16:creationId xmlns:a16="http://schemas.microsoft.com/office/drawing/2014/main" id="{EBE0941F-EC84-108F-647A-726CB13FD000}"/>
              </a:ext>
            </a:extLst>
          </p:cNvPr>
          <p:cNvSpPr>
            <a:spLocks noGrp="1"/>
          </p:cNvSpPr>
          <p:nvPr>
            <p:ph type="body" sz="quarter" idx="17"/>
          </p:nvPr>
        </p:nvSpPr>
        <p:spPr>
          <a:xfrm>
            <a:off x="934212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4" name="Picture Placeholder 11">
            <a:extLst>
              <a:ext uri="{FF2B5EF4-FFF2-40B4-BE49-F238E27FC236}">
                <a16:creationId xmlns:a16="http://schemas.microsoft.com/office/drawing/2014/main" id="{273AE085-219F-7944-7266-65BE5ACA42F8}"/>
              </a:ext>
            </a:extLst>
          </p:cNvPr>
          <p:cNvSpPr>
            <a:spLocks noGrp="1"/>
          </p:cNvSpPr>
          <p:nvPr>
            <p:ph type="pic" sz="quarter" idx="13"/>
          </p:nvPr>
        </p:nvSpPr>
        <p:spPr>
          <a:xfrm>
            <a:off x="9342120" y="2103120"/>
            <a:ext cx="2240280" cy="4023360"/>
          </a:xfrm>
        </p:spPr>
        <p:txBody>
          <a:bodyPr/>
          <a:lstStyle>
            <a:lvl1pPr>
              <a:defRPr>
                <a:solidFill>
                  <a:schemeClr val="bg1"/>
                </a:solidFill>
              </a:defRPr>
            </a:lvl1pPr>
          </a:lstStyle>
          <a:p>
            <a:endParaRPr lang="en-US"/>
          </a:p>
        </p:txBody>
      </p:sp>
      <p:sp>
        <p:nvSpPr>
          <p:cNvPr id="11" name="Footer Placeholder 10">
            <a:extLst>
              <a:ext uri="{FF2B5EF4-FFF2-40B4-BE49-F238E27FC236}">
                <a16:creationId xmlns:a16="http://schemas.microsoft.com/office/drawing/2014/main" id="{C8D57720-7135-4F3C-DEEA-C27247DB4D14}"/>
              </a:ext>
            </a:extLst>
          </p:cNvPr>
          <p:cNvSpPr>
            <a:spLocks noGrp="1"/>
          </p:cNvSpPr>
          <p:nvPr>
            <p:ph type="ftr" sz="quarter" idx="19"/>
          </p:nvPr>
        </p:nvSpPr>
        <p:spPr/>
        <p:txBody>
          <a:bodyPr/>
          <a:lstStyle>
            <a:lvl1pPr>
              <a:defRPr>
                <a:solidFill>
                  <a:srgbClr val="BEBEBE"/>
                </a:solidFill>
              </a:defRPr>
            </a:lvl1pPr>
          </a:lstStyle>
          <a:p>
            <a:endParaRPr lang="en-US"/>
          </a:p>
        </p:txBody>
      </p:sp>
      <p:sp>
        <p:nvSpPr>
          <p:cNvPr id="14" name="Copyright">
            <a:extLst>
              <a:ext uri="{FF2B5EF4-FFF2-40B4-BE49-F238E27FC236}">
                <a16:creationId xmlns:a16="http://schemas.microsoft.com/office/drawing/2014/main" id="{5BFC7988-7FAA-398C-930C-E596D1C799AC}"/>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3" name="Slide Number Placeholder 12">
            <a:extLst>
              <a:ext uri="{FF2B5EF4-FFF2-40B4-BE49-F238E27FC236}">
                <a16:creationId xmlns:a16="http://schemas.microsoft.com/office/drawing/2014/main" id="{778E7BE0-DA47-ECEF-0F48-3164312A54CC}"/>
              </a:ext>
            </a:extLst>
          </p:cNvPr>
          <p:cNvSpPr>
            <a:spLocks noGrp="1"/>
          </p:cNvSpPr>
          <p:nvPr>
            <p:ph type="sldNum" sz="quarter" idx="20"/>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D115E1D6-9D19-3D32-1DF3-6D23F19EFA7D}"/>
              </a:ext>
            </a:extLst>
          </p:cNvPr>
          <p:cNvSpPr>
            <a:spLocks noGrp="1"/>
          </p:cNvSpPr>
          <p:nvPr>
            <p:ph type="dt" sz="half" idx="18"/>
          </p:nvPr>
        </p:nvSpPr>
        <p:spPr/>
        <p:txBody>
          <a:bodyPr/>
          <a:lstStyle/>
          <a:p>
            <a:fld id="{C3A5FDA7-3BA9-4E16-ABA0-3A8FCF7624A5}" type="datetime1">
              <a:rPr lang="en-US" smtClean="0"/>
              <a:t>3/5/26</a:t>
            </a:fld>
            <a:endParaRPr lang="en-US"/>
          </a:p>
        </p:txBody>
      </p:sp>
    </p:spTree>
    <p:extLst>
      <p:ext uri="{BB962C8B-B14F-4D97-AF65-F5344CB8AC3E}">
        <p14:creationId xmlns:p14="http://schemas.microsoft.com/office/powerpoint/2010/main" val="36440051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ive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1">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8" name="Picture Placeholder 1">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1828800" cy="4023360"/>
          </a:xfrm>
        </p:spPr>
        <p:txBody>
          <a:bodyPr/>
          <a:lstStyle>
            <a:lvl1pPr>
              <a:defRPr>
                <a:solidFill>
                  <a:schemeClr val="bg1"/>
                </a:solidFill>
              </a:defRPr>
            </a:lvl1pPr>
          </a:lstStyle>
          <a:p>
            <a:endParaRPr lang="en-US"/>
          </a:p>
        </p:txBody>
      </p:sp>
      <p:sp>
        <p:nvSpPr>
          <p:cNvPr id="5" name="Text Placeholder 2">
            <a:extLst>
              <a:ext uri="{FF2B5EF4-FFF2-40B4-BE49-F238E27FC236}">
                <a16:creationId xmlns:a16="http://schemas.microsoft.com/office/drawing/2014/main" id="{37F3A760-EE34-C8A5-89C3-5467A9BC0CA9}"/>
              </a:ext>
            </a:extLst>
          </p:cNvPr>
          <p:cNvSpPr>
            <a:spLocks noGrp="1"/>
          </p:cNvSpPr>
          <p:nvPr>
            <p:ph type="body" sz="quarter" idx="15"/>
          </p:nvPr>
        </p:nvSpPr>
        <p:spPr>
          <a:xfrm>
            <a:off x="2895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0" name="Picture Placeholder 2">
            <a:extLst>
              <a:ext uri="{FF2B5EF4-FFF2-40B4-BE49-F238E27FC236}">
                <a16:creationId xmlns:a16="http://schemas.microsoft.com/office/drawing/2014/main" id="{A160F384-0CC4-8E1E-C546-28F7B7D6B282}"/>
              </a:ext>
            </a:extLst>
          </p:cNvPr>
          <p:cNvSpPr>
            <a:spLocks noGrp="1"/>
          </p:cNvSpPr>
          <p:nvPr>
            <p:ph type="pic" sz="quarter" idx="11"/>
          </p:nvPr>
        </p:nvSpPr>
        <p:spPr>
          <a:xfrm>
            <a:off x="2895600" y="2103120"/>
            <a:ext cx="1828800" cy="4023360"/>
          </a:xfrm>
        </p:spPr>
        <p:txBody>
          <a:bodyPr/>
          <a:lstStyle>
            <a:lvl1pPr>
              <a:defRPr>
                <a:solidFill>
                  <a:schemeClr val="bg1"/>
                </a:solidFill>
              </a:defRPr>
            </a:lvl1p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5181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2" name="Picture Placeholder 3">
            <a:extLst>
              <a:ext uri="{FF2B5EF4-FFF2-40B4-BE49-F238E27FC236}">
                <a16:creationId xmlns:a16="http://schemas.microsoft.com/office/drawing/2014/main" id="{292A0C94-CCCD-1ACE-EE3F-3AAA7DAFC52F}"/>
              </a:ext>
            </a:extLst>
          </p:cNvPr>
          <p:cNvSpPr>
            <a:spLocks noGrp="1"/>
          </p:cNvSpPr>
          <p:nvPr>
            <p:ph type="pic" sz="quarter" idx="12"/>
          </p:nvPr>
        </p:nvSpPr>
        <p:spPr>
          <a:xfrm>
            <a:off x="5181600" y="2103120"/>
            <a:ext cx="1828800" cy="4023360"/>
          </a:xfrm>
        </p:spPr>
        <p:txBody>
          <a:bodyPr/>
          <a:lstStyle>
            <a:lvl1pPr>
              <a:defRPr>
                <a:solidFill>
                  <a:schemeClr val="bg1"/>
                </a:solidFill>
              </a:defRPr>
            </a:lvl1pPr>
          </a:lstStyle>
          <a:p>
            <a:endParaRPr lang="en-US"/>
          </a:p>
        </p:txBody>
      </p:sp>
      <p:sp>
        <p:nvSpPr>
          <p:cNvPr id="7" name="Text Placeholder 4">
            <a:extLst>
              <a:ext uri="{FF2B5EF4-FFF2-40B4-BE49-F238E27FC236}">
                <a16:creationId xmlns:a16="http://schemas.microsoft.com/office/drawing/2014/main" id="{EBE0941F-EC84-108F-647A-726CB13FD000}"/>
              </a:ext>
            </a:extLst>
          </p:cNvPr>
          <p:cNvSpPr>
            <a:spLocks noGrp="1"/>
          </p:cNvSpPr>
          <p:nvPr>
            <p:ph type="body" sz="quarter" idx="17"/>
          </p:nvPr>
        </p:nvSpPr>
        <p:spPr>
          <a:xfrm>
            <a:off x="7467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4" name="Picture Placeholder 4">
            <a:extLst>
              <a:ext uri="{FF2B5EF4-FFF2-40B4-BE49-F238E27FC236}">
                <a16:creationId xmlns:a16="http://schemas.microsoft.com/office/drawing/2014/main" id="{273AE085-219F-7944-7266-65BE5ACA42F8}"/>
              </a:ext>
            </a:extLst>
          </p:cNvPr>
          <p:cNvSpPr>
            <a:spLocks noGrp="1"/>
          </p:cNvSpPr>
          <p:nvPr>
            <p:ph type="pic" sz="quarter" idx="13"/>
          </p:nvPr>
        </p:nvSpPr>
        <p:spPr>
          <a:xfrm>
            <a:off x="7467600" y="2103120"/>
            <a:ext cx="1828800" cy="4023360"/>
          </a:xfrm>
        </p:spPr>
        <p:txBody>
          <a:bodyPr/>
          <a:lstStyle>
            <a:lvl1pPr>
              <a:defRPr>
                <a:solidFill>
                  <a:schemeClr val="bg1"/>
                </a:solidFill>
              </a:defRPr>
            </a:lvl1pPr>
          </a:lstStyle>
          <a:p>
            <a:endParaRPr lang="en-US"/>
          </a:p>
        </p:txBody>
      </p:sp>
      <p:sp>
        <p:nvSpPr>
          <p:cNvPr id="15" name="Text Placeholder 5">
            <a:extLst>
              <a:ext uri="{FF2B5EF4-FFF2-40B4-BE49-F238E27FC236}">
                <a16:creationId xmlns:a16="http://schemas.microsoft.com/office/drawing/2014/main" id="{1B1CE22D-7742-2553-0BC5-65F5E18C4787}"/>
              </a:ext>
            </a:extLst>
          </p:cNvPr>
          <p:cNvSpPr>
            <a:spLocks noGrp="1"/>
          </p:cNvSpPr>
          <p:nvPr>
            <p:ph type="body" sz="quarter" idx="21"/>
          </p:nvPr>
        </p:nvSpPr>
        <p:spPr>
          <a:xfrm>
            <a:off x="9753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6" name="Picture Placeholder 5">
            <a:extLst>
              <a:ext uri="{FF2B5EF4-FFF2-40B4-BE49-F238E27FC236}">
                <a16:creationId xmlns:a16="http://schemas.microsoft.com/office/drawing/2014/main" id="{04FB2745-7A67-1B1D-6FE0-E5A68CD71D31}"/>
              </a:ext>
            </a:extLst>
          </p:cNvPr>
          <p:cNvSpPr>
            <a:spLocks noGrp="1"/>
          </p:cNvSpPr>
          <p:nvPr>
            <p:ph type="pic" sz="quarter" idx="22"/>
          </p:nvPr>
        </p:nvSpPr>
        <p:spPr>
          <a:xfrm>
            <a:off x="9753600" y="2103120"/>
            <a:ext cx="1828800" cy="4023360"/>
          </a:xfrm>
        </p:spPr>
        <p:txBody>
          <a:bodyPr/>
          <a:lstStyle>
            <a:lvl1pPr>
              <a:defRPr>
                <a:solidFill>
                  <a:schemeClr val="bg1"/>
                </a:solidFill>
              </a:defRPr>
            </a:lvl1pPr>
          </a:lstStyle>
          <a:p>
            <a:endParaRPr lang="en-US"/>
          </a:p>
        </p:txBody>
      </p:sp>
      <p:sp>
        <p:nvSpPr>
          <p:cNvPr id="11" name="Footer Placeholder 10">
            <a:extLst>
              <a:ext uri="{FF2B5EF4-FFF2-40B4-BE49-F238E27FC236}">
                <a16:creationId xmlns:a16="http://schemas.microsoft.com/office/drawing/2014/main" id="{C8D57720-7135-4F3C-DEEA-C27247DB4D14}"/>
              </a:ext>
            </a:extLst>
          </p:cNvPr>
          <p:cNvSpPr>
            <a:spLocks noGrp="1"/>
          </p:cNvSpPr>
          <p:nvPr>
            <p:ph type="ftr" sz="quarter" idx="19"/>
          </p:nvPr>
        </p:nvSpPr>
        <p:spPr/>
        <p:txBody>
          <a:bodyPr/>
          <a:lstStyle>
            <a:lvl1pPr>
              <a:defRPr>
                <a:solidFill>
                  <a:srgbClr val="BEBEBE"/>
                </a:solidFill>
              </a:defRPr>
            </a:lvl1pPr>
          </a:lstStyle>
          <a:p>
            <a:endParaRPr lang="en-US"/>
          </a:p>
        </p:txBody>
      </p:sp>
      <p:sp>
        <p:nvSpPr>
          <p:cNvPr id="14" name="Copyright">
            <a:extLst>
              <a:ext uri="{FF2B5EF4-FFF2-40B4-BE49-F238E27FC236}">
                <a16:creationId xmlns:a16="http://schemas.microsoft.com/office/drawing/2014/main" id="{5BFC7988-7FAA-398C-930C-E596D1C799AC}"/>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3" name="Slide Number Placeholder 12">
            <a:extLst>
              <a:ext uri="{FF2B5EF4-FFF2-40B4-BE49-F238E27FC236}">
                <a16:creationId xmlns:a16="http://schemas.microsoft.com/office/drawing/2014/main" id="{778E7BE0-DA47-ECEF-0F48-3164312A54CC}"/>
              </a:ext>
            </a:extLst>
          </p:cNvPr>
          <p:cNvSpPr>
            <a:spLocks noGrp="1"/>
          </p:cNvSpPr>
          <p:nvPr>
            <p:ph type="sldNum" sz="quarter" idx="20"/>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D115E1D6-9D19-3D32-1DF3-6D23F19EFA7D}"/>
              </a:ext>
            </a:extLst>
          </p:cNvPr>
          <p:cNvSpPr>
            <a:spLocks noGrp="1"/>
          </p:cNvSpPr>
          <p:nvPr>
            <p:ph type="dt" sz="half" idx="18"/>
          </p:nvPr>
        </p:nvSpPr>
        <p:spPr/>
        <p:txBody>
          <a:bodyPr/>
          <a:lstStyle/>
          <a:p>
            <a:fld id="{C3A5FDA7-3BA9-4E16-ABA0-3A8FCF7624A5}" type="datetime1">
              <a:rPr lang="en-US" smtClean="0"/>
              <a:t>3/5/26</a:t>
            </a:fld>
            <a:endParaRPr lang="en-US"/>
          </a:p>
        </p:txBody>
      </p:sp>
    </p:spTree>
    <p:extLst>
      <p:ext uri="{BB962C8B-B14F-4D97-AF65-F5344CB8AC3E}">
        <p14:creationId xmlns:p14="http://schemas.microsoft.com/office/powerpoint/2010/main" val="20030901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rid Dark - 1x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10972800" cy="4572000"/>
          </a:xfrm>
        </p:spPr>
        <p:txBody>
          <a:bodyPr/>
          <a:lstStyle>
            <a:lvl1pPr>
              <a:defRPr>
                <a:solidFill>
                  <a:schemeClr val="bg1"/>
                </a:solidFill>
              </a:defRPr>
            </a:lvl1pPr>
          </a:lstStyle>
          <a:p>
            <a:endParaRPr lang="en-US"/>
          </a:p>
        </p:txBody>
      </p:sp>
      <p:sp>
        <p:nvSpPr>
          <p:cNvPr id="4" name="Footer Placeholder 3">
            <a:extLst>
              <a:ext uri="{FF2B5EF4-FFF2-40B4-BE49-F238E27FC236}">
                <a16:creationId xmlns:a16="http://schemas.microsoft.com/office/drawing/2014/main" id="{7C48FEA5-D82D-FEBA-BC6B-F712F94ADFC4}"/>
              </a:ext>
            </a:extLst>
          </p:cNvPr>
          <p:cNvSpPr>
            <a:spLocks noGrp="1"/>
          </p:cNvSpPr>
          <p:nvPr>
            <p:ph type="ftr" sz="quarter" idx="12"/>
          </p:nvPr>
        </p:nvSpPr>
        <p:spPr/>
        <p:txBody>
          <a:bodyPr/>
          <a:lstStyle>
            <a:lvl1pPr>
              <a:defRPr>
                <a:solidFill>
                  <a:srgbClr val="BEBEBE"/>
                </a:solidFill>
              </a:defRPr>
            </a:lvl1pPr>
          </a:lstStyle>
          <a:p>
            <a:endParaRPr lang="en-US"/>
          </a:p>
        </p:txBody>
      </p:sp>
      <p:sp>
        <p:nvSpPr>
          <p:cNvPr id="6" name="Copyright">
            <a:extLst>
              <a:ext uri="{FF2B5EF4-FFF2-40B4-BE49-F238E27FC236}">
                <a16:creationId xmlns:a16="http://schemas.microsoft.com/office/drawing/2014/main" id="{B0CFD409-FAB4-8D4C-DF26-12899C370EB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5" name="Slide Number Placeholder 4">
            <a:extLst>
              <a:ext uri="{FF2B5EF4-FFF2-40B4-BE49-F238E27FC236}">
                <a16:creationId xmlns:a16="http://schemas.microsoft.com/office/drawing/2014/main" id="{B0CFE176-D609-C102-9210-1A0665ED4036}"/>
              </a:ext>
            </a:extLst>
          </p:cNvPr>
          <p:cNvSpPr>
            <a:spLocks noGrp="1"/>
          </p:cNvSpPr>
          <p:nvPr>
            <p:ph type="sldNum" sz="quarter" idx="13"/>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84B8EAAE-6B19-EE89-F051-EA38D1ED6443}"/>
              </a:ext>
            </a:extLst>
          </p:cNvPr>
          <p:cNvSpPr>
            <a:spLocks noGrp="1"/>
          </p:cNvSpPr>
          <p:nvPr>
            <p:ph type="dt" sz="half" idx="11"/>
          </p:nvPr>
        </p:nvSpPr>
        <p:spPr/>
        <p:txBody>
          <a:bodyPr/>
          <a:lstStyle/>
          <a:p>
            <a:fld id="{B279301B-1302-4B33-9C57-FD5EA730D9CA}" type="datetime1">
              <a:rPr lang="en-US" smtClean="0"/>
              <a:t>3/5/26</a:t>
            </a:fld>
            <a:endParaRPr lang="en-US"/>
          </a:p>
        </p:txBody>
      </p:sp>
    </p:spTree>
    <p:extLst>
      <p:ext uri="{BB962C8B-B14F-4D97-AF65-F5344CB8AC3E}">
        <p14:creationId xmlns:p14="http://schemas.microsoft.com/office/powerpoint/2010/main" val="701039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Grid Dark - 2x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5486400" cy="2286000"/>
          </a:xfrm>
        </p:spPr>
        <p:txBody>
          <a:bodyPr/>
          <a:lstStyle>
            <a:lvl1pPr>
              <a:defRPr>
                <a:solidFill>
                  <a:schemeClr val="bg1"/>
                </a:solidFill>
              </a:defRPr>
            </a:lvl1p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096000" y="1554480"/>
            <a:ext cx="5486400" cy="2286000"/>
          </a:xfrm>
        </p:spPr>
        <p:txBody>
          <a:bodyPr/>
          <a:lstStyle>
            <a:lvl1pPr>
              <a:defRPr>
                <a:solidFill>
                  <a:schemeClr val="bg1"/>
                </a:solidFill>
              </a:defRPr>
            </a:lvl1pPr>
          </a:lstStyle>
          <a:p>
            <a:endParaRPr lang="en-US"/>
          </a:p>
        </p:txBody>
      </p:sp>
      <p:sp>
        <p:nvSpPr>
          <p:cNvPr id="3" name="Picture Placeholder 7">
            <a:extLst>
              <a:ext uri="{FF2B5EF4-FFF2-40B4-BE49-F238E27FC236}">
                <a16:creationId xmlns:a16="http://schemas.microsoft.com/office/drawing/2014/main" id="{92547B6F-C04C-1B8A-023F-2328C702D34B}"/>
              </a:ext>
            </a:extLst>
          </p:cNvPr>
          <p:cNvSpPr>
            <a:spLocks noGrp="1"/>
          </p:cNvSpPr>
          <p:nvPr>
            <p:ph type="pic" sz="quarter" idx="12"/>
          </p:nvPr>
        </p:nvSpPr>
        <p:spPr>
          <a:xfrm>
            <a:off x="609600" y="3840480"/>
            <a:ext cx="5486400" cy="2286000"/>
          </a:xfrm>
        </p:spPr>
        <p:txBody>
          <a:bodyPr/>
          <a:lstStyle>
            <a:lvl1pPr>
              <a:defRPr>
                <a:solidFill>
                  <a:schemeClr val="bg1"/>
                </a:solidFill>
              </a:defRPr>
            </a:lvl1pPr>
          </a:lstStyle>
          <a:p>
            <a:endParaRPr lang="en-US"/>
          </a:p>
        </p:txBody>
      </p:sp>
      <p:sp>
        <p:nvSpPr>
          <p:cNvPr id="4" name="Picture Placeholder 9">
            <a:extLst>
              <a:ext uri="{FF2B5EF4-FFF2-40B4-BE49-F238E27FC236}">
                <a16:creationId xmlns:a16="http://schemas.microsoft.com/office/drawing/2014/main" id="{23A551AC-B66E-B597-2080-FD4462C44E73}"/>
              </a:ext>
            </a:extLst>
          </p:cNvPr>
          <p:cNvSpPr>
            <a:spLocks noGrp="1"/>
          </p:cNvSpPr>
          <p:nvPr>
            <p:ph type="pic" sz="quarter" idx="13"/>
          </p:nvPr>
        </p:nvSpPr>
        <p:spPr>
          <a:xfrm>
            <a:off x="6096000" y="3840480"/>
            <a:ext cx="5486400" cy="2286000"/>
          </a:xfrm>
        </p:spPr>
        <p:txBody>
          <a:bodyPr/>
          <a:lstStyle>
            <a:lvl1pPr>
              <a:defRPr>
                <a:solidFill>
                  <a:schemeClr val="bg1"/>
                </a:solidFill>
              </a:defRPr>
            </a:lvl1pPr>
          </a:lstStyle>
          <a:p>
            <a:endParaRPr lang="en-US"/>
          </a:p>
        </p:txBody>
      </p:sp>
      <p:sp>
        <p:nvSpPr>
          <p:cNvPr id="6" name="Footer Placeholder 5">
            <a:extLst>
              <a:ext uri="{FF2B5EF4-FFF2-40B4-BE49-F238E27FC236}">
                <a16:creationId xmlns:a16="http://schemas.microsoft.com/office/drawing/2014/main" id="{B898B94F-08BB-377E-AE6E-61B7A9C9385C}"/>
              </a:ext>
            </a:extLst>
          </p:cNvPr>
          <p:cNvSpPr>
            <a:spLocks noGrp="1"/>
          </p:cNvSpPr>
          <p:nvPr>
            <p:ph type="ftr" sz="quarter" idx="15"/>
          </p:nvPr>
        </p:nvSpPr>
        <p:spPr/>
        <p:txBody>
          <a:bodyPr/>
          <a:lstStyle>
            <a:lvl1pPr>
              <a:defRPr>
                <a:solidFill>
                  <a:srgbClr val="BEBEBE"/>
                </a:solidFill>
              </a:defRPr>
            </a:lvl1pPr>
          </a:lstStyle>
          <a:p>
            <a:endParaRPr lang="en-US"/>
          </a:p>
        </p:txBody>
      </p:sp>
      <p:sp>
        <p:nvSpPr>
          <p:cNvPr id="9" name="Copyright">
            <a:extLst>
              <a:ext uri="{FF2B5EF4-FFF2-40B4-BE49-F238E27FC236}">
                <a16:creationId xmlns:a16="http://schemas.microsoft.com/office/drawing/2014/main" id="{26C5F03B-42F9-6A59-3CCF-50EFC70FE135}"/>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7" name="Slide Number Placeholder 6">
            <a:extLst>
              <a:ext uri="{FF2B5EF4-FFF2-40B4-BE49-F238E27FC236}">
                <a16:creationId xmlns:a16="http://schemas.microsoft.com/office/drawing/2014/main" id="{FE9E0779-5716-A672-960E-6B3AB7CCC543}"/>
              </a:ext>
            </a:extLst>
          </p:cNvPr>
          <p:cNvSpPr>
            <a:spLocks noGrp="1"/>
          </p:cNvSpPr>
          <p:nvPr>
            <p:ph type="sldNum" sz="quarter" idx="16"/>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5" name="Date Placeholder 4">
            <a:extLst>
              <a:ext uri="{FF2B5EF4-FFF2-40B4-BE49-F238E27FC236}">
                <a16:creationId xmlns:a16="http://schemas.microsoft.com/office/drawing/2014/main" id="{87A4B95E-CC09-DA87-F49C-D0FD58732B11}"/>
              </a:ext>
            </a:extLst>
          </p:cNvPr>
          <p:cNvSpPr>
            <a:spLocks noGrp="1"/>
          </p:cNvSpPr>
          <p:nvPr>
            <p:ph type="dt" sz="half" idx="14"/>
          </p:nvPr>
        </p:nvSpPr>
        <p:spPr/>
        <p:txBody>
          <a:bodyPr/>
          <a:lstStyle/>
          <a:p>
            <a:fld id="{9129D3C5-7FDF-4810-8CE7-16EC6383A5D6}" type="datetime1">
              <a:rPr lang="en-US" smtClean="0"/>
              <a:t>3/5/26</a:t>
            </a:fld>
            <a:endParaRPr lang="en-US"/>
          </a:p>
        </p:txBody>
      </p:sp>
    </p:spTree>
    <p:extLst>
      <p:ext uri="{BB962C8B-B14F-4D97-AF65-F5344CB8AC3E}">
        <p14:creationId xmlns:p14="http://schemas.microsoft.com/office/powerpoint/2010/main" val="12009981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rid Dark - 3x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3657600" cy="2286000"/>
          </a:xfrm>
        </p:spPr>
        <p:txBody>
          <a:bodyPr/>
          <a:lstStyle>
            <a:lvl1pPr>
              <a:defRPr>
                <a:solidFill>
                  <a:schemeClr val="bg1"/>
                </a:solidFill>
              </a:defRPr>
            </a:lvl1p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267200" y="1554480"/>
            <a:ext cx="3657600" cy="2286000"/>
          </a:xfrm>
        </p:spPr>
        <p:txBody>
          <a:bodyPr/>
          <a:lstStyle>
            <a:lvl1pPr>
              <a:defRPr>
                <a:solidFill>
                  <a:schemeClr val="bg1"/>
                </a:solidFill>
              </a:defRPr>
            </a:lvl1pPr>
          </a:lstStyle>
          <a:p>
            <a:endParaRPr lang="en-US"/>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7924800" y="1554480"/>
            <a:ext cx="3657600" cy="2286000"/>
          </a:xfrm>
        </p:spPr>
        <p:txBody>
          <a:bodyPr/>
          <a:lstStyle>
            <a:lvl1pPr>
              <a:defRPr>
                <a:solidFill>
                  <a:schemeClr val="bg1"/>
                </a:solidFill>
              </a:defRPr>
            </a:lvl1pPr>
          </a:lstStyle>
          <a:p>
            <a:endParaRPr lang="en-US"/>
          </a:p>
        </p:txBody>
      </p:sp>
      <p:sp>
        <p:nvSpPr>
          <p:cNvPr id="14" name="Picture Placeholder 13">
            <a:extLst>
              <a:ext uri="{FF2B5EF4-FFF2-40B4-BE49-F238E27FC236}">
                <a16:creationId xmlns:a16="http://schemas.microsoft.com/office/drawing/2014/main" id="{1B2B2E44-F595-7BB6-29AF-8641CEDC7AD0}"/>
              </a:ext>
            </a:extLst>
          </p:cNvPr>
          <p:cNvSpPr>
            <a:spLocks noGrp="1"/>
          </p:cNvSpPr>
          <p:nvPr>
            <p:ph type="pic" sz="quarter" idx="13"/>
          </p:nvPr>
        </p:nvSpPr>
        <p:spPr>
          <a:xfrm>
            <a:off x="609600" y="3840480"/>
            <a:ext cx="3657600" cy="2286000"/>
          </a:xfrm>
        </p:spPr>
        <p:txBody>
          <a:bodyPr/>
          <a:lstStyle>
            <a:lvl1pPr>
              <a:defRPr>
                <a:solidFill>
                  <a:schemeClr val="bg1"/>
                </a:solidFill>
              </a:defRPr>
            </a:lvl1pPr>
          </a:lstStyle>
          <a:p>
            <a:endParaRPr lang="en-US"/>
          </a:p>
        </p:txBody>
      </p:sp>
      <p:sp>
        <p:nvSpPr>
          <p:cNvPr id="16" name="Picture Placeholder 15">
            <a:extLst>
              <a:ext uri="{FF2B5EF4-FFF2-40B4-BE49-F238E27FC236}">
                <a16:creationId xmlns:a16="http://schemas.microsoft.com/office/drawing/2014/main" id="{9F1FEECA-D863-9A52-B628-DC29A5E3A3FF}"/>
              </a:ext>
            </a:extLst>
          </p:cNvPr>
          <p:cNvSpPr>
            <a:spLocks noGrp="1"/>
          </p:cNvSpPr>
          <p:nvPr>
            <p:ph type="pic" sz="quarter" idx="14"/>
          </p:nvPr>
        </p:nvSpPr>
        <p:spPr>
          <a:xfrm>
            <a:off x="4267200" y="3840480"/>
            <a:ext cx="3657600" cy="2286000"/>
          </a:xfrm>
        </p:spPr>
        <p:txBody>
          <a:bodyPr/>
          <a:lstStyle>
            <a:lvl1pPr>
              <a:defRPr>
                <a:solidFill>
                  <a:schemeClr val="bg1"/>
                </a:solidFill>
              </a:defRPr>
            </a:lvl1pPr>
          </a:lstStyle>
          <a:p>
            <a:endParaRPr lang="en-US"/>
          </a:p>
        </p:txBody>
      </p:sp>
      <p:sp>
        <p:nvSpPr>
          <p:cNvPr id="18" name="Picture Placeholder 17">
            <a:extLst>
              <a:ext uri="{FF2B5EF4-FFF2-40B4-BE49-F238E27FC236}">
                <a16:creationId xmlns:a16="http://schemas.microsoft.com/office/drawing/2014/main" id="{5C1A3846-D263-B994-2288-4A3F6F2CC788}"/>
              </a:ext>
            </a:extLst>
          </p:cNvPr>
          <p:cNvSpPr>
            <a:spLocks noGrp="1"/>
          </p:cNvSpPr>
          <p:nvPr>
            <p:ph type="pic" sz="quarter" idx="15"/>
          </p:nvPr>
        </p:nvSpPr>
        <p:spPr>
          <a:xfrm>
            <a:off x="7924800" y="3840480"/>
            <a:ext cx="3657600" cy="2286000"/>
          </a:xfrm>
        </p:spPr>
        <p:txBody>
          <a:bodyPr/>
          <a:lstStyle>
            <a:lvl1pPr>
              <a:defRPr>
                <a:solidFill>
                  <a:schemeClr val="bg1"/>
                </a:solidFill>
              </a:defRPr>
            </a:lvl1pPr>
          </a:lstStyle>
          <a:p>
            <a:endParaRPr lang="en-US"/>
          </a:p>
        </p:txBody>
      </p:sp>
      <p:sp>
        <p:nvSpPr>
          <p:cNvPr id="4" name="Footer Placeholder 3">
            <a:extLst>
              <a:ext uri="{FF2B5EF4-FFF2-40B4-BE49-F238E27FC236}">
                <a16:creationId xmlns:a16="http://schemas.microsoft.com/office/drawing/2014/main" id="{96672CA8-A577-174B-FB2C-9B4EB53A3132}"/>
              </a:ext>
            </a:extLst>
          </p:cNvPr>
          <p:cNvSpPr>
            <a:spLocks noGrp="1"/>
          </p:cNvSpPr>
          <p:nvPr>
            <p:ph type="ftr" sz="quarter" idx="17"/>
          </p:nvPr>
        </p:nvSpPr>
        <p:spPr/>
        <p:txBody>
          <a:bodyPr/>
          <a:lstStyle>
            <a:lvl1pPr>
              <a:defRPr>
                <a:solidFill>
                  <a:srgbClr val="BEBEBE"/>
                </a:solidFill>
              </a:defRPr>
            </a:lvl1pPr>
          </a:lstStyle>
          <a:p>
            <a:endParaRPr lang="en-US"/>
          </a:p>
        </p:txBody>
      </p:sp>
      <p:sp>
        <p:nvSpPr>
          <p:cNvPr id="6" name="Copyright">
            <a:extLst>
              <a:ext uri="{FF2B5EF4-FFF2-40B4-BE49-F238E27FC236}">
                <a16:creationId xmlns:a16="http://schemas.microsoft.com/office/drawing/2014/main" id="{48D13397-FD3B-0770-09A4-C48DDFDB7AB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5" name="Slide Number Placeholder 4">
            <a:extLst>
              <a:ext uri="{FF2B5EF4-FFF2-40B4-BE49-F238E27FC236}">
                <a16:creationId xmlns:a16="http://schemas.microsoft.com/office/drawing/2014/main" id="{F36042B7-6E1D-C52E-AA27-9C2FF0C0DD20}"/>
              </a:ext>
            </a:extLst>
          </p:cNvPr>
          <p:cNvSpPr>
            <a:spLocks noGrp="1"/>
          </p:cNvSpPr>
          <p:nvPr>
            <p:ph type="sldNum" sz="quarter" idx="18"/>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3F2CB33B-0DFA-0E46-569E-3A30D639B586}"/>
              </a:ext>
            </a:extLst>
          </p:cNvPr>
          <p:cNvSpPr>
            <a:spLocks noGrp="1"/>
          </p:cNvSpPr>
          <p:nvPr>
            <p:ph type="dt" sz="half" idx="16"/>
          </p:nvPr>
        </p:nvSpPr>
        <p:spPr/>
        <p:txBody>
          <a:bodyPr/>
          <a:lstStyle/>
          <a:p>
            <a:fld id="{5B90D5A5-4AEE-444F-B6C9-C3F1538FF45D}" type="datetime1">
              <a:rPr lang="en-US" smtClean="0"/>
              <a:t>3/5/26</a:t>
            </a:fld>
            <a:endParaRPr lang="en-US"/>
          </a:p>
        </p:txBody>
      </p:sp>
    </p:spTree>
    <p:extLst>
      <p:ext uri="{BB962C8B-B14F-4D97-AF65-F5344CB8AC3E}">
        <p14:creationId xmlns:p14="http://schemas.microsoft.com/office/powerpoint/2010/main" val="154407841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rid Dark - 8x4">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6" name="Rectangle 5">
            <a:extLst>
              <a:ext uri="{FF2B5EF4-FFF2-40B4-BE49-F238E27FC236}">
                <a16:creationId xmlns:a16="http://schemas.microsoft.com/office/drawing/2014/main" id="{97BAA268-608E-203C-7A51-367C326D1570}"/>
              </a:ext>
            </a:extLst>
          </p:cNvPr>
          <p:cNvSpPr/>
          <p:nvPr userDrawn="1"/>
        </p:nvSpPr>
        <p:spPr>
          <a:xfrm>
            <a:off x="6096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4" name="Rectangle 13">
            <a:extLst>
              <a:ext uri="{FF2B5EF4-FFF2-40B4-BE49-F238E27FC236}">
                <a16:creationId xmlns:a16="http://schemas.microsoft.com/office/drawing/2014/main" id="{F39E7C4E-A950-5E7D-A0C2-FCEFEEFFD63B}"/>
              </a:ext>
            </a:extLst>
          </p:cNvPr>
          <p:cNvSpPr/>
          <p:nvPr userDrawn="1"/>
        </p:nvSpPr>
        <p:spPr>
          <a:xfrm>
            <a:off x="19958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5" name="Rectangle 14">
            <a:extLst>
              <a:ext uri="{FF2B5EF4-FFF2-40B4-BE49-F238E27FC236}">
                <a16:creationId xmlns:a16="http://schemas.microsoft.com/office/drawing/2014/main" id="{1A28CC5C-6C7A-E3B3-012C-E9C0432BE08E}"/>
              </a:ext>
            </a:extLst>
          </p:cNvPr>
          <p:cNvSpPr/>
          <p:nvPr userDrawn="1"/>
        </p:nvSpPr>
        <p:spPr>
          <a:xfrm>
            <a:off x="338216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6" name="Rectangle 15">
            <a:extLst>
              <a:ext uri="{FF2B5EF4-FFF2-40B4-BE49-F238E27FC236}">
                <a16:creationId xmlns:a16="http://schemas.microsoft.com/office/drawing/2014/main" id="{F03573D4-E54C-C99F-F61B-CBC21CA91EED}"/>
              </a:ext>
            </a:extLst>
          </p:cNvPr>
          <p:cNvSpPr/>
          <p:nvPr userDrawn="1"/>
        </p:nvSpPr>
        <p:spPr>
          <a:xfrm>
            <a:off x="476844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7" name="Rectangle 16">
            <a:extLst>
              <a:ext uri="{FF2B5EF4-FFF2-40B4-BE49-F238E27FC236}">
                <a16:creationId xmlns:a16="http://schemas.microsoft.com/office/drawing/2014/main" id="{B916B734-342F-9A1D-45D0-D102A3F8E11C}"/>
              </a:ext>
            </a:extLst>
          </p:cNvPr>
          <p:cNvSpPr/>
          <p:nvPr userDrawn="1"/>
        </p:nvSpPr>
        <p:spPr>
          <a:xfrm>
            <a:off x="615472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8" name="Rectangle 17">
            <a:extLst>
              <a:ext uri="{FF2B5EF4-FFF2-40B4-BE49-F238E27FC236}">
                <a16:creationId xmlns:a16="http://schemas.microsoft.com/office/drawing/2014/main" id="{FEAC3299-D9CC-DB39-2D3B-3F38400729B6}"/>
              </a:ext>
            </a:extLst>
          </p:cNvPr>
          <p:cNvSpPr/>
          <p:nvPr userDrawn="1"/>
        </p:nvSpPr>
        <p:spPr>
          <a:xfrm>
            <a:off x="75410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9" name="Rectangle 18">
            <a:extLst>
              <a:ext uri="{FF2B5EF4-FFF2-40B4-BE49-F238E27FC236}">
                <a16:creationId xmlns:a16="http://schemas.microsoft.com/office/drawing/2014/main" id="{1FB7A0D9-63D4-923F-0B2C-2241DA938B85}"/>
              </a:ext>
            </a:extLst>
          </p:cNvPr>
          <p:cNvSpPr/>
          <p:nvPr userDrawn="1"/>
        </p:nvSpPr>
        <p:spPr>
          <a:xfrm>
            <a:off x="89272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0" name="Rectangle 19">
            <a:extLst>
              <a:ext uri="{FF2B5EF4-FFF2-40B4-BE49-F238E27FC236}">
                <a16:creationId xmlns:a16="http://schemas.microsoft.com/office/drawing/2014/main" id="{E5BBB5FA-838E-2F55-A783-CE18CFB555D4}"/>
              </a:ext>
            </a:extLst>
          </p:cNvPr>
          <p:cNvSpPr/>
          <p:nvPr userDrawn="1"/>
        </p:nvSpPr>
        <p:spPr>
          <a:xfrm>
            <a:off x="10313559"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1" name="Rectangle 20">
            <a:extLst>
              <a:ext uri="{FF2B5EF4-FFF2-40B4-BE49-F238E27FC236}">
                <a16:creationId xmlns:a16="http://schemas.microsoft.com/office/drawing/2014/main" id="{66E21CC9-8607-D4B4-0A69-84E115EA1B4E}"/>
              </a:ext>
            </a:extLst>
          </p:cNvPr>
          <p:cNvSpPr/>
          <p:nvPr userDrawn="1"/>
        </p:nvSpPr>
        <p:spPr>
          <a:xfrm>
            <a:off x="6096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2" name="Rectangle 21">
            <a:extLst>
              <a:ext uri="{FF2B5EF4-FFF2-40B4-BE49-F238E27FC236}">
                <a16:creationId xmlns:a16="http://schemas.microsoft.com/office/drawing/2014/main" id="{BBA79D0A-A70C-E894-177D-EECF5FA284B5}"/>
              </a:ext>
            </a:extLst>
          </p:cNvPr>
          <p:cNvSpPr/>
          <p:nvPr userDrawn="1"/>
        </p:nvSpPr>
        <p:spPr>
          <a:xfrm>
            <a:off x="19958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3" name="Rectangle 22">
            <a:extLst>
              <a:ext uri="{FF2B5EF4-FFF2-40B4-BE49-F238E27FC236}">
                <a16:creationId xmlns:a16="http://schemas.microsoft.com/office/drawing/2014/main" id="{3BA566EE-102B-BAE0-3B43-462B12F42154}"/>
              </a:ext>
            </a:extLst>
          </p:cNvPr>
          <p:cNvSpPr/>
          <p:nvPr userDrawn="1"/>
        </p:nvSpPr>
        <p:spPr>
          <a:xfrm>
            <a:off x="338216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4" name="Rectangle 23">
            <a:extLst>
              <a:ext uri="{FF2B5EF4-FFF2-40B4-BE49-F238E27FC236}">
                <a16:creationId xmlns:a16="http://schemas.microsoft.com/office/drawing/2014/main" id="{02A8B909-1FB7-2ECE-4CE5-D4CB1C6BB0CC}"/>
              </a:ext>
            </a:extLst>
          </p:cNvPr>
          <p:cNvSpPr/>
          <p:nvPr userDrawn="1"/>
        </p:nvSpPr>
        <p:spPr>
          <a:xfrm>
            <a:off x="476844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5" name="Rectangle 24">
            <a:extLst>
              <a:ext uri="{FF2B5EF4-FFF2-40B4-BE49-F238E27FC236}">
                <a16:creationId xmlns:a16="http://schemas.microsoft.com/office/drawing/2014/main" id="{6047EF83-4A21-DA0F-C923-796582EDAEED}"/>
              </a:ext>
            </a:extLst>
          </p:cNvPr>
          <p:cNvSpPr/>
          <p:nvPr userDrawn="1"/>
        </p:nvSpPr>
        <p:spPr>
          <a:xfrm>
            <a:off x="615472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6" name="Rectangle 25">
            <a:extLst>
              <a:ext uri="{FF2B5EF4-FFF2-40B4-BE49-F238E27FC236}">
                <a16:creationId xmlns:a16="http://schemas.microsoft.com/office/drawing/2014/main" id="{73B53162-80D6-1DB6-445D-F0BBEB4165AB}"/>
              </a:ext>
            </a:extLst>
          </p:cNvPr>
          <p:cNvSpPr/>
          <p:nvPr userDrawn="1"/>
        </p:nvSpPr>
        <p:spPr>
          <a:xfrm>
            <a:off x="75410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7" name="Rectangle 26">
            <a:extLst>
              <a:ext uri="{FF2B5EF4-FFF2-40B4-BE49-F238E27FC236}">
                <a16:creationId xmlns:a16="http://schemas.microsoft.com/office/drawing/2014/main" id="{8A43A33A-2128-3B66-F13D-BC2C34FC5C9C}"/>
              </a:ext>
            </a:extLst>
          </p:cNvPr>
          <p:cNvSpPr/>
          <p:nvPr userDrawn="1"/>
        </p:nvSpPr>
        <p:spPr>
          <a:xfrm>
            <a:off x="89272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8" name="Rectangle 27">
            <a:extLst>
              <a:ext uri="{FF2B5EF4-FFF2-40B4-BE49-F238E27FC236}">
                <a16:creationId xmlns:a16="http://schemas.microsoft.com/office/drawing/2014/main" id="{49562438-B088-47C6-D95D-D104D74DC604}"/>
              </a:ext>
            </a:extLst>
          </p:cNvPr>
          <p:cNvSpPr/>
          <p:nvPr userDrawn="1"/>
        </p:nvSpPr>
        <p:spPr>
          <a:xfrm>
            <a:off x="10313559"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9" name="Rectangle 28">
            <a:extLst>
              <a:ext uri="{FF2B5EF4-FFF2-40B4-BE49-F238E27FC236}">
                <a16:creationId xmlns:a16="http://schemas.microsoft.com/office/drawing/2014/main" id="{A8C61161-4E67-459F-36FF-24C259411D06}"/>
              </a:ext>
            </a:extLst>
          </p:cNvPr>
          <p:cNvSpPr/>
          <p:nvPr userDrawn="1"/>
        </p:nvSpPr>
        <p:spPr>
          <a:xfrm>
            <a:off x="6096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0" name="Rectangle 29">
            <a:extLst>
              <a:ext uri="{FF2B5EF4-FFF2-40B4-BE49-F238E27FC236}">
                <a16:creationId xmlns:a16="http://schemas.microsoft.com/office/drawing/2014/main" id="{C875AF7F-E549-C9DD-4BD9-037177E7F735}"/>
              </a:ext>
            </a:extLst>
          </p:cNvPr>
          <p:cNvSpPr/>
          <p:nvPr userDrawn="1"/>
        </p:nvSpPr>
        <p:spPr>
          <a:xfrm>
            <a:off x="19958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1" name="Rectangle 30">
            <a:extLst>
              <a:ext uri="{FF2B5EF4-FFF2-40B4-BE49-F238E27FC236}">
                <a16:creationId xmlns:a16="http://schemas.microsoft.com/office/drawing/2014/main" id="{A2738BA7-9D68-1ED9-04A0-99A171217587}"/>
              </a:ext>
            </a:extLst>
          </p:cNvPr>
          <p:cNvSpPr/>
          <p:nvPr userDrawn="1"/>
        </p:nvSpPr>
        <p:spPr>
          <a:xfrm>
            <a:off x="338216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Rectangle 31">
            <a:extLst>
              <a:ext uri="{FF2B5EF4-FFF2-40B4-BE49-F238E27FC236}">
                <a16:creationId xmlns:a16="http://schemas.microsoft.com/office/drawing/2014/main" id="{9651B5DB-1CA5-4B88-AC22-BE9FD9798353}"/>
              </a:ext>
            </a:extLst>
          </p:cNvPr>
          <p:cNvSpPr/>
          <p:nvPr userDrawn="1"/>
        </p:nvSpPr>
        <p:spPr>
          <a:xfrm>
            <a:off x="476844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3" name="Rectangle 32">
            <a:extLst>
              <a:ext uri="{FF2B5EF4-FFF2-40B4-BE49-F238E27FC236}">
                <a16:creationId xmlns:a16="http://schemas.microsoft.com/office/drawing/2014/main" id="{B37C6676-9FF0-FCE1-4305-AC9BA6E9220A}"/>
              </a:ext>
            </a:extLst>
          </p:cNvPr>
          <p:cNvSpPr/>
          <p:nvPr userDrawn="1"/>
        </p:nvSpPr>
        <p:spPr>
          <a:xfrm>
            <a:off x="615472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4" name="Rectangle 33">
            <a:extLst>
              <a:ext uri="{FF2B5EF4-FFF2-40B4-BE49-F238E27FC236}">
                <a16:creationId xmlns:a16="http://schemas.microsoft.com/office/drawing/2014/main" id="{FBB257B7-9C16-9561-3AC1-D8314943FC74}"/>
              </a:ext>
            </a:extLst>
          </p:cNvPr>
          <p:cNvSpPr/>
          <p:nvPr userDrawn="1"/>
        </p:nvSpPr>
        <p:spPr>
          <a:xfrm>
            <a:off x="75410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5" name="Rectangle 34">
            <a:extLst>
              <a:ext uri="{FF2B5EF4-FFF2-40B4-BE49-F238E27FC236}">
                <a16:creationId xmlns:a16="http://schemas.microsoft.com/office/drawing/2014/main" id="{9EECCC7F-B9E9-3B8B-6F0D-FAA1040749DF}"/>
              </a:ext>
            </a:extLst>
          </p:cNvPr>
          <p:cNvSpPr/>
          <p:nvPr userDrawn="1"/>
        </p:nvSpPr>
        <p:spPr>
          <a:xfrm>
            <a:off x="89272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6" name="Rectangle 35">
            <a:extLst>
              <a:ext uri="{FF2B5EF4-FFF2-40B4-BE49-F238E27FC236}">
                <a16:creationId xmlns:a16="http://schemas.microsoft.com/office/drawing/2014/main" id="{0A1038EB-0E1A-05F1-2DFF-EA052237F7F6}"/>
              </a:ext>
            </a:extLst>
          </p:cNvPr>
          <p:cNvSpPr/>
          <p:nvPr userDrawn="1"/>
        </p:nvSpPr>
        <p:spPr>
          <a:xfrm>
            <a:off x="10313559"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7" name="Rectangle 36">
            <a:extLst>
              <a:ext uri="{FF2B5EF4-FFF2-40B4-BE49-F238E27FC236}">
                <a16:creationId xmlns:a16="http://schemas.microsoft.com/office/drawing/2014/main" id="{7AC02E06-B728-D76A-FEAA-446234F0F31F}"/>
              </a:ext>
            </a:extLst>
          </p:cNvPr>
          <p:cNvSpPr/>
          <p:nvPr userDrawn="1"/>
        </p:nvSpPr>
        <p:spPr>
          <a:xfrm>
            <a:off x="6096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8" name="Rectangle 37">
            <a:extLst>
              <a:ext uri="{FF2B5EF4-FFF2-40B4-BE49-F238E27FC236}">
                <a16:creationId xmlns:a16="http://schemas.microsoft.com/office/drawing/2014/main" id="{78706809-ECBD-19DD-3B50-1DBAD7BADF1F}"/>
              </a:ext>
            </a:extLst>
          </p:cNvPr>
          <p:cNvSpPr/>
          <p:nvPr userDrawn="1"/>
        </p:nvSpPr>
        <p:spPr>
          <a:xfrm>
            <a:off x="19958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9" name="Rectangle 38">
            <a:extLst>
              <a:ext uri="{FF2B5EF4-FFF2-40B4-BE49-F238E27FC236}">
                <a16:creationId xmlns:a16="http://schemas.microsoft.com/office/drawing/2014/main" id="{946C519C-7E49-E916-FA16-159BABE49412}"/>
              </a:ext>
            </a:extLst>
          </p:cNvPr>
          <p:cNvSpPr/>
          <p:nvPr userDrawn="1"/>
        </p:nvSpPr>
        <p:spPr>
          <a:xfrm>
            <a:off x="338216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0" name="Rectangle 39">
            <a:extLst>
              <a:ext uri="{FF2B5EF4-FFF2-40B4-BE49-F238E27FC236}">
                <a16:creationId xmlns:a16="http://schemas.microsoft.com/office/drawing/2014/main" id="{A1B91923-6A62-AD7F-31E0-673400D0EB1E}"/>
              </a:ext>
            </a:extLst>
          </p:cNvPr>
          <p:cNvSpPr/>
          <p:nvPr userDrawn="1"/>
        </p:nvSpPr>
        <p:spPr>
          <a:xfrm>
            <a:off x="476844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1" name="Rectangle 40">
            <a:extLst>
              <a:ext uri="{FF2B5EF4-FFF2-40B4-BE49-F238E27FC236}">
                <a16:creationId xmlns:a16="http://schemas.microsoft.com/office/drawing/2014/main" id="{5127D94D-DCFC-5DFD-EA77-925FCC34A4D7}"/>
              </a:ext>
            </a:extLst>
          </p:cNvPr>
          <p:cNvSpPr/>
          <p:nvPr userDrawn="1"/>
        </p:nvSpPr>
        <p:spPr>
          <a:xfrm>
            <a:off x="615472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2" name="Rectangle 41">
            <a:extLst>
              <a:ext uri="{FF2B5EF4-FFF2-40B4-BE49-F238E27FC236}">
                <a16:creationId xmlns:a16="http://schemas.microsoft.com/office/drawing/2014/main" id="{7ACF9808-730A-9487-1316-4BBE4EB4937B}"/>
              </a:ext>
            </a:extLst>
          </p:cNvPr>
          <p:cNvSpPr/>
          <p:nvPr userDrawn="1"/>
        </p:nvSpPr>
        <p:spPr>
          <a:xfrm>
            <a:off x="75410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3" name="Rectangle 42">
            <a:extLst>
              <a:ext uri="{FF2B5EF4-FFF2-40B4-BE49-F238E27FC236}">
                <a16:creationId xmlns:a16="http://schemas.microsoft.com/office/drawing/2014/main" id="{5CE5A07D-9FF2-8979-5D57-8C122DB99FB7}"/>
              </a:ext>
            </a:extLst>
          </p:cNvPr>
          <p:cNvSpPr/>
          <p:nvPr userDrawn="1"/>
        </p:nvSpPr>
        <p:spPr>
          <a:xfrm>
            <a:off x="89272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4" name="Rectangle 43">
            <a:extLst>
              <a:ext uri="{FF2B5EF4-FFF2-40B4-BE49-F238E27FC236}">
                <a16:creationId xmlns:a16="http://schemas.microsoft.com/office/drawing/2014/main" id="{15263E6F-C1EE-9BCC-34DD-8FE8B2AE793A}"/>
              </a:ext>
            </a:extLst>
          </p:cNvPr>
          <p:cNvSpPr/>
          <p:nvPr userDrawn="1"/>
        </p:nvSpPr>
        <p:spPr>
          <a:xfrm>
            <a:off x="10313559"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1" name="row 1 Picture Placeholder 1">
            <a:extLst>
              <a:ext uri="{FF2B5EF4-FFF2-40B4-BE49-F238E27FC236}">
                <a16:creationId xmlns:a16="http://schemas.microsoft.com/office/drawing/2014/main" id="{F7FA6101-2BCD-3F7A-5BFE-9C338D8F8C01}"/>
              </a:ext>
            </a:extLst>
          </p:cNvPr>
          <p:cNvSpPr>
            <a:spLocks noGrp="1"/>
          </p:cNvSpPr>
          <p:nvPr>
            <p:ph type="pic" sz="quarter" idx="15"/>
          </p:nvPr>
        </p:nvSpPr>
        <p:spPr>
          <a:xfrm>
            <a:off x="652604" y="1374235"/>
            <a:ext cx="1182832" cy="1088105"/>
          </a:xfrm>
        </p:spPr>
        <p:txBody>
          <a:bodyPr/>
          <a:lstStyle/>
          <a:p>
            <a:endParaRPr lang="en-US"/>
          </a:p>
        </p:txBody>
      </p:sp>
      <p:sp>
        <p:nvSpPr>
          <p:cNvPr id="46" name="row 1 Picture Placeholder 2">
            <a:extLst>
              <a:ext uri="{FF2B5EF4-FFF2-40B4-BE49-F238E27FC236}">
                <a16:creationId xmlns:a16="http://schemas.microsoft.com/office/drawing/2014/main" id="{D4489A75-D166-8CF2-E0D8-0EDFD46D7A4D}"/>
              </a:ext>
            </a:extLst>
          </p:cNvPr>
          <p:cNvSpPr>
            <a:spLocks noGrp="1"/>
          </p:cNvSpPr>
          <p:nvPr>
            <p:ph type="pic" sz="quarter" idx="16"/>
          </p:nvPr>
        </p:nvSpPr>
        <p:spPr>
          <a:xfrm>
            <a:off x="2034595" y="1374235"/>
            <a:ext cx="1182832" cy="1088105"/>
          </a:xfrm>
        </p:spPr>
        <p:txBody>
          <a:bodyPr/>
          <a:lstStyle/>
          <a:p>
            <a:endParaRPr lang="en-US"/>
          </a:p>
        </p:txBody>
      </p:sp>
      <p:sp>
        <p:nvSpPr>
          <p:cNvPr id="47" name="row 1 Picture Placeholder 3">
            <a:extLst>
              <a:ext uri="{FF2B5EF4-FFF2-40B4-BE49-F238E27FC236}">
                <a16:creationId xmlns:a16="http://schemas.microsoft.com/office/drawing/2014/main" id="{2F08C9C9-CDFB-BCD2-FB33-888CA3CCB053}"/>
              </a:ext>
            </a:extLst>
          </p:cNvPr>
          <p:cNvSpPr>
            <a:spLocks noGrp="1"/>
          </p:cNvSpPr>
          <p:nvPr>
            <p:ph type="pic" sz="quarter" idx="17"/>
          </p:nvPr>
        </p:nvSpPr>
        <p:spPr>
          <a:xfrm>
            <a:off x="3421781" y="1374235"/>
            <a:ext cx="1182832" cy="1088105"/>
          </a:xfrm>
        </p:spPr>
        <p:txBody>
          <a:bodyPr/>
          <a:lstStyle/>
          <a:p>
            <a:endParaRPr lang="en-US"/>
          </a:p>
        </p:txBody>
      </p:sp>
      <p:sp>
        <p:nvSpPr>
          <p:cNvPr id="48" name="row 1 Picture Placeholder 4">
            <a:extLst>
              <a:ext uri="{FF2B5EF4-FFF2-40B4-BE49-F238E27FC236}">
                <a16:creationId xmlns:a16="http://schemas.microsoft.com/office/drawing/2014/main" id="{899B4827-9E43-021A-8937-A58289458431}"/>
              </a:ext>
            </a:extLst>
          </p:cNvPr>
          <p:cNvSpPr>
            <a:spLocks noGrp="1"/>
          </p:cNvSpPr>
          <p:nvPr>
            <p:ph type="pic" sz="quarter" idx="18"/>
          </p:nvPr>
        </p:nvSpPr>
        <p:spPr>
          <a:xfrm>
            <a:off x="4814163" y="1374235"/>
            <a:ext cx="1182832" cy="1088105"/>
          </a:xfrm>
        </p:spPr>
        <p:txBody>
          <a:bodyPr/>
          <a:lstStyle/>
          <a:p>
            <a:endParaRPr lang="en-US"/>
          </a:p>
        </p:txBody>
      </p:sp>
      <p:sp>
        <p:nvSpPr>
          <p:cNvPr id="49" name="row 1 Picture Placeholder 5">
            <a:extLst>
              <a:ext uri="{FF2B5EF4-FFF2-40B4-BE49-F238E27FC236}">
                <a16:creationId xmlns:a16="http://schemas.microsoft.com/office/drawing/2014/main" id="{B06F7986-6ED4-86E5-5E13-935D3BEE8F34}"/>
              </a:ext>
            </a:extLst>
          </p:cNvPr>
          <p:cNvSpPr>
            <a:spLocks noGrp="1"/>
          </p:cNvSpPr>
          <p:nvPr>
            <p:ph type="pic" sz="quarter" idx="19"/>
          </p:nvPr>
        </p:nvSpPr>
        <p:spPr>
          <a:xfrm>
            <a:off x="6196154" y="1374235"/>
            <a:ext cx="1182832" cy="1088105"/>
          </a:xfrm>
        </p:spPr>
        <p:txBody>
          <a:bodyPr/>
          <a:lstStyle/>
          <a:p>
            <a:endParaRPr lang="en-US"/>
          </a:p>
        </p:txBody>
      </p:sp>
      <p:sp>
        <p:nvSpPr>
          <p:cNvPr id="50" name="row 1 Picture Placeholder 6">
            <a:extLst>
              <a:ext uri="{FF2B5EF4-FFF2-40B4-BE49-F238E27FC236}">
                <a16:creationId xmlns:a16="http://schemas.microsoft.com/office/drawing/2014/main" id="{7C94F9B6-35CC-47D7-4715-2D9BDFED9D98}"/>
              </a:ext>
            </a:extLst>
          </p:cNvPr>
          <p:cNvSpPr>
            <a:spLocks noGrp="1"/>
          </p:cNvSpPr>
          <p:nvPr>
            <p:ph type="pic" sz="quarter" idx="20"/>
          </p:nvPr>
        </p:nvSpPr>
        <p:spPr>
          <a:xfrm>
            <a:off x="7583340" y="1374235"/>
            <a:ext cx="1182832" cy="1088105"/>
          </a:xfrm>
        </p:spPr>
        <p:txBody>
          <a:bodyPr/>
          <a:lstStyle/>
          <a:p>
            <a:endParaRPr lang="en-US"/>
          </a:p>
        </p:txBody>
      </p:sp>
      <p:sp>
        <p:nvSpPr>
          <p:cNvPr id="54" name="row 1 Picture Placeholder 7">
            <a:extLst>
              <a:ext uri="{FF2B5EF4-FFF2-40B4-BE49-F238E27FC236}">
                <a16:creationId xmlns:a16="http://schemas.microsoft.com/office/drawing/2014/main" id="{D2A4DA41-8FCC-44A0-0C9D-A7CDFAC9620D}"/>
              </a:ext>
            </a:extLst>
          </p:cNvPr>
          <p:cNvSpPr>
            <a:spLocks noGrp="1"/>
          </p:cNvSpPr>
          <p:nvPr>
            <p:ph type="pic" sz="quarter" idx="24"/>
          </p:nvPr>
        </p:nvSpPr>
        <p:spPr>
          <a:xfrm>
            <a:off x="8970527" y="1374235"/>
            <a:ext cx="1182832" cy="1088105"/>
          </a:xfrm>
        </p:spPr>
        <p:txBody>
          <a:bodyPr/>
          <a:lstStyle/>
          <a:p>
            <a:endParaRPr lang="en-US"/>
          </a:p>
        </p:txBody>
      </p:sp>
      <p:sp>
        <p:nvSpPr>
          <p:cNvPr id="55" name="row 1 Picture Placeholder 8">
            <a:extLst>
              <a:ext uri="{FF2B5EF4-FFF2-40B4-BE49-F238E27FC236}">
                <a16:creationId xmlns:a16="http://schemas.microsoft.com/office/drawing/2014/main" id="{4137539C-29C3-8821-FFE4-1C210898C681}"/>
              </a:ext>
            </a:extLst>
          </p:cNvPr>
          <p:cNvSpPr>
            <a:spLocks noGrp="1"/>
          </p:cNvSpPr>
          <p:nvPr>
            <p:ph type="pic" sz="quarter" idx="25"/>
          </p:nvPr>
        </p:nvSpPr>
        <p:spPr>
          <a:xfrm>
            <a:off x="10357713" y="1374235"/>
            <a:ext cx="1182832" cy="1088105"/>
          </a:xfrm>
        </p:spPr>
        <p:txBody>
          <a:bodyPr/>
          <a:lstStyle/>
          <a:p>
            <a:endParaRPr lang="en-US"/>
          </a:p>
        </p:txBody>
      </p:sp>
      <p:sp>
        <p:nvSpPr>
          <p:cNvPr id="2" name="row 2 Picture Placeholder 1">
            <a:extLst>
              <a:ext uri="{FF2B5EF4-FFF2-40B4-BE49-F238E27FC236}">
                <a16:creationId xmlns:a16="http://schemas.microsoft.com/office/drawing/2014/main" id="{3C1DEC0A-CFBB-A174-7825-D3E127900D3B}"/>
              </a:ext>
            </a:extLst>
          </p:cNvPr>
          <p:cNvSpPr>
            <a:spLocks noGrp="1"/>
          </p:cNvSpPr>
          <p:nvPr>
            <p:ph type="pic" sz="quarter" idx="26"/>
          </p:nvPr>
        </p:nvSpPr>
        <p:spPr>
          <a:xfrm>
            <a:off x="652604" y="2645822"/>
            <a:ext cx="1182832" cy="1088105"/>
          </a:xfrm>
        </p:spPr>
        <p:txBody>
          <a:bodyPr/>
          <a:lstStyle/>
          <a:p>
            <a:endParaRPr lang="en-US"/>
          </a:p>
        </p:txBody>
      </p:sp>
      <p:sp>
        <p:nvSpPr>
          <p:cNvPr id="3" name="row 2 Picture Placeholder 2">
            <a:extLst>
              <a:ext uri="{FF2B5EF4-FFF2-40B4-BE49-F238E27FC236}">
                <a16:creationId xmlns:a16="http://schemas.microsoft.com/office/drawing/2014/main" id="{E7BAB826-4B9F-721B-9415-8435857190BC}"/>
              </a:ext>
            </a:extLst>
          </p:cNvPr>
          <p:cNvSpPr>
            <a:spLocks noGrp="1"/>
          </p:cNvSpPr>
          <p:nvPr>
            <p:ph type="pic" sz="quarter" idx="27"/>
          </p:nvPr>
        </p:nvSpPr>
        <p:spPr>
          <a:xfrm>
            <a:off x="2034595" y="2645822"/>
            <a:ext cx="1182832" cy="1088105"/>
          </a:xfrm>
        </p:spPr>
        <p:txBody>
          <a:bodyPr/>
          <a:lstStyle/>
          <a:p>
            <a:endParaRPr lang="en-US"/>
          </a:p>
        </p:txBody>
      </p:sp>
      <p:sp>
        <p:nvSpPr>
          <p:cNvPr id="5" name="row 2 Picture Placeholder 3">
            <a:extLst>
              <a:ext uri="{FF2B5EF4-FFF2-40B4-BE49-F238E27FC236}">
                <a16:creationId xmlns:a16="http://schemas.microsoft.com/office/drawing/2014/main" id="{FF2B11DB-3A14-D3C9-2C6D-B1CA3D622F92}"/>
              </a:ext>
            </a:extLst>
          </p:cNvPr>
          <p:cNvSpPr>
            <a:spLocks noGrp="1"/>
          </p:cNvSpPr>
          <p:nvPr>
            <p:ph type="pic" sz="quarter" idx="28"/>
          </p:nvPr>
        </p:nvSpPr>
        <p:spPr>
          <a:xfrm>
            <a:off x="3421781" y="2645822"/>
            <a:ext cx="1182832" cy="1088105"/>
          </a:xfrm>
        </p:spPr>
        <p:txBody>
          <a:bodyPr/>
          <a:lstStyle/>
          <a:p>
            <a:endParaRPr lang="en-US"/>
          </a:p>
        </p:txBody>
      </p:sp>
      <p:sp>
        <p:nvSpPr>
          <p:cNvPr id="12" name="row 2 Picture Placeholder 4">
            <a:extLst>
              <a:ext uri="{FF2B5EF4-FFF2-40B4-BE49-F238E27FC236}">
                <a16:creationId xmlns:a16="http://schemas.microsoft.com/office/drawing/2014/main" id="{46336BAC-196F-BEEE-4E28-6A330A25A67B}"/>
              </a:ext>
            </a:extLst>
          </p:cNvPr>
          <p:cNvSpPr>
            <a:spLocks noGrp="1"/>
          </p:cNvSpPr>
          <p:nvPr>
            <p:ph type="pic" sz="quarter" idx="29"/>
          </p:nvPr>
        </p:nvSpPr>
        <p:spPr>
          <a:xfrm>
            <a:off x="4814163" y="2645822"/>
            <a:ext cx="1182832" cy="1088105"/>
          </a:xfrm>
        </p:spPr>
        <p:txBody>
          <a:bodyPr/>
          <a:lstStyle/>
          <a:p>
            <a:endParaRPr lang="en-US"/>
          </a:p>
        </p:txBody>
      </p:sp>
      <p:sp>
        <p:nvSpPr>
          <p:cNvPr id="13" name="row 2 Picture Placeholder 5">
            <a:extLst>
              <a:ext uri="{FF2B5EF4-FFF2-40B4-BE49-F238E27FC236}">
                <a16:creationId xmlns:a16="http://schemas.microsoft.com/office/drawing/2014/main" id="{C2FFB65A-9236-4CE6-2307-E94FE71BB879}"/>
              </a:ext>
            </a:extLst>
          </p:cNvPr>
          <p:cNvSpPr>
            <a:spLocks noGrp="1"/>
          </p:cNvSpPr>
          <p:nvPr>
            <p:ph type="pic" sz="quarter" idx="30"/>
          </p:nvPr>
        </p:nvSpPr>
        <p:spPr>
          <a:xfrm>
            <a:off x="6196154" y="2645822"/>
            <a:ext cx="1182832" cy="1088105"/>
          </a:xfrm>
        </p:spPr>
        <p:txBody>
          <a:bodyPr/>
          <a:lstStyle/>
          <a:p>
            <a:endParaRPr lang="en-US"/>
          </a:p>
        </p:txBody>
      </p:sp>
      <p:sp>
        <p:nvSpPr>
          <p:cNvPr id="45" name="row 2 Picture Placeholder 6">
            <a:extLst>
              <a:ext uri="{FF2B5EF4-FFF2-40B4-BE49-F238E27FC236}">
                <a16:creationId xmlns:a16="http://schemas.microsoft.com/office/drawing/2014/main" id="{4B9A60F2-7615-8938-B4B4-67C1CBF42CF4}"/>
              </a:ext>
            </a:extLst>
          </p:cNvPr>
          <p:cNvSpPr>
            <a:spLocks noGrp="1"/>
          </p:cNvSpPr>
          <p:nvPr>
            <p:ph type="pic" sz="quarter" idx="31"/>
          </p:nvPr>
        </p:nvSpPr>
        <p:spPr>
          <a:xfrm>
            <a:off x="7583340" y="2645822"/>
            <a:ext cx="1182832" cy="1088105"/>
          </a:xfrm>
        </p:spPr>
        <p:txBody>
          <a:bodyPr/>
          <a:lstStyle/>
          <a:p>
            <a:endParaRPr lang="en-US"/>
          </a:p>
        </p:txBody>
      </p:sp>
      <p:sp>
        <p:nvSpPr>
          <p:cNvPr id="77" name="row 2 Picture Placeholder 7">
            <a:extLst>
              <a:ext uri="{FF2B5EF4-FFF2-40B4-BE49-F238E27FC236}">
                <a16:creationId xmlns:a16="http://schemas.microsoft.com/office/drawing/2014/main" id="{3E419932-76A6-541D-128A-A84A5BEEC300}"/>
              </a:ext>
            </a:extLst>
          </p:cNvPr>
          <p:cNvSpPr>
            <a:spLocks noGrp="1"/>
          </p:cNvSpPr>
          <p:nvPr>
            <p:ph type="pic" sz="quarter" idx="32"/>
          </p:nvPr>
        </p:nvSpPr>
        <p:spPr>
          <a:xfrm>
            <a:off x="8970527" y="2645822"/>
            <a:ext cx="1182832" cy="1088105"/>
          </a:xfrm>
        </p:spPr>
        <p:txBody>
          <a:bodyPr/>
          <a:lstStyle/>
          <a:p>
            <a:endParaRPr lang="en-US"/>
          </a:p>
        </p:txBody>
      </p:sp>
      <p:sp>
        <p:nvSpPr>
          <p:cNvPr id="78" name="row 2 Picture Placeholder 8">
            <a:extLst>
              <a:ext uri="{FF2B5EF4-FFF2-40B4-BE49-F238E27FC236}">
                <a16:creationId xmlns:a16="http://schemas.microsoft.com/office/drawing/2014/main" id="{758DFE5A-82A8-803E-2660-E9B48CD58C8A}"/>
              </a:ext>
            </a:extLst>
          </p:cNvPr>
          <p:cNvSpPr>
            <a:spLocks noGrp="1"/>
          </p:cNvSpPr>
          <p:nvPr>
            <p:ph type="pic" sz="quarter" idx="33"/>
          </p:nvPr>
        </p:nvSpPr>
        <p:spPr>
          <a:xfrm>
            <a:off x="10357713" y="2645822"/>
            <a:ext cx="1182832" cy="1088105"/>
          </a:xfrm>
        </p:spPr>
        <p:txBody>
          <a:bodyPr/>
          <a:lstStyle/>
          <a:p>
            <a:endParaRPr lang="en-US"/>
          </a:p>
        </p:txBody>
      </p:sp>
      <p:sp>
        <p:nvSpPr>
          <p:cNvPr id="79" name="row 3 Picture Placeholder 1">
            <a:extLst>
              <a:ext uri="{FF2B5EF4-FFF2-40B4-BE49-F238E27FC236}">
                <a16:creationId xmlns:a16="http://schemas.microsoft.com/office/drawing/2014/main" id="{9E32F521-6FD0-503D-9FF1-BBD7A8CA51E5}"/>
              </a:ext>
            </a:extLst>
          </p:cNvPr>
          <p:cNvSpPr>
            <a:spLocks noGrp="1"/>
          </p:cNvSpPr>
          <p:nvPr>
            <p:ph type="pic" sz="quarter" idx="34"/>
          </p:nvPr>
        </p:nvSpPr>
        <p:spPr>
          <a:xfrm>
            <a:off x="652604" y="3924554"/>
            <a:ext cx="1182832" cy="1088105"/>
          </a:xfrm>
        </p:spPr>
        <p:txBody>
          <a:bodyPr/>
          <a:lstStyle/>
          <a:p>
            <a:endParaRPr lang="en-US"/>
          </a:p>
        </p:txBody>
      </p:sp>
      <p:sp>
        <p:nvSpPr>
          <p:cNvPr id="80" name="row 3 Picture Placeholder 2">
            <a:extLst>
              <a:ext uri="{FF2B5EF4-FFF2-40B4-BE49-F238E27FC236}">
                <a16:creationId xmlns:a16="http://schemas.microsoft.com/office/drawing/2014/main" id="{D836B38E-8809-B0C0-92F7-BD89C610B161}"/>
              </a:ext>
            </a:extLst>
          </p:cNvPr>
          <p:cNvSpPr>
            <a:spLocks noGrp="1"/>
          </p:cNvSpPr>
          <p:nvPr>
            <p:ph type="pic" sz="quarter" idx="35"/>
          </p:nvPr>
        </p:nvSpPr>
        <p:spPr>
          <a:xfrm>
            <a:off x="2034595" y="3924554"/>
            <a:ext cx="1182832" cy="1088105"/>
          </a:xfrm>
        </p:spPr>
        <p:txBody>
          <a:bodyPr/>
          <a:lstStyle/>
          <a:p>
            <a:endParaRPr lang="en-US"/>
          </a:p>
        </p:txBody>
      </p:sp>
      <p:sp>
        <p:nvSpPr>
          <p:cNvPr id="81" name="row 3 Picture Placeholder 3">
            <a:extLst>
              <a:ext uri="{FF2B5EF4-FFF2-40B4-BE49-F238E27FC236}">
                <a16:creationId xmlns:a16="http://schemas.microsoft.com/office/drawing/2014/main" id="{6D54014E-0644-8A1E-AAFF-5E8A476ACC3F}"/>
              </a:ext>
            </a:extLst>
          </p:cNvPr>
          <p:cNvSpPr>
            <a:spLocks noGrp="1"/>
          </p:cNvSpPr>
          <p:nvPr>
            <p:ph type="pic" sz="quarter" idx="36"/>
          </p:nvPr>
        </p:nvSpPr>
        <p:spPr>
          <a:xfrm>
            <a:off x="3421781" y="3924554"/>
            <a:ext cx="1182832" cy="1088105"/>
          </a:xfrm>
        </p:spPr>
        <p:txBody>
          <a:bodyPr/>
          <a:lstStyle/>
          <a:p>
            <a:endParaRPr lang="en-US"/>
          </a:p>
        </p:txBody>
      </p:sp>
      <p:sp>
        <p:nvSpPr>
          <p:cNvPr id="82" name="row 3 Picture Placeholder 4">
            <a:extLst>
              <a:ext uri="{FF2B5EF4-FFF2-40B4-BE49-F238E27FC236}">
                <a16:creationId xmlns:a16="http://schemas.microsoft.com/office/drawing/2014/main" id="{C50DA082-240B-5F1B-A722-C64B3BA9FD4E}"/>
              </a:ext>
            </a:extLst>
          </p:cNvPr>
          <p:cNvSpPr>
            <a:spLocks noGrp="1"/>
          </p:cNvSpPr>
          <p:nvPr>
            <p:ph type="pic" sz="quarter" idx="37"/>
          </p:nvPr>
        </p:nvSpPr>
        <p:spPr>
          <a:xfrm>
            <a:off x="4814163" y="3924554"/>
            <a:ext cx="1182832" cy="1088105"/>
          </a:xfrm>
        </p:spPr>
        <p:txBody>
          <a:bodyPr/>
          <a:lstStyle/>
          <a:p>
            <a:endParaRPr lang="en-US"/>
          </a:p>
        </p:txBody>
      </p:sp>
      <p:sp>
        <p:nvSpPr>
          <p:cNvPr id="83" name="row 3 Picture Placeholder 5">
            <a:extLst>
              <a:ext uri="{FF2B5EF4-FFF2-40B4-BE49-F238E27FC236}">
                <a16:creationId xmlns:a16="http://schemas.microsoft.com/office/drawing/2014/main" id="{7F494D05-1215-155F-73B6-BF770FF811DC}"/>
              </a:ext>
            </a:extLst>
          </p:cNvPr>
          <p:cNvSpPr>
            <a:spLocks noGrp="1"/>
          </p:cNvSpPr>
          <p:nvPr>
            <p:ph type="pic" sz="quarter" idx="38"/>
          </p:nvPr>
        </p:nvSpPr>
        <p:spPr>
          <a:xfrm>
            <a:off x="6196154" y="3924554"/>
            <a:ext cx="1182832" cy="1088105"/>
          </a:xfrm>
        </p:spPr>
        <p:txBody>
          <a:bodyPr/>
          <a:lstStyle/>
          <a:p>
            <a:endParaRPr lang="en-US"/>
          </a:p>
        </p:txBody>
      </p:sp>
      <p:sp>
        <p:nvSpPr>
          <p:cNvPr id="84" name="row 3 Picture Placeholder 6">
            <a:extLst>
              <a:ext uri="{FF2B5EF4-FFF2-40B4-BE49-F238E27FC236}">
                <a16:creationId xmlns:a16="http://schemas.microsoft.com/office/drawing/2014/main" id="{D0EC0EE6-CC94-3C74-DDBA-56893AD1E431}"/>
              </a:ext>
            </a:extLst>
          </p:cNvPr>
          <p:cNvSpPr>
            <a:spLocks noGrp="1"/>
          </p:cNvSpPr>
          <p:nvPr>
            <p:ph type="pic" sz="quarter" idx="39"/>
          </p:nvPr>
        </p:nvSpPr>
        <p:spPr>
          <a:xfrm>
            <a:off x="7583340" y="3924554"/>
            <a:ext cx="1182832" cy="1088105"/>
          </a:xfrm>
        </p:spPr>
        <p:txBody>
          <a:bodyPr/>
          <a:lstStyle/>
          <a:p>
            <a:endParaRPr lang="en-US"/>
          </a:p>
        </p:txBody>
      </p:sp>
      <p:sp>
        <p:nvSpPr>
          <p:cNvPr id="85" name="row 3 Picture Placeholder 7">
            <a:extLst>
              <a:ext uri="{FF2B5EF4-FFF2-40B4-BE49-F238E27FC236}">
                <a16:creationId xmlns:a16="http://schemas.microsoft.com/office/drawing/2014/main" id="{5FBD18F7-9E73-C66B-2846-56D8CEA15AD6}"/>
              </a:ext>
            </a:extLst>
          </p:cNvPr>
          <p:cNvSpPr>
            <a:spLocks noGrp="1"/>
          </p:cNvSpPr>
          <p:nvPr>
            <p:ph type="pic" sz="quarter" idx="40"/>
          </p:nvPr>
        </p:nvSpPr>
        <p:spPr>
          <a:xfrm>
            <a:off x="8970527" y="3924554"/>
            <a:ext cx="1182832" cy="1088105"/>
          </a:xfrm>
        </p:spPr>
        <p:txBody>
          <a:bodyPr/>
          <a:lstStyle/>
          <a:p>
            <a:endParaRPr lang="en-US"/>
          </a:p>
        </p:txBody>
      </p:sp>
      <p:sp>
        <p:nvSpPr>
          <p:cNvPr id="86" name="row 3 Picture Placeholder 8">
            <a:extLst>
              <a:ext uri="{FF2B5EF4-FFF2-40B4-BE49-F238E27FC236}">
                <a16:creationId xmlns:a16="http://schemas.microsoft.com/office/drawing/2014/main" id="{7B5CFE7D-04C3-F349-69EC-8D436A9E9208}"/>
              </a:ext>
            </a:extLst>
          </p:cNvPr>
          <p:cNvSpPr>
            <a:spLocks noGrp="1"/>
          </p:cNvSpPr>
          <p:nvPr>
            <p:ph type="pic" sz="quarter" idx="41"/>
          </p:nvPr>
        </p:nvSpPr>
        <p:spPr>
          <a:xfrm>
            <a:off x="10357713" y="3924554"/>
            <a:ext cx="1182832" cy="1088105"/>
          </a:xfrm>
        </p:spPr>
        <p:txBody>
          <a:bodyPr/>
          <a:lstStyle/>
          <a:p>
            <a:endParaRPr lang="en-US"/>
          </a:p>
        </p:txBody>
      </p:sp>
      <p:sp>
        <p:nvSpPr>
          <p:cNvPr id="87" name="row 4 Picture Placeholder 1">
            <a:extLst>
              <a:ext uri="{FF2B5EF4-FFF2-40B4-BE49-F238E27FC236}">
                <a16:creationId xmlns:a16="http://schemas.microsoft.com/office/drawing/2014/main" id="{24399C3F-6491-6E43-B837-BD446D088A0A}"/>
              </a:ext>
            </a:extLst>
          </p:cNvPr>
          <p:cNvSpPr>
            <a:spLocks noGrp="1"/>
          </p:cNvSpPr>
          <p:nvPr>
            <p:ph type="pic" sz="quarter" idx="42"/>
          </p:nvPr>
        </p:nvSpPr>
        <p:spPr>
          <a:xfrm>
            <a:off x="652604" y="5196141"/>
            <a:ext cx="1182832" cy="1088105"/>
          </a:xfrm>
        </p:spPr>
        <p:txBody>
          <a:bodyPr/>
          <a:lstStyle/>
          <a:p>
            <a:endParaRPr lang="en-US"/>
          </a:p>
        </p:txBody>
      </p:sp>
      <p:sp>
        <p:nvSpPr>
          <p:cNvPr id="88" name="row 4 Picture Placeholder 2">
            <a:extLst>
              <a:ext uri="{FF2B5EF4-FFF2-40B4-BE49-F238E27FC236}">
                <a16:creationId xmlns:a16="http://schemas.microsoft.com/office/drawing/2014/main" id="{2036CAF2-E770-6062-EF33-0DD11CD01CEA}"/>
              </a:ext>
            </a:extLst>
          </p:cNvPr>
          <p:cNvSpPr>
            <a:spLocks noGrp="1"/>
          </p:cNvSpPr>
          <p:nvPr>
            <p:ph type="pic" sz="quarter" idx="43"/>
          </p:nvPr>
        </p:nvSpPr>
        <p:spPr>
          <a:xfrm>
            <a:off x="2034595" y="5196141"/>
            <a:ext cx="1182832" cy="1088105"/>
          </a:xfrm>
        </p:spPr>
        <p:txBody>
          <a:bodyPr/>
          <a:lstStyle/>
          <a:p>
            <a:endParaRPr lang="en-US"/>
          </a:p>
        </p:txBody>
      </p:sp>
      <p:sp>
        <p:nvSpPr>
          <p:cNvPr id="89" name="row 4 Picture Placeholder 3">
            <a:extLst>
              <a:ext uri="{FF2B5EF4-FFF2-40B4-BE49-F238E27FC236}">
                <a16:creationId xmlns:a16="http://schemas.microsoft.com/office/drawing/2014/main" id="{30F775ED-4D01-9DC2-7605-D281FB771C25}"/>
              </a:ext>
            </a:extLst>
          </p:cNvPr>
          <p:cNvSpPr>
            <a:spLocks noGrp="1"/>
          </p:cNvSpPr>
          <p:nvPr>
            <p:ph type="pic" sz="quarter" idx="44"/>
          </p:nvPr>
        </p:nvSpPr>
        <p:spPr>
          <a:xfrm>
            <a:off x="3421781" y="5196141"/>
            <a:ext cx="1182832" cy="1088105"/>
          </a:xfrm>
        </p:spPr>
        <p:txBody>
          <a:bodyPr/>
          <a:lstStyle/>
          <a:p>
            <a:endParaRPr lang="en-US"/>
          </a:p>
        </p:txBody>
      </p:sp>
      <p:sp>
        <p:nvSpPr>
          <p:cNvPr id="90" name="row 4 Picture Placeholder 4">
            <a:extLst>
              <a:ext uri="{FF2B5EF4-FFF2-40B4-BE49-F238E27FC236}">
                <a16:creationId xmlns:a16="http://schemas.microsoft.com/office/drawing/2014/main" id="{DEE28737-AC75-102C-4BA8-96E6F4330BBC}"/>
              </a:ext>
            </a:extLst>
          </p:cNvPr>
          <p:cNvSpPr>
            <a:spLocks noGrp="1"/>
          </p:cNvSpPr>
          <p:nvPr>
            <p:ph type="pic" sz="quarter" idx="45"/>
          </p:nvPr>
        </p:nvSpPr>
        <p:spPr>
          <a:xfrm>
            <a:off x="4814163" y="5196141"/>
            <a:ext cx="1182832" cy="1088105"/>
          </a:xfrm>
        </p:spPr>
        <p:txBody>
          <a:bodyPr/>
          <a:lstStyle/>
          <a:p>
            <a:endParaRPr lang="en-US"/>
          </a:p>
        </p:txBody>
      </p:sp>
      <p:sp>
        <p:nvSpPr>
          <p:cNvPr id="91" name="row 4 Picture Placeholder 5">
            <a:extLst>
              <a:ext uri="{FF2B5EF4-FFF2-40B4-BE49-F238E27FC236}">
                <a16:creationId xmlns:a16="http://schemas.microsoft.com/office/drawing/2014/main" id="{E6E43258-86B0-95D8-6166-424B9F61DE56}"/>
              </a:ext>
            </a:extLst>
          </p:cNvPr>
          <p:cNvSpPr>
            <a:spLocks noGrp="1"/>
          </p:cNvSpPr>
          <p:nvPr>
            <p:ph type="pic" sz="quarter" idx="46"/>
          </p:nvPr>
        </p:nvSpPr>
        <p:spPr>
          <a:xfrm>
            <a:off x="6196154" y="5196141"/>
            <a:ext cx="1182832" cy="1088105"/>
          </a:xfrm>
        </p:spPr>
        <p:txBody>
          <a:bodyPr/>
          <a:lstStyle/>
          <a:p>
            <a:endParaRPr lang="en-US"/>
          </a:p>
        </p:txBody>
      </p:sp>
      <p:sp>
        <p:nvSpPr>
          <p:cNvPr id="92" name="row 4 Picture Placeholder 6">
            <a:extLst>
              <a:ext uri="{FF2B5EF4-FFF2-40B4-BE49-F238E27FC236}">
                <a16:creationId xmlns:a16="http://schemas.microsoft.com/office/drawing/2014/main" id="{0D08A575-C065-4FC0-28D7-6580F3156F6D}"/>
              </a:ext>
            </a:extLst>
          </p:cNvPr>
          <p:cNvSpPr>
            <a:spLocks noGrp="1"/>
          </p:cNvSpPr>
          <p:nvPr>
            <p:ph type="pic" sz="quarter" idx="47"/>
          </p:nvPr>
        </p:nvSpPr>
        <p:spPr>
          <a:xfrm>
            <a:off x="7583340" y="5196141"/>
            <a:ext cx="1182832" cy="1088105"/>
          </a:xfrm>
        </p:spPr>
        <p:txBody>
          <a:bodyPr/>
          <a:lstStyle/>
          <a:p>
            <a:endParaRPr lang="en-US"/>
          </a:p>
        </p:txBody>
      </p:sp>
      <p:sp>
        <p:nvSpPr>
          <p:cNvPr id="93" name="row 4 Picture Placeholder 7">
            <a:extLst>
              <a:ext uri="{FF2B5EF4-FFF2-40B4-BE49-F238E27FC236}">
                <a16:creationId xmlns:a16="http://schemas.microsoft.com/office/drawing/2014/main" id="{8C33A8F6-6489-D7B0-777C-E283A9697E40}"/>
              </a:ext>
            </a:extLst>
          </p:cNvPr>
          <p:cNvSpPr>
            <a:spLocks noGrp="1"/>
          </p:cNvSpPr>
          <p:nvPr>
            <p:ph type="pic" sz="quarter" idx="48"/>
          </p:nvPr>
        </p:nvSpPr>
        <p:spPr>
          <a:xfrm>
            <a:off x="8970527" y="5196141"/>
            <a:ext cx="1182832" cy="1088105"/>
          </a:xfrm>
        </p:spPr>
        <p:txBody>
          <a:bodyPr/>
          <a:lstStyle/>
          <a:p>
            <a:endParaRPr lang="en-US"/>
          </a:p>
        </p:txBody>
      </p:sp>
      <p:sp>
        <p:nvSpPr>
          <p:cNvPr id="94" name="row 4 Picture Placeholder 8">
            <a:extLst>
              <a:ext uri="{FF2B5EF4-FFF2-40B4-BE49-F238E27FC236}">
                <a16:creationId xmlns:a16="http://schemas.microsoft.com/office/drawing/2014/main" id="{9DDE374E-5A99-C8F8-8E5C-A7201FBD4B97}"/>
              </a:ext>
            </a:extLst>
          </p:cNvPr>
          <p:cNvSpPr>
            <a:spLocks noGrp="1"/>
          </p:cNvSpPr>
          <p:nvPr>
            <p:ph type="pic" sz="quarter" idx="49"/>
          </p:nvPr>
        </p:nvSpPr>
        <p:spPr>
          <a:xfrm>
            <a:off x="10357713" y="5196141"/>
            <a:ext cx="1182832" cy="1088105"/>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3/5/26</a:t>
            </a:fld>
            <a:endParaRPr lang="en-US"/>
          </a:p>
        </p:txBody>
      </p:sp>
    </p:spTree>
    <p:extLst>
      <p:ext uri="{BB962C8B-B14F-4D97-AF65-F5344CB8AC3E}">
        <p14:creationId xmlns:p14="http://schemas.microsoft.com/office/powerpoint/2010/main" val="5237132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Full Image with Thr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792CD-4DAB-B5A4-4603-43CD97AC6925}"/>
              </a:ext>
            </a:extLst>
          </p:cNvPr>
          <p:cNvSpPr>
            <a:spLocks noGrp="1"/>
          </p:cNvSpPr>
          <p:nvPr>
            <p:ph type="title"/>
          </p:nvPr>
        </p:nvSpPr>
        <p:spPr>
          <a:xfrm>
            <a:off x="609600" y="-1371600"/>
            <a:ext cx="10972800" cy="946389"/>
          </a:xfrm>
        </p:spPr>
        <p:txBody>
          <a:bodyPr/>
          <a:lstStyle/>
          <a:p>
            <a:r>
              <a:rPr lang="en-US"/>
              <a:t>Click to edit Master title style</a:t>
            </a:r>
          </a:p>
        </p:txBody>
      </p:sp>
      <p:sp>
        <p:nvSpPr>
          <p:cNvPr id="6" name="Thread">
            <a:extLst>
              <a:ext uri="{FF2B5EF4-FFF2-40B4-BE49-F238E27FC236}">
                <a16:creationId xmlns:a16="http://schemas.microsoft.com/office/drawing/2014/main" id="{58DD8459-7A64-A5A2-A463-AE3780C871C4}"/>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128016" y="0"/>
            <a:ext cx="12063984" cy="6858000"/>
          </a:xfrm>
        </p:spPr>
        <p:txBody>
          <a:bodyPr/>
          <a:lstStyle/>
          <a:p>
            <a:endParaRPr lang="en-US"/>
          </a:p>
        </p:txBody>
      </p:sp>
    </p:spTree>
    <p:extLst>
      <p:ext uri="{BB962C8B-B14F-4D97-AF65-F5344CB8AC3E}">
        <p14:creationId xmlns:p14="http://schemas.microsoft.com/office/powerpoint/2010/main" val="32989985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B8B6-68CD-E5CB-1299-D2EC1E1330D3}"/>
              </a:ext>
            </a:extLst>
          </p:cNvPr>
          <p:cNvSpPr>
            <a:spLocks noGrp="1"/>
          </p:cNvSpPr>
          <p:nvPr>
            <p:ph type="title"/>
          </p:nvPr>
        </p:nvSpPr>
        <p:spPr>
          <a:xfrm>
            <a:off x="609600" y="-1371600"/>
            <a:ext cx="10972800" cy="946389"/>
          </a:xfrm>
        </p:spPr>
        <p:txBody>
          <a:bodyPr/>
          <a:lstStyle/>
          <a:p>
            <a:r>
              <a:rPr lang="en-US"/>
              <a:t>Click to edit Master title style</a:t>
            </a:r>
          </a:p>
        </p:txBody>
      </p:sp>
    </p:spTree>
    <p:extLst>
      <p:ext uri="{BB962C8B-B14F-4D97-AF65-F5344CB8AC3E}">
        <p14:creationId xmlns:p14="http://schemas.microsoft.com/office/powerpoint/2010/main" val="10509641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Blank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49EFD-0837-876E-D532-FF1DCD5DA67A}"/>
              </a:ext>
            </a:extLst>
          </p:cNvPr>
          <p:cNvSpPr>
            <a:spLocks noGrp="1"/>
          </p:cNvSpPr>
          <p:nvPr>
            <p:ph type="title"/>
          </p:nvPr>
        </p:nvSpPr>
        <p:spPr>
          <a:xfrm>
            <a:off x="609600" y="-1371600"/>
            <a:ext cx="10972800" cy="946389"/>
          </a:xfrm>
        </p:spPr>
        <p:txBody>
          <a:bodyPr/>
          <a:lstStyle/>
          <a:p>
            <a:r>
              <a:rPr lang="en-US"/>
              <a:t>Click to edit Master title style</a:t>
            </a:r>
          </a:p>
        </p:txBody>
      </p:sp>
    </p:spTree>
    <p:extLst>
      <p:ext uri="{BB962C8B-B14F-4D97-AF65-F5344CB8AC3E}">
        <p14:creationId xmlns:p14="http://schemas.microsoft.com/office/powerpoint/2010/main" val="35920387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Gray end slide">
    <p:bg>
      <p:bgPr>
        <a:solidFill>
          <a:srgbClr val="EB1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0452-9AFC-7317-960A-0CE6F680E61D}"/>
              </a:ext>
            </a:extLst>
          </p:cNvPr>
          <p:cNvSpPr>
            <a:spLocks noGrp="1"/>
          </p:cNvSpPr>
          <p:nvPr>
            <p:ph type="title"/>
          </p:nvPr>
        </p:nvSpPr>
        <p:spPr>
          <a:xfrm>
            <a:off x="609600" y="-1371600"/>
            <a:ext cx="10972800" cy="946389"/>
          </a:xfrm>
        </p:spPr>
        <p:txBody>
          <a:bodyPr/>
          <a:lstStyle/>
          <a:p>
            <a:r>
              <a:rPr lang="en-US"/>
              <a:t>Click to edit Master title style</a:t>
            </a:r>
          </a:p>
        </p:txBody>
      </p:sp>
      <p:pic>
        <p:nvPicPr>
          <p:cNvPr id="7" name="Picture 6" descr="A white letter o on a black background&#10;&#10;Description automatically generated">
            <a:extLst>
              <a:ext uri="{FF2B5EF4-FFF2-40B4-BE49-F238E27FC236}">
                <a16:creationId xmlns:a16="http://schemas.microsoft.com/office/drawing/2014/main" id="{E9BC6135-7D8D-B5DA-3E89-19048614E6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3642" y="2991905"/>
            <a:ext cx="3621024" cy="875081"/>
          </a:xfrm>
          <a:prstGeom prst="rect">
            <a:avLst/>
          </a:prstGeom>
        </p:spPr>
      </p:pic>
    </p:spTree>
    <p:extLst>
      <p:ext uri="{BB962C8B-B14F-4D97-AF65-F5344CB8AC3E}">
        <p14:creationId xmlns:p14="http://schemas.microsoft.com/office/powerpoint/2010/main" val="42056576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28505347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Alt">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solidFill>
                  <a:schemeClr val="bg1"/>
                </a:solidFill>
              </a:defRPr>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32796824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2" name="Title 1"/>
          <p:cNvSpPr>
            <a:spLocks noGrp="1"/>
          </p:cNvSpPr>
          <p:nvPr>
            <p:ph type="ctrTitle"/>
          </p:nvPr>
        </p:nvSpPr>
        <p:spPr>
          <a:xfrm>
            <a:off x="612648" y="265176"/>
            <a:ext cx="10972800" cy="950976"/>
          </a:xfrm>
        </p:spPr>
        <p:txBody>
          <a:bodyPr wrap="square" lIns="0" tIns="0" rIns="0" bIns="0" anchor="ctr" anchorCtr="0">
            <a:noAutofit/>
          </a:bodyPr>
          <a:lstStyle>
            <a:lvl1pPr>
              <a:defRPr lang="en-US" sz="3200" kern="1200" spc="-100" baseline="0" dirty="0">
                <a:solidFill>
                  <a:schemeClr val="tx1"/>
                </a:solidFill>
                <a:latin typeface="+mj-lt"/>
                <a:ea typeface="+mj-ea"/>
                <a:cs typeface="+mj-cs"/>
              </a:defRPr>
            </a:lvl1pPr>
          </a:lstStyle>
          <a:p>
            <a:r>
              <a:rPr lang="en-US"/>
              <a:t>Click to edit Master title style</a:t>
            </a:r>
          </a:p>
        </p:txBody>
      </p:sp>
      <p:sp>
        <p:nvSpPr>
          <p:cNvPr id="3" name="Table Placeholder 2">
            <a:extLst>
              <a:ext uri="{FF2B5EF4-FFF2-40B4-BE49-F238E27FC236}">
                <a16:creationId xmlns:a16="http://schemas.microsoft.com/office/drawing/2014/main" id="{59631ABC-0F20-4732-9A2E-F2D10704DBFA}"/>
              </a:ext>
            </a:extLst>
          </p:cNvPr>
          <p:cNvSpPr>
            <a:spLocks noGrp="1"/>
          </p:cNvSpPr>
          <p:nvPr>
            <p:ph type="tbl" sz="quarter" idx="10"/>
          </p:nvPr>
        </p:nvSpPr>
        <p:spPr>
          <a:xfrm>
            <a:off x="609600" y="1576873"/>
            <a:ext cx="10972800" cy="4504354"/>
          </a:xfrm>
        </p:spPr>
        <p:txBody>
          <a:bodyPr lIns="0" tIns="0" rIns="0" bIns="0"/>
          <a:lstStyle>
            <a:lvl1pPr>
              <a:defRPr>
                <a:latin typeface="+mn-lt"/>
              </a:defRPr>
            </a:lvl1pPr>
          </a:lstStyle>
          <a:p>
            <a:endParaRPr lang="en-US"/>
          </a:p>
        </p:txBody>
      </p:sp>
      <p:sp>
        <p:nvSpPr>
          <p:cNvPr id="4" name="Footer Placeholder 3">
            <a:extLst>
              <a:ext uri="{FF2B5EF4-FFF2-40B4-BE49-F238E27FC236}">
                <a16:creationId xmlns:a16="http://schemas.microsoft.com/office/drawing/2014/main" id="{731D6601-D56B-2A71-FB4D-43D7BD60483A}"/>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8DAE4452-EFBC-927D-A192-3B5CAD318E1B}"/>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2" name="Date Placeholder 1">
            <a:extLst>
              <a:ext uri="{FF2B5EF4-FFF2-40B4-BE49-F238E27FC236}">
                <a16:creationId xmlns:a16="http://schemas.microsoft.com/office/drawing/2014/main" id="{1B7E59D4-EB98-505F-A399-102776DA747E}"/>
              </a:ext>
            </a:extLst>
          </p:cNvPr>
          <p:cNvSpPr>
            <a:spLocks noGrp="1"/>
          </p:cNvSpPr>
          <p:nvPr>
            <p:ph type="dt" sz="half" idx="11"/>
          </p:nvPr>
        </p:nvSpPr>
        <p:spPr/>
        <p:txBody>
          <a:bodyPr/>
          <a:lstStyle/>
          <a:p>
            <a:fld id="{30169271-AB45-4F94-B977-1C39D03C236C}" type="datetime1">
              <a:rPr lang="en-US" smtClean="0"/>
              <a:t>3/5/26</a:t>
            </a:fld>
            <a:endParaRPr lang="en-US"/>
          </a:p>
        </p:txBody>
      </p:sp>
    </p:spTree>
    <p:extLst>
      <p:ext uri="{BB962C8B-B14F-4D97-AF65-F5344CB8AC3E}">
        <p14:creationId xmlns:p14="http://schemas.microsoft.com/office/powerpoint/2010/main" val="351738186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Content - Light Air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10972800" cy="4992624"/>
          </a:xfrm>
        </p:spPr>
        <p:txBody>
          <a:bodyPr lIns="0" rIns="0"/>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8C42940D-A5FF-4CEC-B24D-658D92D6E1F7}" type="datetime1">
              <a:rPr lang="en-US" smtClean="0"/>
              <a:t>3/5/26</a:t>
            </a:fld>
            <a:endParaRPr lang="en-US"/>
          </a:p>
        </p:txBody>
      </p:sp>
    </p:spTree>
    <p:extLst>
      <p:ext uri="{BB962C8B-B14F-4D97-AF65-F5344CB8AC3E}">
        <p14:creationId xmlns:p14="http://schemas.microsoft.com/office/powerpoint/2010/main" val="35409817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 Dark Airy">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p:txBody>
          <a:bodyPr lIns="0" rIns="0"/>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2" name="Copyright">
            <a:extLst>
              <a:ext uri="{FF2B5EF4-FFF2-40B4-BE49-F238E27FC236}">
                <a16:creationId xmlns:a16="http://schemas.microsoft.com/office/drawing/2014/main" id="{C5061511-419D-2059-0E83-6196212F928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67C3B4F7-71D5-4F1C-A9CA-5E3A40F979B7}" type="datetime1">
              <a:rPr lang="en-US" smtClean="0"/>
              <a:t>3/5/26</a:t>
            </a:fld>
            <a:endParaRPr lang="en-US"/>
          </a:p>
        </p:txBody>
      </p:sp>
    </p:spTree>
    <p:extLst>
      <p:ext uri="{BB962C8B-B14F-4D97-AF65-F5344CB8AC3E}">
        <p14:creationId xmlns:p14="http://schemas.microsoft.com/office/powerpoint/2010/main" val="322880368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wo content sid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94B500C-0980-BC7A-ED7B-034A06D44F99}"/>
              </a:ext>
            </a:extLst>
          </p:cNvPr>
          <p:cNvSpPr/>
          <p:nvPr userDrawn="1"/>
        </p:nvSpPr>
        <p:spPr>
          <a:xfrm rot="5400000">
            <a:off x="-542759" y="339558"/>
            <a:ext cx="7181516" cy="6096000"/>
          </a:xfrm>
          <a:custGeom>
            <a:avLst/>
            <a:gdLst>
              <a:gd name="connsiteX0" fmla="*/ 0 w 7181516"/>
              <a:gd name="connsiteY0" fmla="*/ 0 h 6096000"/>
              <a:gd name="connsiteX1" fmla="*/ 7181516 w 7181516"/>
              <a:gd name="connsiteY1" fmla="*/ 0 h 6096000"/>
              <a:gd name="connsiteX2" fmla="*/ 7181516 w 7181516"/>
              <a:gd name="connsiteY2" fmla="*/ 6096000 h 6096000"/>
              <a:gd name="connsiteX3" fmla="*/ 0 w 7181516"/>
              <a:gd name="connsiteY3" fmla="*/ 6096000 h 6096000"/>
              <a:gd name="connsiteX4" fmla="*/ 0 w 7181516"/>
              <a:gd name="connsiteY4" fmla="*/ 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81516" h="6096000" fill="none" extrusionOk="0">
                <a:moveTo>
                  <a:pt x="0" y="0"/>
                </a:moveTo>
                <a:cubicBezTo>
                  <a:pt x="2916812" y="-52728"/>
                  <a:pt x="5513289" y="-50396"/>
                  <a:pt x="7181516" y="0"/>
                </a:cubicBezTo>
                <a:cubicBezTo>
                  <a:pt x="7294684" y="1744468"/>
                  <a:pt x="7252009" y="5028993"/>
                  <a:pt x="7181516" y="6096000"/>
                </a:cubicBezTo>
                <a:cubicBezTo>
                  <a:pt x="4152511" y="6073521"/>
                  <a:pt x="1021377" y="6166254"/>
                  <a:pt x="0" y="6096000"/>
                </a:cubicBezTo>
                <a:cubicBezTo>
                  <a:pt x="-112813" y="5478731"/>
                  <a:pt x="22711" y="2019713"/>
                  <a:pt x="0" y="0"/>
                </a:cubicBezTo>
                <a:close/>
              </a:path>
              <a:path w="7181516" h="6096000" stroke="0" extrusionOk="0">
                <a:moveTo>
                  <a:pt x="0" y="0"/>
                </a:moveTo>
                <a:cubicBezTo>
                  <a:pt x="3062300" y="-78112"/>
                  <a:pt x="5041402" y="-31176"/>
                  <a:pt x="7181516" y="0"/>
                </a:cubicBezTo>
                <a:cubicBezTo>
                  <a:pt x="7083076" y="1850510"/>
                  <a:pt x="7256698" y="3374943"/>
                  <a:pt x="7181516" y="6096000"/>
                </a:cubicBezTo>
                <a:cubicBezTo>
                  <a:pt x="5120506" y="6195534"/>
                  <a:pt x="2753541" y="6208741"/>
                  <a:pt x="0" y="6096000"/>
                </a:cubicBezTo>
                <a:cubicBezTo>
                  <a:pt x="69522" y="4937345"/>
                  <a:pt x="-4875" y="2650830"/>
                  <a:pt x="0" y="0"/>
                </a:cubicBezTo>
                <a:close/>
              </a:path>
            </a:pathLst>
          </a:cu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100">
              <a:solidFill>
                <a:schemeClr val="tx1"/>
              </a:solidFill>
            </a:endParaRPr>
          </a:p>
        </p:txBody>
      </p:sp>
      <p:pic>
        <p:nvPicPr>
          <p:cNvPr id="13" name="Google Shape;52;p44">
            <a:extLst>
              <a:ext uri="{FF2B5EF4-FFF2-40B4-BE49-F238E27FC236}">
                <a16:creationId xmlns:a16="http://schemas.microsoft.com/office/drawing/2014/main" id="{132A09B5-1937-3444-6DDD-3ABC2BDC385A}"/>
              </a:ext>
            </a:extLst>
          </p:cNvPr>
          <p:cNvPicPr preferRelativeResize="0"/>
          <p:nvPr userDrawn="1"/>
        </p:nvPicPr>
        <p:blipFill rotWithShape="1">
          <a:blip r:embed="rId2">
            <a:alphaModFix/>
          </a:blip>
          <a:srcRect/>
          <a:stretch/>
        </p:blipFill>
        <p:spPr>
          <a:xfrm rot="5400000">
            <a:off x="2863078" y="3169440"/>
            <a:ext cx="6858000" cy="519119"/>
          </a:xfrm>
          <a:prstGeom prst="rect">
            <a:avLst/>
          </a:prstGeom>
          <a:noFill/>
          <a:ln>
            <a:noFill/>
          </a:ln>
        </p:spPr>
      </p:pic>
      <p:sp>
        <p:nvSpPr>
          <p:cNvPr id="2" name="Title 1">
            <a:extLst>
              <a:ext uri="{FF2B5EF4-FFF2-40B4-BE49-F238E27FC236}">
                <a16:creationId xmlns:a16="http://schemas.microsoft.com/office/drawing/2014/main" id="{D1D86A6C-8376-1E41-BD5C-E20A76288A7C}"/>
              </a:ext>
            </a:extLst>
          </p:cNvPr>
          <p:cNvSpPr>
            <a:spLocks noGrp="1"/>
          </p:cNvSpPr>
          <p:nvPr>
            <p:ph type="title"/>
          </p:nvPr>
        </p:nvSpPr>
        <p:spPr>
          <a:xfrm>
            <a:off x="310897" y="150615"/>
            <a:ext cx="5626916" cy="646189"/>
          </a:xfrm>
          <a:prstGeom prst="rect">
            <a:avLst/>
          </a:prstGeom>
        </p:spPr>
        <p:txBody>
          <a:bodyPr lIns="45720" rIns="45720"/>
          <a:lstStyle/>
          <a:p>
            <a:r>
              <a:rPr lang="en-US"/>
              <a:t>Click to edit Master title style</a:t>
            </a:r>
          </a:p>
        </p:txBody>
      </p:sp>
      <p:sp>
        <p:nvSpPr>
          <p:cNvPr id="3" name="Date Placeholder 2">
            <a:extLst>
              <a:ext uri="{FF2B5EF4-FFF2-40B4-BE49-F238E27FC236}">
                <a16:creationId xmlns:a16="http://schemas.microsoft.com/office/drawing/2014/main" id="{44B3472C-7D95-F84A-A3A5-3FF355EE73E3}"/>
              </a:ext>
            </a:extLst>
          </p:cNvPr>
          <p:cNvSpPr>
            <a:spLocks noGrp="1"/>
          </p:cNvSpPr>
          <p:nvPr>
            <p:ph type="dt" sz="half" idx="10"/>
          </p:nvPr>
        </p:nvSpPr>
        <p:spPr>
          <a:xfrm>
            <a:off x="11559241" y="6921699"/>
            <a:ext cx="632759" cy="267660"/>
          </a:xfrm>
        </p:spPr>
        <p:txBody>
          <a:bodyPr/>
          <a:lstStyle/>
          <a:p>
            <a:endParaRPr lang="en-US"/>
          </a:p>
        </p:txBody>
      </p:sp>
      <p:grpSp>
        <p:nvGrpSpPr>
          <p:cNvPr id="8" name="Group 7">
            <a:extLst>
              <a:ext uri="{FF2B5EF4-FFF2-40B4-BE49-F238E27FC236}">
                <a16:creationId xmlns:a16="http://schemas.microsoft.com/office/drawing/2014/main" id="{001E12C9-7E6A-3FF5-9542-DAF9BD69DE4A}"/>
              </a:ext>
            </a:extLst>
          </p:cNvPr>
          <p:cNvGrpSpPr/>
          <p:nvPr userDrawn="1"/>
        </p:nvGrpSpPr>
        <p:grpSpPr>
          <a:xfrm>
            <a:off x="297307" y="6452912"/>
            <a:ext cx="740409" cy="274320"/>
            <a:chOff x="297230" y="6448851"/>
            <a:chExt cx="740216" cy="274320"/>
          </a:xfrm>
        </p:grpSpPr>
        <p:grpSp>
          <p:nvGrpSpPr>
            <p:cNvPr id="9" name="Group 8">
              <a:extLst>
                <a:ext uri="{FF2B5EF4-FFF2-40B4-BE49-F238E27FC236}">
                  <a16:creationId xmlns:a16="http://schemas.microsoft.com/office/drawing/2014/main" id="{DAB74E18-A0D8-D076-9E0A-B671CADAA295}"/>
                </a:ext>
              </a:extLst>
            </p:cNvPr>
            <p:cNvGrpSpPr/>
            <p:nvPr userDrawn="1"/>
          </p:nvGrpSpPr>
          <p:grpSpPr>
            <a:xfrm>
              <a:off x="297230" y="6448851"/>
              <a:ext cx="667327" cy="274320"/>
              <a:chOff x="530292" y="1144069"/>
              <a:chExt cx="667327" cy="274320"/>
            </a:xfrm>
          </p:grpSpPr>
          <p:pic>
            <p:nvPicPr>
              <p:cNvPr id="11" name="Picture 10">
                <a:extLst>
                  <a:ext uri="{FF2B5EF4-FFF2-40B4-BE49-F238E27FC236}">
                    <a16:creationId xmlns:a16="http://schemas.microsoft.com/office/drawing/2014/main" id="{8433A294-5286-3B22-4FB2-F2E40BF5C638}"/>
                  </a:ext>
                </a:extLst>
              </p:cNvPr>
              <p:cNvPicPr>
                <a:picLocks noChangeAspect="1"/>
              </p:cNvPicPr>
              <p:nvPr/>
            </p:nvPicPr>
            <p:blipFill>
              <a:blip r:embed="rId3"/>
              <a:stretch>
                <a:fillRect/>
              </a:stretch>
            </p:blipFill>
            <p:spPr>
              <a:xfrm>
                <a:off x="530292" y="1144069"/>
                <a:ext cx="271522" cy="274320"/>
              </a:xfrm>
              <a:prstGeom prst="rect">
                <a:avLst/>
              </a:prstGeom>
            </p:spPr>
          </p:pic>
          <p:pic>
            <p:nvPicPr>
              <p:cNvPr id="12" name="Picture 4">
                <a:extLst>
                  <a:ext uri="{FF2B5EF4-FFF2-40B4-BE49-F238E27FC236}">
                    <a16:creationId xmlns:a16="http://schemas.microsoft.com/office/drawing/2014/main" id="{42AB20F1-C7CA-C1E4-2721-2BFFEF490B26}"/>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997842" y="1144069"/>
                <a:ext cx="199777" cy="274320"/>
              </a:xfrm>
              <a:prstGeom prst="rect">
                <a:avLst/>
              </a:prstGeom>
            </p:spPr>
          </p:pic>
        </p:grpSp>
        <p:sp>
          <p:nvSpPr>
            <p:cNvPr id="10" name="TextBox 9">
              <a:extLst>
                <a:ext uri="{FF2B5EF4-FFF2-40B4-BE49-F238E27FC236}">
                  <a16:creationId xmlns:a16="http://schemas.microsoft.com/office/drawing/2014/main" id="{C7CAF233-972D-12A5-7B4E-D795319AC2C7}"/>
                </a:ext>
              </a:extLst>
            </p:cNvPr>
            <p:cNvSpPr txBox="1"/>
            <p:nvPr userDrawn="1"/>
          </p:nvSpPr>
          <p:spPr>
            <a:xfrm>
              <a:off x="518462" y="6462900"/>
              <a:ext cx="518984" cy="246221"/>
            </a:xfrm>
            <a:prstGeom prst="rect">
              <a:avLst/>
            </a:prstGeom>
            <a:noFill/>
          </p:spPr>
          <p:txBody>
            <a:bodyPr wrap="square" rtlCol="0">
              <a:spAutoFit/>
            </a:bodyPr>
            <a:lstStyle/>
            <a:p>
              <a:r>
                <a:rPr lang="en-US" sz="1000" b="0" i="0">
                  <a:latin typeface="Adobe Clean Light" panose="020B0303020404020204" pitchFamily="34" charset="0"/>
                </a:rPr>
                <a:t>&amp;</a:t>
              </a:r>
            </a:p>
          </p:txBody>
        </p:sp>
      </p:grpSp>
    </p:spTree>
    <p:extLst>
      <p:ext uri="{BB962C8B-B14F-4D97-AF65-F5344CB8AC3E}">
        <p14:creationId xmlns:p14="http://schemas.microsoft.com/office/powerpoint/2010/main" val="99990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userDrawn="1">
  <p:cSld name="Title and Text">
    <p:spTree>
      <p:nvGrpSpPr>
        <p:cNvPr id="1" name="Shape 79"/>
        <p:cNvGrpSpPr/>
        <p:nvPr/>
      </p:nvGrpSpPr>
      <p:grpSpPr>
        <a:xfrm>
          <a:off x="0" y="0"/>
          <a:ext cx="0" cy="0"/>
          <a:chOff x="0" y="0"/>
          <a:chExt cx="0" cy="0"/>
        </a:xfrm>
      </p:grpSpPr>
      <p:sp>
        <p:nvSpPr>
          <p:cNvPr id="4" name="Title 1">
            <a:extLst>
              <a:ext uri="{FF2B5EF4-FFF2-40B4-BE49-F238E27FC236}">
                <a16:creationId xmlns:a16="http://schemas.microsoft.com/office/drawing/2014/main" id="{33FE541B-5F2D-029C-A146-A86EE38474BC}"/>
              </a:ext>
            </a:extLst>
          </p:cNvPr>
          <p:cNvSpPr>
            <a:spLocks noGrp="1"/>
          </p:cNvSpPr>
          <p:nvPr>
            <p:ph type="title"/>
          </p:nvPr>
        </p:nvSpPr>
        <p:spPr>
          <a:xfrm>
            <a:off x="310897" y="150615"/>
            <a:ext cx="11494008" cy="646189"/>
          </a:xfrm>
          <a:prstGeom prst="rect">
            <a:avLst/>
          </a:prstGeom>
        </p:spPr>
        <p:txBody>
          <a:bodyPr lIns="45720" rIns="45720"/>
          <a:lstStyle/>
          <a:p>
            <a:r>
              <a:rPr lang="en-US"/>
              <a:t>Click to edit Master title style</a:t>
            </a:r>
          </a:p>
        </p:txBody>
      </p:sp>
      <p:sp>
        <p:nvSpPr>
          <p:cNvPr id="7" name="Slide Number Placeholder 5">
            <a:extLst>
              <a:ext uri="{FF2B5EF4-FFF2-40B4-BE49-F238E27FC236}">
                <a16:creationId xmlns:a16="http://schemas.microsoft.com/office/drawing/2014/main" id="{6EEED3C5-1FBD-9F95-90D4-86B25BF25F2A}"/>
              </a:ext>
            </a:extLst>
          </p:cNvPr>
          <p:cNvSpPr>
            <a:spLocks noGrp="1"/>
          </p:cNvSpPr>
          <p:nvPr>
            <p:ph type="sldNum" sz="quarter" idx="4"/>
          </p:nvPr>
        </p:nvSpPr>
        <p:spPr>
          <a:xfrm>
            <a:off x="5813393" y="6505935"/>
            <a:ext cx="565215" cy="168274"/>
          </a:xfrm>
          <a:prstGeom prst="rect">
            <a:avLst/>
          </a:prstGeom>
        </p:spPr>
        <p:txBody>
          <a:bodyPr vert="horz" lIns="108829" tIns="54414" rIns="108829" bIns="54414" rtlCol="0" anchor="ctr"/>
          <a:lstStyle>
            <a:lvl1pPr algn="r">
              <a:defRPr sz="800">
                <a:solidFill>
                  <a:srgbClr val="808080"/>
                </a:solidFill>
              </a:defRPr>
            </a:lvl1pPr>
          </a:lstStyle>
          <a:p>
            <a:pPr algn="ctr"/>
            <a:fld id="{90156F56-D5AE-4C6F-B826-C69D1BC521BB}" type="slidenum">
              <a:rPr lang="en-US" smtClean="0"/>
              <a:pPr algn="ctr"/>
              <a:t>‹#›</a:t>
            </a:fld>
            <a:endParaRPr lang="en-US"/>
          </a:p>
        </p:txBody>
      </p:sp>
    </p:spTree>
    <p:extLst>
      <p:ext uri="{BB962C8B-B14F-4D97-AF65-F5344CB8AC3E}">
        <p14:creationId xmlns:p14="http://schemas.microsoft.com/office/powerpoint/2010/main" val="35091087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pn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557CE-52E6-1FB8-260F-4B9972B7C98C}"/>
              </a:ext>
            </a:extLst>
          </p:cNvPr>
          <p:cNvSpPr>
            <a:spLocks noGrp="1"/>
          </p:cNvSpPr>
          <p:nvPr>
            <p:ph type="title"/>
          </p:nvPr>
        </p:nvSpPr>
        <p:spPr>
          <a:xfrm>
            <a:off x="609600" y="264085"/>
            <a:ext cx="10972800" cy="946389"/>
          </a:xfrm>
          <a:prstGeom prst="rect">
            <a:avLst/>
          </a:prstGeom>
        </p:spPr>
        <p:txBody>
          <a:bodyPr vert="horz" lIns="0" tIns="45720" rIns="0" bIns="45720" rtlCol="0" anchor="ctr"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207D5854-D623-623A-F51E-6C503DDDB9F4}"/>
              </a:ext>
            </a:extLst>
          </p:cNvPr>
          <p:cNvSpPr>
            <a:spLocks noGrp="1"/>
          </p:cNvSpPr>
          <p:nvPr>
            <p:ph type="body" idx="1"/>
          </p:nvPr>
        </p:nvSpPr>
        <p:spPr>
          <a:xfrm>
            <a:off x="609600" y="1334324"/>
            <a:ext cx="10972800" cy="4990276"/>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744D4F-1B98-83B7-DAEA-EBD830B4D85D}"/>
              </a:ext>
            </a:extLst>
          </p:cNvPr>
          <p:cNvSpPr>
            <a:spLocks noGrp="1"/>
          </p:cNvSpPr>
          <p:nvPr>
            <p:ph type="ftr" sz="quarter" idx="3"/>
          </p:nvPr>
        </p:nvSpPr>
        <p:spPr>
          <a:xfrm>
            <a:off x="1645920" y="6583680"/>
            <a:ext cx="7844778" cy="91440"/>
          </a:xfrm>
          <a:prstGeom prst="rect">
            <a:avLst/>
          </a:prstGeom>
        </p:spPr>
        <p:txBody>
          <a:bodyPr vert="horz" wrap="none" lIns="0" tIns="0" rIns="0" bIns="0" rtlCol="0" anchor="t" anchorCtr="0"/>
          <a:lstStyle>
            <a:lvl1pPr algn="l">
              <a:defRPr sz="600">
                <a:solidFill>
                  <a:srgbClr val="191919"/>
                </a:solidFill>
              </a:defRPr>
            </a:lvl1pPr>
          </a:lstStyle>
          <a:p>
            <a:endParaRPr lang="en-US"/>
          </a:p>
        </p:txBody>
      </p:sp>
      <p:sp>
        <p:nvSpPr>
          <p:cNvPr id="25" name="Copyright">
            <a:extLst>
              <a:ext uri="{FF2B5EF4-FFF2-40B4-BE49-F238E27FC236}">
                <a16:creationId xmlns:a16="http://schemas.microsoft.com/office/drawing/2014/main" id="{F00605C0-ED67-6D23-4441-6A67F9B2E445}"/>
              </a:ext>
            </a:extLst>
          </p:cNvPr>
          <p:cNvSpPr txBox="1"/>
          <p:nvPr userDrawn="1"/>
        </p:nvSpPr>
        <p:spPr>
          <a:xfrm>
            <a:off x="9835126" y="6583680"/>
            <a:ext cx="1747274"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191919"/>
                </a:solidFill>
                <a:latin typeface="Adobe Clean" panose="020B0503020404020204" pitchFamily="34" charset="0"/>
              </a:rPr>
              <a:t>© 2025 Adobe. All Rights Reserved. Adobe Confidential.</a:t>
            </a:r>
          </a:p>
        </p:txBody>
      </p:sp>
      <p:sp>
        <p:nvSpPr>
          <p:cNvPr id="6" name="Slide Number Placeholder 5">
            <a:extLst>
              <a:ext uri="{FF2B5EF4-FFF2-40B4-BE49-F238E27FC236}">
                <a16:creationId xmlns:a16="http://schemas.microsoft.com/office/drawing/2014/main" id="{83E5B87A-A7CF-09CF-30ED-83C44A71A0E8}"/>
              </a:ext>
            </a:extLst>
          </p:cNvPr>
          <p:cNvSpPr>
            <a:spLocks noGrp="1"/>
          </p:cNvSpPr>
          <p:nvPr>
            <p:ph type="sldNum" sz="quarter" idx="4"/>
          </p:nvPr>
        </p:nvSpPr>
        <p:spPr>
          <a:xfrm>
            <a:off x="11842316" y="6583680"/>
            <a:ext cx="89768" cy="92333"/>
          </a:xfrm>
          <a:prstGeom prst="rect">
            <a:avLst/>
          </a:prstGeom>
        </p:spPr>
        <p:txBody>
          <a:bodyPr wrap="none" lIns="0" tIns="0" rIns="0" bIns="0">
            <a:spAutoFit/>
          </a:bodyPr>
          <a:lstStyle>
            <a:lvl1pPr>
              <a:defRPr lang="en-US" sz="600" baseline="0" smtClean="0">
                <a:solidFill>
                  <a:srgbClr val="191919"/>
                </a:solidFill>
                <a:latin typeface="Adobe Clean" panose="020B0503020404020204" pitchFamily="34" charset="0"/>
              </a:defRPr>
            </a:lvl1pPr>
          </a:lstStyle>
          <a:p>
            <a:pPr algn="r"/>
            <a:fld id="{DEC9D0C1-7FBA-40E3-98AB-77B8E8CCE3DF}" type="slidenum">
              <a:rPr lang="en-US" smtClean="0"/>
              <a:pPr algn="r"/>
              <a:t>‹#›</a:t>
            </a:fld>
            <a:endParaRPr lang="en-US"/>
          </a:p>
        </p:txBody>
      </p:sp>
      <p:sp>
        <p:nvSpPr>
          <p:cNvPr id="4" name="Date Placeholder 3">
            <a:extLst>
              <a:ext uri="{FF2B5EF4-FFF2-40B4-BE49-F238E27FC236}">
                <a16:creationId xmlns:a16="http://schemas.microsoft.com/office/drawing/2014/main" id="{7DFD8D59-8A23-698A-D678-69D2440DB509}"/>
              </a:ext>
            </a:extLst>
          </p:cNvPr>
          <p:cNvSpPr>
            <a:spLocks noGrp="1"/>
          </p:cNvSpPr>
          <p:nvPr>
            <p:ph type="dt" sz="half" idx="2"/>
          </p:nvPr>
        </p:nvSpPr>
        <p:spPr>
          <a:xfrm>
            <a:off x="-1" y="7035913"/>
            <a:ext cx="355867" cy="107722"/>
          </a:xfrm>
          <a:prstGeom prst="rect">
            <a:avLst/>
          </a:prstGeom>
        </p:spPr>
        <p:txBody>
          <a:bodyPr vert="horz" wrap="none" lIns="0" tIns="0" rIns="0" bIns="0" rtlCol="0" anchor="ctr">
            <a:spAutoFit/>
          </a:bodyPr>
          <a:lstStyle>
            <a:lvl1pPr algn="l">
              <a:defRPr sz="700">
                <a:solidFill>
                  <a:schemeClr val="tx1">
                    <a:tint val="75000"/>
                  </a:schemeClr>
                </a:solidFill>
              </a:defRPr>
            </a:lvl1pPr>
          </a:lstStyle>
          <a:p>
            <a:fld id="{30169271-AB45-4F94-B977-1C39D03C236C}" type="datetime1">
              <a:rPr lang="en-US" smtClean="0"/>
              <a:t>3/5/26</a:t>
            </a:fld>
            <a:endParaRPr lang="en-US"/>
          </a:p>
        </p:txBody>
      </p:sp>
      <p:sp>
        <p:nvSpPr>
          <p:cNvPr id="9" name="1/4">
            <a:extLst>
              <a:ext uri="{FF2B5EF4-FFF2-40B4-BE49-F238E27FC236}">
                <a16:creationId xmlns:a16="http://schemas.microsoft.com/office/drawing/2014/main" id="{791B36FE-59D2-67F8-88FF-8BCBCAA1B94A}"/>
              </a:ext>
              <a:ext uri="{C183D7F6-B498-43B3-948B-1728B52AA6E4}">
                <adec:decorative xmlns:adec="http://schemas.microsoft.com/office/drawing/2017/decorative" val="1"/>
              </a:ext>
            </a:extLst>
          </p:cNvPr>
          <p:cNvSpPr txBox="1"/>
          <p:nvPr userDrawn="1"/>
        </p:nvSpPr>
        <p:spPr>
          <a:xfrm>
            <a:off x="3264969" y="-563502"/>
            <a:ext cx="163507" cy="153888"/>
          </a:xfrm>
          <a:prstGeom prst="rect">
            <a:avLst/>
          </a:prstGeom>
          <a:noFill/>
        </p:spPr>
        <p:txBody>
          <a:bodyPr wrap="square" lIns="0" tIns="0" rIns="0" bIns="0" rtlCol="0">
            <a:spAutoFit/>
          </a:bodyPr>
          <a:lstStyle/>
          <a:p>
            <a:pPr algn="ctr"/>
            <a:r>
              <a:rPr lang="en-US" sz="1000">
                <a:solidFill>
                  <a:schemeClr val="accent2">
                    <a:lumMod val="60000"/>
                    <a:lumOff val="40000"/>
                  </a:schemeClr>
                </a:solidFill>
                <a:latin typeface="+mj-lt"/>
              </a:rPr>
              <a:t>1/4</a:t>
            </a:r>
          </a:p>
        </p:txBody>
      </p:sp>
      <p:sp>
        <p:nvSpPr>
          <p:cNvPr id="10" name="2/4">
            <a:extLst>
              <a:ext uri="{FF2B5EF4-FFF2-40B4-BE49-F238E27FC236}">
                <a16:creationId xmlns:a16="http://schemas.microsoft.com/office/drawing/2014/main" id="{1D453459-F362-B9CD-880F-8901A7543B45}"/>
              </a:ext>
              <a:ext uri="{C183D7F6-B498-43B3-948B-1728B52AA6E4}">
                <adec:decorative xmlns:adec="http://schemas.microsoft.com/office/drawing/2017/decorative" val="1"/>
              </a:ext>
            </a:extLst>
          </p:cNvPr>
          <p:cNvSpPr txBox="1"/>
          <p:nvPr userDrawn="1"/>
        </p:nvSpPr>
        <p:spPr>
          <a:xfrm>
            <a:off x="6004629" y="-563502"/>
            <a:ext cx="182742"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2/4</a:t>
            </a:r>
          </a:p>
        </p:txBody>
      </p:sp>
      <p:sp>
        <p:nvSpPr>
          <p:cNvPr id="11" name="3/4">
            <a:extLst>
              <a:ext uri="{FF2B5EF4-FFF2-40B4-BE49-F238E27FC236}">
                <a16:creationId xmlns:a16="http://schemas.microsoft.com/office/drawing/2014/main" id="{8E72AC89-911C-7E96-6D33-BAF9B0DBE03B}"/>
              </a:ext>
              <a:ext uri="{C183D7F6-B498-43B3-948B-1728B52AA6E4}">
                <adec:decorative xmlns:adec="http://schemas.microsoft.com/office/drawing/2017/decorative" val="1"/>
              </a:ext>
            </a:extLst>
          </p:cNvPr>
          <p:cNvSpPr txBox="1"/>
          <p:nvPr userDrawn="1"/>
        </p:nvSpPr>
        <p:spPr>
          <a:xfrm>
            <a:off x="8745241" y="-563502"/>
            <a:ext cx="184346"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3/4</a:t>
            </a:r>
          </a:p>
        </p:txBody>
      </p:sp>
      <p:cxnSp>
        <p:nvCxnSpPr>
          <p:cNvPr id="12" name="2/3 arrow">
            <a:extLst>
              <a:ext uri="{FF2B5EF4-FFF2-40B4-BE49-F238E27FC236}">
                <a16:creationId xmlns:a16="http://schemas.microsoft.com/office/drawing/2014/main" id="{425FBE88-470E-60C6-8016-0453814D1C32}"/>
              </a:ext>
              <a:ext uri="{C183D7F6-B498-43B3-948B-1728B52AA6E4}">
                <adec:decorative xmlns:adec="http://schemas.microsoft.com/office/drawing/2017/decorative" val="1"/>
              </a:ext>
            </a:extLst>
          </p:cNvPr>
          <p:cNvCxnSpPr>
            <a:cxnSpLocks/>
          </p:cNvCxnSpPr>
          <p:nvPr userDrawn="1"/>
        </p:nvCxnSpPr>
        <p:spPr>
          <a:xfrm>
            <a:off x="7923212" y="-336411"/>
            <a:ext cx="0" cy="236135"/>
          </a:xfrm>
          <a:prstGeom prst="line">
            <a:avLst/>
          </a:prstGeom>
          <a:ln w="12700">
            <a:solidFill>
              <a:srgbClr val="C8C1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 name="1/3 arrow">
            <a:extLst>
              <a:ext uri="{FF2B5EF4-FFF2-40B4-BE49-F238E27FC236}">
                <a16:creationId xmlns:a16="http://schemas.microsoft.com/office/drawing/2014/main" id="{B121034D-56B4-850B-095F-50226D1D6260}"/>
              </a:ext>
              <a:ext uri="{C183D7F6-B498-43B3-948B-1728B52AA6E4}">
                <adec:decorative xmlns:adec="http://schemas.microsoft.com/office/drawing/2017/decorative" val="1"/>
              </a:ext>
            </a:extLst>
          </p:cNvPr>
          <p:cNvCxnSpPr>
            <a:cxnSpLocks/>
          </p:cNvCxnSpPr>
          <p:nvPr userDrawn="1"/>
        </p:nvCxnSpPr>
        <p:spPr>
          <a:xfrm>
            <a:off x="4266406" y="-336411"/>
            <a:ext cx="0" cy="236135"/>
          </a:xfrm>
          <a:prstGeom prst="line">
            <a:avLst/>
          </a:prstGeom>
          <a:ln w="12700">
            <a:solidFill>
              <a:srgbClr val="C8C1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4" name="2/3">
            <a:extLst>
              <a:ext uri="{FF2B5EF4-FFF2-40B4-BE49-F238E27FC236}">
                <a16:creationId xmlns:a16="http://schemas.microsoft.com/office/drawing/2014/main" id="{FC5A2A21-4D76-D3E5-F47D-FAAEDEFAE6F2}"/>
              </a:ext>
              <a:ext uri="{C183D7F6-B498-43B3-948B-1728B52AA6E4}">
                <adec:decorative xmlns:adec="http://schemas.microsoft.com/office/drawing/2017/decorative" val="1"/>
              </a:ext>
            </a:extLst>
          </p:cNvPr>
          <p:cNvSpPr txBox="1"/>
          <p:nvPr userDrawn="1"/>
        </p:nvSpPr>
        <p:spPr>
          <a:xfrm>
            <a:off x="7834245" y="-563502"/>
            <a:ext cx="177934" cy="153888"/>
          </a:xfrm>
          <a:prstGeom prst="rect">
            <a:avLst/>
          </a:prstGeom>
          <a:noFill/>
        </p:spPr>
        <p:txBody>
          <a:bodyPr wrap="none" lIns="0" tIns="0" rIns="0" bIns="0" rtlCol="0">
            <a:spAutoFit/>
          </a:bodyPr>
          <a:lstStyle/>
          <a:p>
            <a:pPr algn="ctr"/>
            <a:r>
              <a:rPr lang="en-US" sz="1000">
                <a:solidFill>
                  <a:srgbClr val="A185B6"/>
                </a:solidFill>
                <a:latin typeface="+mj-lt"/>
              </a:rPr>
              <a:t>2/3</a:t>
            </a:r>
          </a:p>
        </p:txBody>
      </p:sp>
      <p:sp>
        <p:nvSpPr>
          <p:cNvPr id="15" name="1/3">
            <a:extLst>
              <a:ext uri="{FF2B5EF4-FFF2-40B4-BE49-F238E27FC236}">
                <a16:creationId xmlns:a16="http://schemas.microsoft.com/office/drawing/2014/main" id="{31DF4110-6679-C48B-A68B-23CCE2DC7192}"/>
              </a:ext>
              <a:ext uri="{C183D7F6-B498-43B3-948B-1728B52AA6E4}">
                <adec:decorative xmlns:adec="http://schemas.microsoft.com/office/drawing/2017/decorative" val="1"/>
              </a:ext>
            </a:extLst>
          </p:cNvPr>
          <p:cNvSpPr txBox="1"/>
          <p:nvPr userDrawn="1"/>
        </p:nvSpPr>
        <p:spPr>
          <a:xfrm>
            <a:off x="4194051" y="-563502"/>
            <a:ext cx="158698" cy="153888"/>
          </a:xfrm>
          <a:prstGeom prst="rect">
            <a:avLst/>
          </a:prstGeom>
          <a:noFill/>
        </p:spPr>
        <p:txBody>
          <a:bodyPr wrap="none" lIns="0" tIns="0" rIns="0" bIns="0" rtlCol="0">
            <a:spAutoFit/>
          </a:bodyPr>
          <a:lstStyle/>
          <a:p>
            <a:pPr algn="ctr"/>
            <a:r>
              <a:rPr lang="en-US" sz="1000">
                <a:solidFill>
                  <a:srgbClr val="A185B6"/>
                </a:solidFill>
                <a:latin typeface="+mj-lt"/>
              </a:rPr>
              <a:t>1/3</a:t>
            </a:r>
          </a:p>
        </p:txBody>
      </p:sp>
      <p:cxnSp>
        <p:nvCxnSpPr>
          <p:cNvPr id="16" name="1/4 arrow">
            <a:extLst>
              <a:ext uri="{FF2B5EF4-FFF2-40B4-BE49-F238E27FC236}">
                <a16:creationId xmlns:a16="http://schemas.microsoft.com/office/drawing/2014/main" id="{654E8F9D-6C4E-05DA-FE73-546CD08C5B57}"/>
              </a:ext>
              <a:ext uri="{C183D7F6-B498-43B3-948B-1728B52AA6E4}">
                <adec:decorative xmlns:adec="http://schemas.microsoft.com/office/drawing/2017/decorative" val="1"/>
              </a:ext>
            </a:extLst>
          </p:cNvPr>
          <p:cNvCxnSpPr>
            <a:cxnSpLocks/>
          </p:cNvCxnSpPr>
          <p:nvPr userDrawn="1"/>
        </p:nvCxnSpPr>
        <p:spPr>
          <a:xfrm>
            <a:off x="3352205"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7" name="2/4 arrow">
            <a:extLst>
              <a:ext uri="{FF2B5EF4-FFF2-40B4-BE49-F238E27FC236}">
                <a16:creationId xmlns:a16="http://schemas.microsoft.com/office/drawing/2014/main" id="{DA346B2B-DF35-381D-9BDC-1CDA53FCF74A}"/>
              </a:ext>
              <a:ext uri="{C183D7F6-B498-43B3-948B-1728B52AA6E4}">
                <adec:decorative xmlns:adec="http://schemas.microsoft.com/office/drawing/2017/decorative" val="1"/>
              </a:ext>
            </a:extLst>
          </p:cNvPr>
          <p:cNvCxnSpPr>
            <a:cxnSpLocks/>
          </p:cNvCxnSpPr>
          <p:nvPr userDrawn="1"/>
        </p:nvCxnSpPr>
        <p:spPr>
          <a:xfrm>
            <a:off x="6096000"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8" name="3/4 arrow">
            <a:extLst>
              <a:ext uri="{FF2B5EF4-FFF2-40B4-BE49-F238E27FC236}">
                <a16:creationId xmlns:a16="http://schemas.microsoft.com/office/drawing/2014/main" id="{79D2891A-8FC3-A6BB-6113-BF32856BCF47}"/>
              </a:ext>
              <a:ext uri="{C183D7F6-B498-43B3-948B-1728B52AA6E4}">
                <adec:decorative xmlns:adec="http://schemas.microsoft.com/office/drawing/2017/decorative" val="1"/>
              </a:ext>
            </a:extLst>
          </p:cNvPr>
          <p:cNvCxnSpPr>
            <a:cxnSpLocks/>
          </p:cNvCxnSpPr>
          <p:nvPr userDrawn="1"/>
        </p:nvCxnSpPr>
        <p:spPr>
          <a:xfrm>
            <a:off x="8837414"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9" name="Grid Instrux">
            <a:extLst>
              <a:ext uri="{FF2B5EF4-FFF2-40B4-BE49-F238E27FC236}">
                <a16:creationId xmlns:a16="http://schemas.microsoft.com/office/drawing/2014/main" id="{02CAB0F6-BA9D-DC91-B680-B8B29A069DD5}"/>
              </a:ext>
              <a:ext uri="{C183D7F6-B498-43B3-948B-1728B52AA6E4}">
                <adec:decorative xmlns:adec="http://schemas.microsoft.com/office/drawing/2017/decorative" val="1"/>
              </a:ext>
            </a:extLst>
          </p:cNvPr>
          <p:cNvSpPr txBox="1"/>
          <p:nvPr userDrawn="1"/>
        </p:nvSpPr>
        <p:spPr>
          <a:xfrm>
            <a:off x="1157679" y="-549443"/>
            <a:ext cx="1764907" cy="369332"/>
          </a:xfrm>
          <a:prstGeom prst="rect">
            <a:avLst/>
          </a:prstGeom>
          <a:noFill/>
        </p:spPr>
        <p:txBody>
          <a:bodyPr wrap="none" lIns="0" tIns="0" rIns="0" bIns="0" rtlCol="0">
            <a:spAutoFit/>
          </a:bodyPr>
          <a:lstStyle/>
          <a:p>
            <a:pPr algn="l"/>
            <a:r>
              <a:rPr lang="en-US" sz="800">
                <a:solidFill>
                  <a:schemeClr val="bg1">
                    <a:lumMod val="65000"/>
                  </a:schemeClr>
                </a:solidFill>
                <a:latin typeface="+mj-lt"/>
              </a:rPr>
              <a:t>Turn on Guides to see the custom grid.</a:t>
            </a:r>
            <a:br>
              <a:rPr lang="en-US" sz="800">
                <a:solidFill>
                  <a:schemeClr val="bg1">
                    <a:lumMod val="65000"/>
                  </a:schemeClr>
                </a:solidFill>
                <a:latin typeface="+mj-lt"/>
              </a:rPr>
            </a:br>
            <a:r>
              <a:rPr lang="en-US" sz="800">
                <a:solidFill>
                  <a:schemeClr val="bg1">
                    <a:lumMod val="65000"/>
                  </a:schemeClr>
                </a:solidFill>
                <a:latin typeface="+mn-lt"/>
              </a:rPr>
              <a:t>Mac: Control-option-command-G</a:t>
            </a:r>
            <a:br>
              <a:rPr lang="en-US" sz="800">
                <a:solidFill>
                  <a:schemeClr val="bg1">
                    <a:lumMod val="65000"/>
                  </a:schemeClr>
                </a:solidFill>
                <a:latin typeface="+mn-lt"/>
              </a:rPr>
            </a:br>
            <a:r>
              <a:rPr lang="en-US" sz="800">
                <a:solidFill>
                  <a:schemeClr val="bg1">
                    <a:lumMod val="65000"/>
                  </a:schemeClr>
                </a:solidFill>
                <a:latin typeface="+mn-lt"/>
              </a:rPr>
              <a:t>Win: Alt-F9 (or Alt-Fn-F9 on some laptops)</a:t>
            </a:r>
          </a:p>
        </p:txBody>
      </p:sp>
      <p:sp>
        <p:nvSpPr>
          <p:cNvPr id="7" name="Thread">
            <a:extLst>
              <a:ext uri="{FF2B5EF4-FFF2-40B4-BE49-F238E27FC236}">
                <a16:creationId xmlns:a16="http://schemas.microsoft.com/office/drawing/2014/main" id="{85D60DD5-372A-259D-1420-29F0B57C16CA}"/>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1/4">
            <a:extLst>
              <a:ext uri="{FF2B5EF4-FFF2-40B4-BE49-F238E27FC236}">
                <a16:creationId xmlns:a16="http://schemas.microsoft.com/office/drawing/2014/main" id="{424377ED-B64A-B4C7-0B71-A4CF8A90AED7}"/>
              </a:ext>
              <a:ext uri="{C183D7F6-B498-43B3-948B-1728B52AA6E4}">
                <adec:decorative xmlns:adec="http://schemas.microsoft.com/office/drawing/2017/decorative" val="1"/>
              </a:ext>
            </a:extLst>
          </p:cNvPr>
          <p:cNvSpPr txBox="1"/>
          <p:nvPr userDrawn="1"/>
        </p:nvSpPr>
        <p:spPr>
          <a:xfrm>
            <a:off x="12576881" y="2509117"/>
            <a:ext cx="163507"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1/4</a:t>
            </a:r>
          </a:p>
        </p:txBody>
      </p:sp>
      <p:sp>
        <p:nvSpPr>
          <p:cNvPr id="33" name="2/4">
            <a:extLst>
              <a:ext uri="{FF2B5EF4-FFF2-40B4-BE49-F238E27FC236}">
                <a16:creationId xmlns:a16="http://schemas.microsoft.com/office/drawing/2014/main" id="{51F3C041-8ED9-0DA6-BEAB-D9FCBAB6CCFF}"/>
              </a:ext>
              <a:ext uri="{C183D7F6-B498-43B3-948B-1728B52AA6E4}">
                <adec:decorative xmlns:adec="http://schemas.microsoft.com/office/drawing/2017/decorative" val="1"/>
              </a:ext>
            </a:extLst>
          </p:cNvPr>
          <p:cNvSpPr txBox="1"/>
          <p:nvPr userDrawn="1"/>
        </p:nvSpPr>
        <p:spPr>
          <a:xfrm>
            <a:off x="12586321" y="3754563"/>
            <a:ext cx="182742" cy="153888"/>
          </a:xfrm>
          <a:prstGeom prst="rect">
            <a:avLst/>
          </a:prstGeom>
          <a:noFill/>
        </p:spPr>
        <p:txBody>
          <a:bodyPr wrap="square" lIns="0" tIns="0" rIns="0" bIns="0" rtlCol="0">
            <a:spAutoFit/>
          </a:bodyPr>
          <a:lstStyle/>
          <a:p>
            <a:pPr algn="ctr"/>
            <a:r>
              <a:rPr lang="en-US" sz="1000">
                <a:solidFill>
                  <a:schemeClr val="accent2">
                    <a:lumMod val="60000"/>
                    <a:lumOff val="40000"/>
                  </a:schemeClr>
                </a:solidFill>
                <a:latin typeface="+mj-lt"/>
              </a:rPr>
              <a:t>2/4</a:t>
            </a:r>
          </a:p>
        </p:txBody>
      </p:sp>
      <p:sp>
        <p:nvSpPr>
          <p:cNvPr id="34" name="3/4">
            <a:extLst>
              <a:ext uri="{FF2B5EF4-FFF2-40B4-BE49-F238E27FC236}">
                <a16:creationId xmlns:a16="http://schemas.microsoft.com/office/drawing/2014/main" id="{F2D0D8E2-527A-4BB8-6B7E-6D57BEB7FA78}"/>
              </a:ext>
              <a:ext uri="{C183D7F6-B498-43B3-948B-1728B52AA6E4}">
                <adec:decorative xmlns:adec="http://schemas.microsoft.com/office/drawing/2017/decorative" val="1"/>
              </a:ext>
            </a:extLst>
          </p:cNvPr>
          <p:cNvSpPr txBox="1"/>
          <p:nvPr userDrawn="1"/>
        </p:nvSpPr>
        <p:spPr>
          <a:xfrm>
            <a:off x="12644053" y="4987532"/>
            <a:ext cx="184346"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3/4</a:t>
            </a:r>
          </a:p>
        </p:txBody>
      </p:sp>
      <p:cxnSp>
        <p:nvCxnSpPr>
          <p:cNvPr id="35" name="1/4 arrow">
            <a:extLst>
              <a:ext uri="{FF2B5EF4-FFF2-40B4-BE49-F238E27FC236}">
                <a16:creationId xmlns:a16="http://schemas.microsoft.com/office/drawing/2014/main" id="{A418B525-C17C-C5AB-54B3-D48D2031FC62}"/>
              </a:ext>
              <a:ext uri="{C183D7F6-B498-43B3-948B-1728B52AA6E4}">
                <adec:decorative xmlns:adec="http://schemas.microsoft.com/office/drawing/2017/decorative" val="1"/>
              </a:ext>
            </a:extLst>
          </p:cNvPr>
          <p:cNvCxnSpPr>
            <a:cxnSpLocks/>
          </p:cNvCxnSpPr>
          <p:nvPr userDrawn="1"/>
        </p:nvCxnSpPr>
        <p:spPr>
          <a:xfrm flipH="1">
            <a:off x="12278497" y="2580869"/>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0" name="1/4 arrow">
            <a:extLst>
              <a:ext uri="{FF2B5EF4-FFF2-40B4-BE49-F238E27FC236}">
                <a16:creationId xmlns:a16="http://schemas.microsoft.com/office/drawing/2014/main" id="{9832C6B5-4860-2934-2206-0B5B7FF6B0DA}"/>
              </a:ext>
              <a:ext uri="{C183D7F6-B498-43B3-948B-1728B52AA6E4}">
                <adec:decorative xmlns:adec="http://schemas.microsoft.com/office/drawing/2017/decorative" val="1"/>
              </a:ext>
            </a:extLst>
          </p:cNvPr>
          <p:cNvCxnSpPr>
            <a:cxnSpLocks/>
          </p:cNvCxnSpPr>
          <p:nvPr userDrawn="1"/>
        </p:nvCxnSpPr>
        <p:spPr>
          <a:xfrm flipH="1">
            <a:off x="12278497" y="1334324"/>
            <a:ext cx="222825" cy="0"/>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2" name="1/4 arrow">
            <a:extLst>
              <a:ext uri="{FF2B5EF4-FFF2-40B4-BE49-F238E27FC236}">
                <a16:creationId xmlns:a16="http://schemas.microsoft.com/office/drawing/2014/main" id="{0F8F2023-3069-3524-187F-DCC6A0F9C743}"/>
              </a:ext>
              <a:ext uri="{C183D7F6-B498-43B3-948B-1728B52AA6E4}">
                <adec:decorative xmlns:adec="http://schemas.microsoft.com/office/drawing/2017/decorative" val="1"/>
              </a:ext>
            </a:extLst>
          </p:cNvPr>
          <p:cNvCxnSpPr>
            <a:cxnSpLocks/>
          </p:cNvCxnSpPr>
          <p:nvPr userDrawn="1"/>
        </p:nvCxnSpPr>
        <p:spPr>
          <a:xfrm flipH="1">
            <a:off x="12278497" y="5073959"/>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3" name="1/4 arrow">
            <a:extLst>
              <a:ext uri="{FF2B5EF4-FFF2-40B4-BE49-F238E27FC236}">
                <a16:creationId xmlns:a16="http://schemas.microsoft.com/office/drawing/2014/main" id="{A8ED2DAB-B3D9-1EA2-514C-8A23C04556CE}"/>
              </a:ext>
              <a:ext uri="{C183D7F6-B498-43B3-948B-1728B52AA6E4}">
                <adec:decorative xmlns:adec="http://schemas.microsoft.com/office/drawing/2017/decorative" val="1"/>
              </a:ext>
            </a:extLst>
          </p:cNvPr>
          <p:cNvCxnSpPr>
            <a:cxnSpLocks/>
          </p:cNvCxnSpPr>
          <p:nvPr userDrawn="1"/>
        </p:nvCxnSpPr>
        <p:spPr>
          <a:xfrm flipH="1">
            <a:off x="12278497" y="3827414"/>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4" name="1/4">
            <a:extLst>
              <a:ext uri="{FF2B5EF4-FFF2-40B4-BE49-F238E27FC236}">
                <a16:creationId xmlns:a16="http://schemas.microsoft.com/office/drawing/2014/main" id="{C8CA6760-80AA-0257-95D3-4B4DE6DE78FD}"/>
              </a:ext>
              <a:ext uri="{C183D7F6-B498-43B3-948B-1728B52AA6E4}">
                <adec:decorative xmlns:adec="http://schemas.microsoft.com/office/drawing/2017/decorative" val="1"/>
              </a:ext>
            </a:extLst>
          </p:cNvPr>
          <p:cNvSpPr txBox="1"/>
          <p:nvPr userDrawn="1"/>
        </p:nvSpPr>
        <p:spPr>
          <a:xfrm>
            <a:off x="12529254" y="1281863"/>
            <a:ext cx="290143"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HEADER</a:t>
            </a:r>
          </a:p>
        </p:txBody>
      </p:sp>
      <p:cxnSp>
        <p:nvCxnSpPr>
          <p:cNvPr id="45" name="1/4 arrow">
            <a:extLst>
              <a:ext uri="{FF2B5EF4-FFF2-40B4-BE49-F238E27FC236}">
                <a16:creationId xmlns:a16="http://schemas.microsoft.com/office/drawing/2014/main" id="{74375429-3C84-68A9-2613-B48F5A529F30}"/>
              </a:ext>
              <a:ext uri="{C183D7F6-B498-43B3-948B-1728B52AA6E4}">
                <adec:decorative xmlns:adec="http://schemas.microsoft.com/office/drawing/2017/decorative" val="1"/>
              </a:ext>
            </a:extLst>
          </p:cNvPr>
          <p:cNvCxnSpPr>
            <a:cxnSpLocks/>
          </p:cNvCxnSpPr>
          <p:nvPr userDrawn="1"/>
        </p:nvCxnSpPr>
        <p:spPr>
          <a:xfrm flipH="1">
            <a:off x="12278497" y="6320504"/>
            <a:ext cx="222825" cy="0"/>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6" name="1/4">
            <a:extLst>
              <a:ext uri="{FF2B5EF4-FFF2-40B4-BE49-F238E27FC236}">
                <a16:creationId xmlns:a16="http://schemas.microsoft.com/office/drawing/2014/main" id="{1B81506B-B5BB-D6F5-CFE5-02E97E3AFEF1}"/>
              </a:ext>
              <a:ext uri="{C183D7F6-B498-43B3-948B-1728B52AA6E4}">
                <adec:decorative xmlns:adec="http://schemas.microsoft.com/office/drawing/2017/decorative" val="1"/>
              </a:ext>
            </a:extLst>
          </p:cNvPr>
          <p:cNvSpPr txBox="1"/>
          <p:nvPr userDrawn="1"/>
        </p:nvSpPr>
        <p:spPr>
          <a:xfrm>
            <a:off x="12532460" y="6268043"/>
            <a:ext cx="283732"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FOOTER</a:t>
            </a:r>
          </a:p>
        </p:txBody>
      </p:sp>
      <p:cxnSp>
        <p:nvCxnSpPr>
          <p:cNvPr id="24" name="1/4 arrow">
            <a:extLst>
              <a:ext uri="{FF2B5EF4-FFF2-40B4-BE49-F238E27FC236}">
                <a16:creationId xmlns:a16="http://schemas.microsoft.com/office/drawing/2014/main" id="{FA5D0519-5451-A608-D797-03460DF8E37A}"/>
              </a:ext>
              <a:ext uri="{C183D7F6-B498-43B3-948B-1728B52AA6E4}">
                <adec:decorative xmlns:adec="http://schemas.microsoft.com/office/drawing/2017/decorative" val="1"/>
              </a:ext>
            </a:extLst>
          </p:cNvPr>
          <p:cNvCxnSpPr>
            <a:cxnSpLocks/>
          </p:cNvCxnSpPr>
          <p:nvPr userDrawn="1"/>
        </p:nvCxnSpPr>
        <p:spPr>
          <a:xfrm>
            <a:off x="609600" y="-336411"/>
            <a:ext cx="0" cy="236135"/>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6" name="3/4 arrow">
            <a:extLst>
              <a:ext uri="{FF2B5EF4-FFF2-40B4-BE49-F238E27FC236}">
                <a16:creationId xmlns:a16="http://schemas.microsoft.com/office/drawing/2014/main" id="{434EAFBE-DCAD-A7F5-09D7-04281AF8FDF5}"/>
              </a:ext>
              <a:ext uri="{C183D7F6-B498-43B3-948B-1728B52AA6E4}">
                <adec:decorative xmlns:adec="http://schemas.microsoft.com/office/drawing/2017/decorative" val="1"/>
              </a:ext>
            </a:extLst>
          </p:cNvPr>
          <p:cNvCxnSpPr>
            <a:cxnSpLocks/>
          </p:cNvCxnSpPr>
          <p:nvPr userDrawn="1"/>
        </p:nvCxnSpPr>
        <p:spPr>
          <a:xfrm>
            <a:off x="11580018" y="-336411"/>
            <a:ext cx="0" cy="236135"/>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7" name="1/4">
            <a:extLst>
              <a:ext uri="{FF2B5EF4-FFF2-40B4-BE49-F238E27FC236}">
                <a16:creationId xmlns:a16="http://schemas.microsoft.com/office/drawing/2014/main" id="{B26847F7-BAAC-4F5F-C73B-C98C0D60DBDC}"/>
              </a:ext>
              <a:ext uri="{C183D7F6-B498-43B3-948B-1728B52AA6E4}">
                <adec:decorative xmlns:adec="http://schemas.microsoft.com/office/drawing/2017/decorative" val="1"/>
              </a:ext>
            </a:extLst>
          </p:cNvPr>
          <p:cNvSpPr txBox="1"/>
          <p:nvPr userDrawn="1"/>
        </p:nvSpPr>
        <p:spPr>
          <a:xfrm>
            <a:off x="370753" y="-532724"/>
            <a:ext cx="477695"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LEFT MARGIN</a:t>
            </a:r>
          </a:p>
        </p:txBody>
      </p:sp>
      <p:sp>
        <p:nvSpPr>
          <p:cNvPr id="28" name="1/4">
            <a:extLst>
              <a:ext uri="{FF2B5EF4-FFF2-40B4-BE49-F238E27FC236}">
                <a16:creationId xmlns:a16="http://schemas.microsoft.com/office/drawing/2014/main" id="{C37489DE-748C-5EF5-A2DC-16A403A0AC9F}"/>
              </a:ext>
              <a:ext uri="{C183D7F6-B498-43B3-948B-1728B52AA6E4}">
                <adec:decorative xmlns:adec="http://schemas.microsoft.com/office/drawing/2017/decorative" val="1"/>
              </a:ext>
            </a:extLst>
          </p:cNvPr>
          <p:cNvSpPr txBox="1"/>
          <p:nvPr userDrawn="1"/>
        </p:nvSpPr>
        <p:spPr>
          <a:xfrm>
            <a:off x="11314721" y="-532724"/>
            <a:ext cx="530594"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RIGHT MARGIN</a:t>
            </a:r>
          </a:p>
        </p:txBody>
      </p:sp>
      <p:pic>
        <p:nvPicPr>
          <p:cNvPr id="21" name="Picture 20" descr="A red and black number&#10;&#10;Description automatically generated">
            <a:extLst>
              <a:ext uri="{FF2B5EF4-FFF2-40B4-BE49-F238E27FC236}">
                <a16:creationId xmlns:a16="http://schemas.microsoft.com/office/drawing/2014/main" id="{90D99A4A-A7D4-0CC7-5FD2-1E4A30D358E9}"/>
              </a:ext>
            </a:extLst>
          </p:cNvPr>
          <p:cNvPicPr>
            <a:picLocks noChangeAspect="1"/>
          </p:cNvPicPr>
          <p:nvPr userDrawn="1"/>
        </p:nvPicPr>
        <p:blipFill>
          <a:blip r:embed="rId58">
            <a:extLst>
              <a:ext uri="{28A0092B-C50C-407E-A947-70E740481C1C}">
                <a14:useLocalDpi xmlns:a14="http://schemas.microsoft.com/office/drawing/2010/main" val="0"/>
              </a:ext>
            </a:extLst>
          </a:blip>
          <a:stretch>
            <a:fillRect/>
          </a:stretch>
        </p:blipFill>
        <p:spPr>
          <a:xfrm>
            <a:off x="609600" y="6518398"/>
            <a:ext cx="603504" cy="145847"/>
          </a:xfrm>
          <a:prstGeom prst="rect">
            <a:avLst/>
          </a:prstGeom>
        </p:spPr>
      </p:pic>
    </p:spTree>
    <p:extLst>
      <p:ext uri="{BB962C8B-B14F-4D97-AF65-F5344CB8AC3E}">
        <p14:creationId xmlns:p14="http://schemas.microsoft.com/office/powerpoint/2010/main" val="315922790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707" r:id="rId3"/>
    <p:sldLayoutId id="2147483661" r:id="rId4"/>
    <p:sldLayoutId id="2147483651" r:id="rId5"/>
    <p:sldLayoutId id="2147483650" r:id="rId6"/>
    <p:sldLayoutId id="2147483697" r:id="rId7"/>
    <p:sldLayoutId id="2147483699" r:id="rId8"/>
    <p:sldLayoutId id="2147483703" r:id="rId9"/>
    <p:sldLayoutId id="2147483708" r:id="rId10"/>
    <p:sldLayoutId id="2147483712" r:id="rId11"/>
    <p:sldLayoutId id="2147483724" r:id="rId12"/>
    <p:sldLayoutId id="2147483718" r:id="rId13"/>
    <p:sldLayoutId id="2147483710" r:id="rId14"/>
    <p:sldLayoutId id="2147483713" r:id="rId15"/>
    <p:sldLayoutId id="2147483722" r:id="rId16"/>
    <p:sldLayoutId id="2147483683" r:id="rId17"/>
    <p:sldLayoutId id="2147483684" r:id="rId18"/>
    <p:sldLayoutId id="2147483685" r:id="rId19"/>
    <p:sldLayoutId id="2147483726" r:id="rId20"/>
    <p:sldLayoutId id="2147483682" r:id="rId21"/>
    <p:sldLayoutId id="2147483680" r:id="rId22"/>
    <p:sldLayoutId id="2147483677" r:id="rId23"/>
    <p:sldLayoutId id="2147483714" r:id="rId24"/>
    <p:sldLayoutId id="2147483662" r:id="rId25"/>
    <p:sldLayoutId id="2147483663" r:id="rId26"/>
    <p:sldLayoutId id="2147483664" r:id="rId27"/>
    <p:sldLayoutId id="2147483698" r:id="rId28"/>
    <p:sldLayoutId id="2147483700" r:id="rId29"/>
    <p:sldLayoutId id="2147483704" r:id="rId30"/>
    <p:sldLayoutId id="2147483709" r:id="rId31"/>
    <p:sldLayoutId id="2147483716" r:id="rId32"/>
    <p:sldLayoutId id="2147483725" r:id="rId33"/>
    <p:sldLayoutId id="2147483719" r:id="rId34"/>
    <p:sldLayoutId id="2147483711" r:id="rId35"/>
    <p:sldLayoutId id="2147483717" r:id="rId36"/>
    <p:sldLayoutId id="2147483723" r:id="rId37"/>
    <p:sldLayoutId id="2147483688" r:id="rId38"/>
    <p:sldLayoutId id="2147483691" r:id="rId39"/>
    <p:sldLayoutId id="2147483694" r:id="rId40"/>
    <p:sldLayoutId id="2147483727" r:id="rId41"/>
    <p:sldLayoutId id="2147483686" r:id="rId42"/>
    <p:sldLayoutId id="2147483689" r:id="rId43"/>
    <p:sldLayoutId id="2147483692" r:id="rId44"/>
    <p:sldLayoutId id="2147483715" r:id="rId45"/>
    <p:sldLayoutId id="2147483706" r:id="rId46"/>
    <p:sldLayoutId id="2147483655" r:id="rId47"/>
    <p:sldLayoutId id="2147483695" r:id="rId48"/>
    <p:sldLayoutId id="2147483665" r:id="rId49"/>
    <p:sldLayoutId id="2147483701" r:id="rId50"/>
    <p:sldLayoutId id="2147483702" r:id="rId51"/>
    <p:sldLayoutId id="2147483705" r:id="rId52"/>
    <p:sldLayoutId id="2147483671" r:id="rId53"/>
    <p:sldLayoutId id="2147483676" r:id="rId54"/>
    <p:sldLayoutId id="2147483728" r:id="rId55"/>
    <p:sldLayoutId id="2147483729" r:id="rId56"/>
  </p:sldLayoutIdLst>
  <p:hf sldNum="0" hdr="0" ftr="0" dt="0"/>
  <p:txStyles>
    <p:titleStyle>
      <a:lvl1pPr algn="l" defTabSz="914400" rtl="0" eaLnBrk="1" latinLnBrk="0" hangingPunct="1">
        <a:lnSpc>
          <a:spcPct val="80000"/>
        </a:lnSpc>
        <a:spcBef>
          <a:spcPct val="0"/>
        </a:spcBef>
        <a:buNone/>
        <a:defRPr sz="3200" kern="1200" spc="-100" baseline="0">
          <a:solidFill>
            <a:schemeClr val="tx1"/>
          </a:solidFill>
          <a:latin typeface="+mj-lt"/>
          <a:ea typeface="+mj-ea"/>
          <a:cs typeface="+mj-cs"/>
        </a:defRPr>
      </a:lvl1pPr>
    </p:titleStyle>
    <p:bodyStyle>
      <a:lvl1pPr marL="182563" indent="-182563" algn="l" defTabSz="914400" rtl="0" eaLnBrk="1" latinLnBrk="0" hangingPunct="1">
        <a:lnSpc>
          <a:spcPct val="110000"/>
        </a:lnSpc>
        <a:spcBef>
          <a:spcPts val="1200"/>
        </a:spcBef>
        <a:spcAft>
          <a:spcPts val="0"/>
        </a:spcAft>
        <a:buSzPct val="70000"/>
        <a:buFont typeface="Wingdings" panose="05000000000000000000" pitchFamily="2" charset="2"/>
        <a:buChar char="§"/>
        <a:defRPr sz="2000" kern="1200">
          <a:solidFill>
            <a:schemeClr val="tx1"/>
          </a:solidFill>
          <a:latin typeface="+mn-lt"/>
          <a:ea typeface="+mn-ea"/>
          <a:cs typeface="+mn-cs"/>
        </a:defRPr>
      </a:lvl1pPr>
      <a:lvl2pPr marL="382588" indent="-157163" algn="l" defTabSz="914400" rtl="0" eaLnBrk="1" latinLnBrk="0" hangingPunct="1">
        <a:lnSpc>
          <a:spcPct val="110000"/>
        </a:lnSpc>
        <a:spcBef>
          <a:spcPts val="1200"/>
        </a:spcBef>
        <a:spcAft>
          <a:spcPts val="0"/>
        </a:spcAft>
        <a:buSzPct val="70000"/>
        <a:buFont typeface="Wingdings" panose="05000000000000000000" pitchFamily="2" charset="2"/>
        <a:buChar char="§"/>
        <a:defRPr sz="1400" kern="1200">
          <a:solidFill>
            <a:schemeClr val="tx1"/>
          </a:solidFill>
          <a:latin typeface="+mn-lt"/>
          <a:ea typeface="+mn-ea"/>
          <a:cs typeface="+mn-cs"/>
        </a:defRPr>
      </a:lvl2pPr>
      <a:lvl3pPr marL="581025" indent="-14287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3pPr>
      <a:lvl4pPr marL="669925" indent="-12382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4pPr>
      <a:lvl5pPr marL="846138" indent="-130175" algn="l" defTabSz="914400" rtl="0" eaLnBrk="1" latinLnBrk="0" hangingPunct="1">
        <a:lnSpc>
          <a:spcPct val="110000"/>
        </a:lnSpc>
        <a:spcBef>
          <a:spcPts val="1200"/>
        </a:spcBef>
        <a:spcAft>
          <a:spcPts val="0"/>
        </a:spcAft>
        <a:buSzPct val="70000"/>
        <a:buFont typeface="Wingdings" panose="05000000000000000000" pitchFamily="2" charset="2"/>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0" userDrawn="1">
          <p15:clr>
            <a:srgbClr val="A4A3A4"/>
          </p15:clr>
        </p15:guide>
        <p15:guide id="2" pos="384" userDrawn="1">
          <p15:clr>
            <a:srgbClr val="A4A3A4"/>
          </p15:clr>
        </p15:guide>
        <p15:guide id="3" pos="7296" userDrawn="1">
          <p15:clr>
            <a:srgbClr val="A4A3A4"/>
          </p15:clr>
        </p15:guide>
        <p15:guide id="4" orient="horz" pos="398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7FFFFE16_6A3D15E9.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56.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56.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9.xml"/><Relationship Id="rId5" Type="http://schemas.openxmlformats.org/officeDocument/2006/relationships/image" Target="../media/image21.sv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EE037C-0F40-CB1D-0230-2F24D8149FFA}"/>
              </a:ext>
            </a:extLst>
          </p:cNvPr>
          <p:cNvSpPr>
            <a:spLocks noGrp="1"/>
          </p:cNvSpPr>
          <p:nvPr>
            <p:ph type="ctrTitle"/>
          </p:nvPr>
        </p:nvSpPr>
        <p:spPr>
          <a:xfrm>
            <a:off x="609600" y="1503345"/>
            <a:ext cx="10972800" cy="2387600"/>
          </a:xfrm>
        </p:spPr>
        <p:txBody>
          <a:bodyPr/>
          <a:lstStyle/>
          <a:p>
            <a:r>
              <a:rPr lang="en-US"/>
              <a:t>Adobe Adoption &amp; Enablement Strategy</a:t>
            </a:r>
          </a:p>
        </p:txBody>
      </p:sp>
      <p:sp>
        <p:nvSpPr>
          <p:cNvPr id="5" name="Subtitle 4">
            <a:extLst>
              <a:ext uri="{FF2B5EF4-FFF2-40B4-BE49-F238E27FC236}">
                <a16:creationId xmlns:a16="http://schemas.microsoft.com/office/drawing/2014/main" id="{F85CD386-4AE0-2DC3-59B7-3F3916E5F11E}"/>
              </a:ext>
            </a:extLst>
          </p:cNvPr>
          <p:cNvSpPr>
            <a:spLocks noGrp="1"/>
          </p:cNvSpPr>
          <p:nvPr>
            <p:ph type="subTitle" idx="1"/>
          </p:nvPr>
        </p:nvSpPr>
        <p:spPr>
          <a:xfrm>
            <a:off x="609600" y="4160855"/>
            <a:ext cx="10972800" cy="1015965"/>
          </a:xfrm>
        </p:spPr>
        <p:txBody>
          <a:bodyPr vert="horz" lIns="0" tIns="45720" rIns="0" bIns="45720" rtlCol="0" anchor="t">
            <a:normAutofit/>
          </a:bodyPr>
          <a:lstStyle/>
          <a:p>
            <a:r>
              <a:rPr lang="en-US">
                <a:latin typeface="Adobe Clean Light"/>
              </a:rPr>
              <a:t>March 5, 2025</a:t>
            </a:r>
          </a:p>
        </p:txBody>
      </p:sp>
    </p:spTree>
    <p:extLst>
      <p:ext uri="{BB962C8B-B14F-4D97-AF65-F5344CB8AC3E}">
        <p14:creationId xmlns:p14="http://schemas.microsoft.com/office/powerpoint/2010/main" val="3007187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9A301-3804-D7EC-DF06-1C76BEBAA5B2}"/>
              </a:ext>
            </a:extLst>
          </p:cNvPr>
          <p:cNvSpPr>
            <a:spLocks noGrp="1"/>
          </p:cNvSpPr>
          <p:nvPr>
            <p:ph type="title"/>
          </p:nvPr>
        </p:nvSpPr>
        <p:spPr>
          <a:xfrm>
            <a:off x="609600" y="264086"/>
            <a:ext cx="10972800" cy="686410"/>
          </a:xfrm>
        </p:spPr>
        <p:txBody>
          <a:bodyPr/>
          <a:lstStyle/>
          <a:p>
            <a:r>
              <a:rPr lang="en-US" dirty="0">
                <a:ea typeface="+mj-lt"/>
                <a:cs typeface="+mj-lt"/>
              </a:rPr>
              <a:t>Where We Stand — And Where We Go Next</a:t>
            </a:r>
          </a:p>
        </p:txBody>
      </p:sp>
      <p:sp>
        <p:nvSpPr>
          <p:cNvPr id="4" name="TextBox 3">
            <a:extLst>
              <a:ext uri="{FF2B5EF4-FFF2-40B4-BE49-F238E27FC236}">
                <a16:creationId xmlns:a16="http://schemas.microsoft.com/office/drawing/2014/main" id="{9FE5BE07-A3E1-DCA9-022C-63CD974927FF}"/>
              </a:ext>
            </a:extLst>
          </p:cNvPr>
          <p:cNvSpPr txBox="1"/>
          <p:nvPr/>
        </p:nvSpPr>
        <p:spPr>
          <a:xfrm>
            <a:off x="609600" y="890336"/>
            <a:ext cx="9347200" cy="68601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What Has Been Accomplished</a:t>
            </a:r>
          </a:p>
          <a:p>
            <a:endParaRPr lang="en-US" dirty="0"/>
          </a:p>
          <a:p>
            <a:pPr marL="228600" indent="-228600">
              <a:buFont typeface=""/>
              <a:buChar char="•"/>
            </a:pPr>
            <a:r>
              <a:rPr lang="en-US" dirty="0"/>
              <a:t>Migration to </a:t>
            </a:r>
            <a:r>
              <a:rPr lang="en-US" b="1" dirty="0"/>
              <a:t>AEM as a Cloud Service (AEMaaCS)</a:t>
            </a:r>
          </a:p>
          <a:p>
            <a:pPr marL="685800" lvl="1" indent="-228600">
              <a:buFont typeface=""/>
              <a:buChar char="•"/>
            </a:pPr>
            <a:r>
              <a:rPr lang="en-US" dirty="0"/>
              <a:t>hardrock.com and reverb.hardrock.com are live, Careers site launching March 23</a:t>
            </a:r>
          </a:p>
          <a:p>
            <a:pPr marL="228600" indent="-228600">
              <a:buFont typeface=""/>
              <a:buChar char="•"/>
            </a:pPr>
            <a:r>
              <a:rPr lang="en-US" dirty="0"/>
              <a:t>Established Sites &amp; Assets capabilities, scalable application framework, and cloud-native infrastructure.</a:t>
            </a:r>
          </a:p>
          <a:p>
            <a:pPr marL="228600" indent="-228600">
              <a:buFont typeface=""/>
              <a:buChar char="•"/>
            </a:pPr>
            <a:r>
              <a:rPr lang="en-US" dirty="0"/>
              <a:t>Achieved operational go-live stability</a:t>
            </a:r>
          </a:p>
          <a:p>
            <a:endParaRPr lang="en-US" dirty="0"/>
          </a:p>
          <a:p>
            <a:r>
              <a:rPr lang="en-US" b="1" dirty="0"/>
              <a:t>What This Means</a:t>
            </a:r>
            <a:br>
              <a:rPr lang="en-US" dirty="0"/>
            </a:br>
            <a:endParaRPr lang="en-US" dirty="0"/>
          </a:p>
          <a:p>
            <a:pPr marL="285750" indent="-285750">
              <a:buFont typeface="Arial" panose="020B0604020202020204" pitchFamily="34" charset="0"/>
              <a:buChar char="•"/>
            </a:pPr>
            <a:r>
              <a:rPr lang="en-US" dirty="0"/>
              <a:t>R1 was about </a:t>
            </a:r>
            <a:r>
              <a:rPr lang="en-US" b="1" dirty="0"/>
              <a:t>platform activation</a:t>
            </a:r>
            <a:r>
              <a:rPr lang="en-US" dirty="0"/>
              <a:t> — establishing a scalable, future-forward foundation.</a:t>
            </a:r>
          </a:p>
          <a:p>
            <a:pPr marL="285750" indent="-285750">
              <a:buFont typeface="Arial" panose="020B0604020202020204" pitchFamily="34" charset="0"/>
              <a:buChar char="•"/>
            </a:pPr>
            <a:r>
              <a:rPr lang="en-US" dirty="0"/>
              <a:t>The core architecture is in place.</a:t>
            </a:r>
          </a:p>
          <a:p>
            <a:pPr marL="285750" indent="-285750">
              <a:buFont typeface="Arial" panose="020B0604020202020204" pitchFamily="34" charset="0"/>
              <a:buChar char="•"/>
            </a:pPr>
            <a:r>
              <a:rPr lang="en-US" dirty="0"/>
              <a:t>Now we transition from: </a:t>
            </a:r>
            <a:r>
              <a:rPr lang="en-US" b="1" dirty="0"/>
              <a:t>Activation</a:t>
            </a:r>
            <a:r>
              <a:rPr lang="en-US" dirty="0"/>
              <a:t> → Stabilization to Stabilization → </a:t>
            </a:r>
            <a:r>
              <a:rPr lang="en-US" b="1" dirty="0"/>
              <a:t>Optimization</a:t>
            </a:r>
          </a:p>
          <a:p>
            <a:endParaRPr lang="en-US" b="1" dirty="0"/>
          </a:p>
          <a:p>
            <a:r>
              <a:rPr lang="en-US" b="1" dirty="0"/>
              <a:t>What Comes Next</a:t>
            </a:r>
          </a:p>
          <a:p>
            <a:endParaRPr lang="en-US" dirty="0"/>
          </a:p>
          <a:p>
            <a:pPr marL="285750" indent="-285750">
              <a:buFont typeface="Arial" panose="020B0604020202020204" pitchFamily="34" charset="0"/>
              <a:buChar char="•"/>
            </a:pPr>
            <a:r>
              <a:rPr lang="en-US" dirty="0"/>
              <a:t>Refinement of authoring experience and component maturity</a:t>
            </a:r>
          </a:p>
          <a:p>
            <a:pPr marL="285750" indent="-285750">
              <a:buFont typeface="Arial" panose="020B0604020202020204" pitchFamily="34" charset="0"/>
              <a:buChar char="•"/>
            </a:pPr>
            <a:r>
              <a:rPr lang="en-US" dirty="0"/>
              <a:t>Governance alignment and backlog prioritization</a:t>
            </a:r>
          </a:p>
          <a:p>
            <a:pPr marL="285750" indent="-285750">
              <a:buFont typeface="Arial" panose="020B0604020202020204" pitchFamily="34" charset="0"/>
              <a:buChar char="•"/>
            </a:pPr>
            <a:r>
              <a:rPr lang="en-US" dirty="0"/>
              <a:t>Expansion of AEM capabilities, scalable feature innovation</a:t>
            </a:r>
          </a:p>
          <a:p>
            <a:pPr marL="285750" indent="-285750">
              <a:buFont typeface="Arial" panose="020B0604020202020204" pitchFamily="34" charset="0"/>
              <a:buChar char="•"/>
            </a:pPr>
            <a:r>
              <a:rPr lang="en-US" dirty="0"/>
              <a:t>Integration across Adobe Experience Cloud</a:t>
            </a:r>
          </a:p>
          <a:p>
            <a:endParaRPr lang="en-US" b="1" dirty="0"/>
          </a:p>
          <a:p>
            <a:endParaRPr lang="en-US" dirty="0"/>
          </a:p>
          <a:p>
            <a:endParaRPr lang="en-US" dirty="0"/>
          </a:p>
          <a:p>
            <a:pPr algn="l">
              <a:lnSpc>
                <a:spcPct val="110000"/>
              </a:lnSpc>
              <a:spcBef>
                <a:spcPts val="900"/>
              </a:spcBef>
            </a:pPr>
            <a:endParaRPr lang="en-US" dirty="0"/>
          </a:p>
        </p:txBody>
      </p:sp>
    </p:spTree>
    <p:extLst>
      <p:ext uri="{BB962C8B-B14F-4D97-AF65-F5344CB8AC3E}">
        <p14:creationId xmlns:p14="http://schemas.microsoft.com/office/powerpoint/2010/main" val="178238820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346B8-750F-9AE5-7922-0294B7016324}"/>
              </a:ext>
            </a:extLst>
          </p:cNvPr>
          <p:cNvSpPr>
            <a:spLocks noGrp="1"/>
          </p:cNvSpPr>
          <p:nvPr>
            <p:ph type="title"/>
          </p:nvPr>
        </p:nvSpPr>
        <p:spPr/>
        <p:txBody>
          <a:bodyPr/>
          <a:lstStyle/>
          <a:p>
            <a:r>
              <a:rPr lang="en-US"/>
              <a:t>Scope and Objectives</a:t>
            </a:r>
          </a:p>
        </p:txBody>
      </p:sp>
      <p:sp>
        <p:nvSpPr>
          <p:cNvPr id="3" name="Content Placeholder 2">
            <a:extLst>
              <a:ext uri="{FF2B5EF4-FFF2-40B4-BE49-F238E27FC236}">
                <a16:creationId xmlns:a16="http://schemas.microsoft.com/office/drawing/2014/main" id="{41D67EA5-9DCF-2365-512C-18F512E0FCAC}"/>
              </a:ext>
            </a:extLst>
          </p:cNvPr>
          <p:cNvSpPr>
            <a:spLocks noGrp="1"/>
          </p:cNvSpPr>
          <p:nvPr>
            <p:ph idx="1"/>
          </p:nvPr>
        </p:nvSpPr>
        <p:spPr>
          <a:xfrm>
            <a:off x="609600" y="1334324"/>
            <a:ext cx="5644444" cy="4992624"/>
          </a:xfrm>
        </p:spPr>
        <p:txBody>
          <a:bodyPr/>
          <a:lstStyle/>
          <a:p>
            <a:pPr marL="0" indent="0">
              <a:buNone/>
            </a:pPr>
            <a:r>
              <a:rPr lang="en-US" sz="1600">
                <a:latin typeface="+mj-lt"/>
              </a:rPr>
              <a:t>Over the next 4 1hr sessions we will:</a:t>
            </a:r>
          </a:p>
          <a:p>
            <a:r>
              <a:rPr lang="en-US" sz="1600">
                <a:latin typeface="Adobe Clean" panose="020B0503020404020204" pitchFamily="34" charset="0"/>
              </a:rPr>
              <a:t>Outline communication strategies for teams adopting and using AEM</a:t>
            </a:r>
          </a:p>
          <a:p>
            <a:r>
              <a:rPr lang="en-US" sz="1600">
                <a:latin typeface="Adobe Clean" panose="020B0503020404020204" pitchFamily="34" charset="0"/>
              </a:rPr>
              <a:t>Share strategies for creating successful enablement hubs </a:t>
            </a:r>
          </a:p>
          <a:p>
            <a:endParaRPr lang="en-US" sz="1600">
              <a:latin typeface="Adobe Clean" panose="020B0503020404020204" pitchFamily="34" charset="0"/>
            </a:endParaRPr>
          </a:p>
          <a:p>
            <a:pPr marL="0" indent="0">
              <a:buNone/>
            </a:pPr>
            <a:endParaRPr lang="en-US" sz="1600">
              <a:latin typeface="Adobe Clean" panose="020B0503020404020204" pitchFamily="34" charset="0"/>
            </a:endParaRPr>
          </a:p>
          <a:p>
            <a:pPr marL="0" indent="0">
              <a:buNone/>
            </a:pPr>
            <a:r>
              <a:rPr lang="en-US" sz="1600">
                <a:latin typeface="+mj-lt"/>
              </a:rPr>
              <a:t>Outcomes:</a:t>
            </a:r>
          </a:p>
          <a:p>
            <a:r>
              <a:rPr lang="en-US" sz="1600">
                <a:latin typeface="Adobe Clean" panose="020B0503020404020204" pitchFamily="34" charset="0"/>
              </a:rPr>
              <a:t>SHRSS will understand</a:t>
            </a:r>
            <a:r>
              <a:rPr lang="en-US" altLang="en-US" sz="1600">
                <a:solidFill>
                  <a:srgbClr val="000000"/>
                </a:solidFill>
                <a:latin typeface="Adobe Clean" panose="020B0503020404020204" pitchFamily="34" charset="0"/>
              </a:rPr>
              <a:t> how to design, structure, and govern an enablement hub that supports ongoing Adobe AEM adoption</a:t>
            </a:r>
          </a:p>
          <a:p>
            <a:r>
              <a:rPr lang="en-US" altLang="en-US" sz="1600">
                <a:solidFill>
                  <a:srgbClr val="000000"/>
                </a:solidFill>
                <a:latin typeface="Adobe Clean" panose="020B0503020404020204" pitchFamily="34" charset="0"/>
              </a:rPr>
              <a:t>SHRSS will leave with frameworks and templates that can be reused for future rollouts, enhancements, or new teams</a:t>
            </a:r>
            <a:endParaRPr lang="en-US" altLang="en-US" sz="1600">
              <a:latin typeface="Adobe Clean" panose="020B0503020404020204" pitchFamily="34" charset="0"/>
            </a:endParaRPr>
          </a:p>
          <a:p>
            <a:endParaRPr lang="en-US" altLang="en-US" sz="1600">
              <a:latin typeface="Adobe Clean" panose="020B0503020404020204" pitchFamily="34" charset="0"/>
            </a:endParaRPr>
          </a:p>
          <a:p>
            <a:endParaRPr lang="en-US" sz="1600">
              <a:latin typeface="Adobe Clean" panose="020B0503020404020204" pitchFamily="34" charset="0"/>
            </a:endParaRPr>
          </a:p>
          <a:p>
            <a:endParaRPr lang="en-US" sz="1600">
              <a:latin typeface="Adobe Clean" panose="020B0503020404020204" pitchFamily="34" charset="0"/>
            </a:endParaRPr>
          </a:p>
        </p:txBody>
      </p:sp>
      <p:pic>
        <p:nvPicPr>
          <p:cNvPr id="1026" name="Picture 2"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D9DFC9EB-D19D-5F10-DD57-30B133608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6413" y="477634"/>
            <a:ext cx="3016432" cy="5181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5231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346B8-750F-9AE5-7922-0294B7016324}"/>
              </a:ext>
            </a:extLst>
          </p:cNvPr>
          <p:cNvSpPr>
            <a:spLocks noGrp="1"/>
          </p:cNvSpPr>
          <p:nvPr>
            <p:ph type="ctrTitle"/>
          </p:nvPr>
        </p:nvSpPr>
        <p:spPr>
          <a:xfrm>
            <a:off x="609600" y="1041400"/>
            <a:ext cx="10972800" cy="2387600"/>
          </a:xfrm>
        </p:spPr>
        <p:txBody>
          <a:bodyPr/>
          <a:lstStyle/>
          <a:p>
            <a:r>
              <a:rPr lang="en-US" b="1"/>
              <a:t>Communication Strategy Definition</a:t>
            </a:r>
            <a:r>
              <a:rPr lang="en-US"/>
              <a:t>​</a:t>
            </a:r>
          </a:p>
        </p:txBody>
      </p:sp>
      <p:sp>
        <p:nvSpPr>
          <p:cNvPr id="5" name="Rectangle 2">
            <a:extLst>
              <a:ext uri="{FF2B5EF4-FFF2-40B4-BE49-F238E27FC236}">
                <a16:creationId xmlns:a16="http://schemas.microsoft.com/office/drawing/2014/main" id="{98BEC6AD-6F0F-F9D1-7E7E-D87445E9EF7D}"/>
              </a:ext>
            </a:extLst>
          </p:cNvPr>
          <p:cNvSpPr>
            <a:spLocks noChangeArrowheads="1"/>
          </p:cNvSpPr>
          <p:nvPr/>
        </p:nvSpPr>
        <p:spPr bwMode="auto">
          <a:xfrm>
            <a:off x="1425615" y="4539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itle 1">
            <a:extLst>
              <a:ext uri="{FF2B5EF4-FFF2-40B4-BE49-F238E27FC236}">
                <a16:creationId xmlns:a16="http://schemas.microsoft.com/office/drawing/2014/main" id="{490BFFFF-04CD-1894-D116-EA0F841F1F95}"/>
              </a:ext>
            </a:extLst>
          </p:cNvPr>
          <p:cNvSpPr txBox="1">
            <a:spLocks/>
          </p:cNvSpPr>
          <p:nvPr/>
        </p:nvSpPr>
        <p:spPr>
          <a:xfrm>
            <a:off x="609600" y="3673312"/>
            <a:ext cx="8139289" cy="866422"/>
          </a:xfrm>
          <a:prstGeom prst="rect">
            <a:avLst/>
          </a:prstGeom>
        </p:spPr>
        <p:txBody>
          <a:bodyPr vert="horz" lIns="0" tIns="45720" rIns="0" bIns="45720" rtlCol="0" anchor="t" anchorCtr="0">
            <a:noAutofit/>
          </a:bodyPr>
          <a:lstStyle>
            <a:lvl1pPr algn="l" defTabSz="914400" rtl="0" eaLnBrk="1" latinLnBrk="0" hangingPunct="1">
              <a:lnSpc>
                <a:spcPct val="80000"/>
              </a:lnSpc>
              <a:spcBef>
                <a:spcPct val="0"/>
              </a:spcBef>
              <a:buNone/>
              <a:defRPr sz="7700" kern="1200" spc="-120" baseline="0">
                <a:solidFill>
                  <a:schemeClr val="bg1"/>
                </a:solidFill>
                <a:latin typeface="+mj-lt"/>
                <a:ea typeface="+mj-ea"/>
                <a:cs typeface="+mj-cs"/>
              </a:defRPr>
            </a:lvl1pPr>
          </a:lstStyle>
          <a:p>
            <a:r>
              <a:rPr lang="en-US" sz="2400" spc="0">
                <a:latin typeface="+mn-lt"/>
              </a:rPr>
              <a:t>Defining clear communication strategies ensures stakeholders are informed and engaged throughout adoption.</a:t>
            </a:r>
          </a:p>
        </p:txBody>
      </p:sp>
    </p:spTree>
    <p:extLst>
      <p:ext uri="{BB962C8B-B14F-4D97-AF65-F5344CB8AC3E}">
        <p14:creationId xmlns:p14="http://schemas.microsoft.com/office/powerpoint/2010/main" val="2132548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B2428-E0F9-E763-1BED-C4665750979D}"/>
              </a:ext>
            </a:extLst>
          </p:cNvPr>
          <p:cNvSpPr>
            <a:spLocks noGrp="1"/>
          </p:cNvSpPr>
          <p:nvPr>
            <p:ph type="title"/>
          </p:nvPr>
        </p:nvSpPr>
        <p:spPr>
          <a:xfrm>
            <a:off x="306308" y="20323"/>
            <a:ext cx="11579384" cy="674518"/>
          </a:xfrm>
        </p:spPr>
        <p:txBody>
          <a:bodyPr/>
          <a:lstStyle/>
          <a:p>
            <a:r>
              <a:rPr lang="en-US" sz="2800"/>
              <a:t>An approach to adoption &amp; enablement</a:t>
            </a:r>
            <a:endParaRPr lang="en-US" sz="2600" b="1">
              <a:solidFill>
                <a:srgbClr val="FA0F00"/>
              </a:solidFill>
              <a:latin typeface="Adobe Clean" panose="020B0503020404020204" pitchFamily="34" charset="0"/>
            </a:endParaRPr>
          </a:p>
        </p:txBody>
      </p:sp>
      <p:sp>
        <p:nvSpPr>
          <p:cNvPr id="7" name="TextBox 6">
            <a:extLst>
              <a:ext uri="{FF2B5EF4-FFF2-40B4-BE49-F238E27FC236}">
                <a16:creationId xmlns:a16="http://schemas.microsoft.com/office/drawing/2014/main" id="{D412F691-8D01-88E7-037F-0A24BA477F42}"/>
              </a:ext>
            </a:extLst>
          </p:cNvPr>
          <p:cNvSpPr txBox="1"/>
          <p:nvPr/>
        </p:nvSpPr>
        <p:spPr>
          <a:xfrm>
            <a:off x="1459015" y="574385"/>
            <a:ext cx="1744883" cy="307777"/>
          </a:xfrm>
          <a:prstGeom prst="rect">
            <a:avLst/>
          </a:prstGeom>
          <a:noFill/>
        </p:spPr>
        <p:txBody>
          <a:bodyPr wrap="square">
            <a:spAutoFit/>
          </a:bodyPr>
          <a:lstStyle/>
          <a:p>
            <a:pPr algn="ctr"/>
            <a:r>
              <a:rPr lang="en-US" sz="1400" spc="300">
                <a:solidFill>
                  <a:schemeClr val="bg2">
                    <a:lumMod val="50000"/>
                  </a:schemeClr>
                </a:solidFill>
              </a:rPr>
              <a:t>INITIATE</a:t>
            </a:r>
          </a:p>
        </p:txBody>
      </p:sp>
      <p:sp>
        <p:nvSpPr>
          <p:cNvPr id="8" name="TextBox 7">
            <a:extLst>
              <a:ext uri="{FF2B5EF4-FFF2-40B4-BE49-F238E27FC236}">
                <a16:creationId xmlns:a16="http://schemas.microsoft.com/office/drawing/2014/main" id="{70F1CB1A-EE6C-64A3-E23F-FA0510142EC5}"/>
              </a:ext>
            </a:extLst>
          </p:cNvPr>
          <p:cNvSpPr txBox="1"/>
          <p:nvPr/>
        </p:nvSpPr>
        <p:spPr>
          <a:xfrm>
            <a:off x="3468371" y="574385"/>
            <a:ext cx="1910753" cy="307777"/>
          </a:xfrm>
          <a:prstGeom prst="rect">
            <a:avLst/>
          </a:prstGeom>
          <a:noFill/>
        </p:spPr>
        <p:txBody>
          <a:bodyPr wrap="square">
            <a:spAutoFit/>
          </a:bodyPr>
          <a:lstStyle/>
          <a:p>
            <a:pPr algn="ctr"/>
            <a:r>
              <a:rPr lang="en-US" sz="1400" spc="300">
                <a:solidFill>
                  <a:schemeClr val="bg2">
                    <a:lumMod val="50000"/>
                  </a:schemeClr>
                </a:solidFill>
              </a:rPr>
              <a:t>DISCOVER</a:t>
            </a:r>
          </a:p>
        </p:txBody>
      </p:sp>
      <p:sp>
        <p:nvSpPr>
          <p:cNvPr id="9" name="TextBox 8">
            <a:extLst>
              <a:ext uri="{FF2B5EF4-FFF2-40B4-BE49-F238E27FC236}">
                <a16:creationId xmlns:a16="http://schemas.microsoft.com/office/drawing/2014/main" id="{6D61AD6B-3F54-D19F-6A53-1FBFE38DA137}"/>
              </a:ext>
            </a:extLst>
          </p:cNvPr>
          <p:cNvSpPr txBox="1"/>
          <p:nvPr/>
        </p:nvSpPr>
        <p:spPr>
          <a:xfrm>
            <a:off x="5624887" y="574384"/>
            <a:ext cx="1910753" cy="307777"/>
          </a:xfrm>
          <a:prstGeom prst="rect">
            <a:avLst/>
          </a:prstGeom>
          <a:noFill/>
        </p:spPr>
        <p:txBody>
          <a:bodyPr wrap="square">
            <a:spAutoFit/>
          </a:bodyPr>
          <a:lstStyle/>
          <a:p>
            <a:pPr algn="ctr"/>
            <a:r>
              <a:rPr lang="en-US" sz="1400" spc="300">
                <a:solidFill>
                  <a:schemeClr val="bg2">
                    <a:lumMod val="50000"/>
                  </a:schemeClr>
                </a:solidFill>
              </a:rPr>
              <a:t>CREATE</a:t>
            </a:r>
            <a:endParaRPr lang="en-US" spc="300">
              <a:solidFill>
                <a:schemeClr val="bg2">
                  <a:lumMod val="50000"/>
                </a:schemeClr>
              </a:solidFill>
            </a:endParaRPr>
          </a:p>
        </p:txBody>
      </p:sp>
      <p:sp>
        <p:nvSpPr>
          <p:cNvPr id="10" name="TextBox 9">
            <a:extLst>
              <a:ext uri="{FF2B5EF4-FFF2-40B4-BE49-F238E27FC236}">
                <a16:creationId xmlns:a16="http://schemas.microsoft.com/office/drawing/2014/main" id="{800791AD-7CAB-F130-BFC9-E70040C3A899}"/>
              </a:ext>
            </a:extLst>
          </p:cNvPr>
          <p:cNvSpPr txBox="1"/>
          <p:nvPr/>
        </p:nvSpPr>
        <p:spPr>
          <a:xfrm>
            <a:off x="7781403" y="574384"/>
            <a:ext cx="1910753" cy="307777"/>
          </a:xfrm>
          <a:prstGeom prst="rect">
            <a:avLst/>
          </a:prstGeom>
          <a:noFill/>
        </p:spPr>
        <p:txBody>
          <a:bodyPr wrap="square">
            <a:spAutoFit/>
          </a:bodyPr>
          <a:lstStyle/>
          <a:p>
            <a:pPr algn="ctr"/>
            <a:r>
              <a:rPr lang="en-US" sz="1400" spc="300">
                <a:solidFill>
                  <a:schemeClr val="bg2">
                    <a:lumMod val="50000"/>
                  </a:schemeClr>
                </a:solidFill>
              </a:rPr>
              <a:t>DEPLOY</a:t>
            </a:r>
            <a:endParaRPr lang="en-US" sz="1600" spc="300">
              <a:solidFill>
                <a:schemeClr val="bg2">
                  <a:lumMod val="50000"/>
                </a:schemeClr>
              </a:solidFill>
            </a:endParaRPr>
          </a:p>
        </p:txBody>
      </p:sp>
      <p:sp>
        <p:nvSpPr>
          <p:cNvPr id="11" name="TextBox 10">
            <a:extLst>
              <a:ext uri="{FF2B5EF4-FFF2-40B4-BE49-F238E27FC236}">
                <a16:creationId xmlns:a16="http://schemas.microsoft.com/office/drawing/2014/main" id="{B06E759F-55EC-852D-A4BE-79FD5000ADB9}"/>
              </a:ext>
            </a:extLst>
          </p:cNvPr>
          <p:cNvSpPr txBox="1"/>
          <p:nvPr/>
        </p:nvSpPr>
        <p:spPr>
          <a:xfrm>
            <a:off x="9937918" y="574384"/>
            <a:ext cx="1997108" cy="307777"/>
          </a:xfrm>
          <a:prstGeom prst="rect">
            <a:avLst/>
          </a:prstGeom>
          <a:noFill/>
        </p:spPr>
        <p:txBody>
          <a:bodyPr wrap="square">
            <a:spAutoFit/>
          </a:bodyPr>
          <a:lstStyle/>
          <a:p>
            <a:pPr algn="ctr"/>
            <a:r>
              <a:rPr lang="en-US" sz="1400" spc="300">
                <a:solidFill>
                  <a:schemeClr val="bg2">
                    <a:lumMod val="50000"/>
                  </a:schemeClr>
                </a:solidFill>
              </a:rPr>
              <a:t>SCALE</a:t>
            </a:r>
          </a:p>
        </p:txBody>
      </p:sp>
      <p:sp>
        <p:nvSpPr>
          <p:cNvPr id="14" name="Chevron 13">
            <a:extLst>
              <a:ext uri="{FF2B5EF4-FFF2-40B4-BE49-F238E27FC236}">
                <a16:creationId xmlns:a16="http://schemas.microsoft.com/office/drawing/2014/main" id="{D89342A9-5D42-B3E2-C401-D237CC6FD39A}"/>
              </a:ext>
            </a:extLst>
          </p:cNvPr>
          <p:cNvSpPr/>
          <p:nvPr/>
        </p:nvSpPr>
        <p:spPr>
          <a:xfrm>
            <a:off x="3287898" y="898698"/>
            <a:ext cx="2301766" cy="374761"/>
          </a:xfrm>
          <a:prstGeom prst="chevron">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defTabSz="914126">
              <a:defRPr/>
            </a:pPr>
            <a:r>
              <a:rPr lang="en-US" sz="1400" b="1">
                <a:solidFill>
                  <a:schemeClr val="bg1"/>
                </a:solidFill>
                <a:latin typeface="Adobe Clean SemiCondensed" panose="020B0503020404020204" pitchFamily="34" charset="0"/>
              </a:rPr>
              <a:t>Design Strategy</a:t>
            </a:r>
          </a:p>
        </p:txBody>
      </p:sp>
      <p:sp>
        <p:nvSpPr>
          <p:cNvPr id="29" name="Chevron 28">
            <a:extLst>
              <a:ext uri="{FF2B5EF4-FFF2-40B4-BE49-F238E27FC236}">
                <a16:creationId xmlns:a16="http://schemas.microsoft.com/office/drawing/2014/main" id="{3EF83EF1-FBA9-6ECB-48F2-8B580756397A}"/>
              </a:ext>
            </a:extLst>
          </p:cNvPr>
          <p:cNvSpPr/>
          <p:nvPr/>
        </p:nvSpPr>
        <p:spPr>
          <a:xfrm>
            <a:off x="5447774" y="898698"/>
            <a:ext cx="2301766" cy="374761"/>
          </a:xfrm>
          <a:prstGeom prst="chevron">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defTabSz="914126">
              <a:defRPr/>
            </a:pPr>
            <a:r>
              <a:rPr lang="en-US" sz="1400" b="1">
                <a:solidFill>
                  <a:schemeClr val="bg1"/>
                </a:solidFill>
                <a:latin typeface="Adobe Clean SemiCondensed" panose="020B0503020404020204" pitchFamily="34" charset="0"/>
              </a:rPr>
              <a:t>Prepare Organization </a:t>
            </a:r>
          </a:p>
        </p:txBody>
      </p:sp>
      <p:sp>
        <p:nvSpPr>
          <p:cNvPr id="30" name="Chevron 29">
            <a:extLst>
              <a:ext uri="{FF2B5EF4-FFF2-40B4-BE49-F238E27FC236}">
                <a16:creationId xmlns:a16="http://schemas.microsoft.com/office/drawing/2014/main" id="{EE619AA7-2D6A-E9EF-F0D2-AB26228BFA93}"/>
              </a:ext>
            </a:extLst>
          </p:cNvPr>
          <p:cNvSpPr/>
          <p:nvPr/>
        </p:nvSpPr>
        <p:spPr>
          <a:xfrm>
            <a:off x="9776152" y="901605"/>
            <a:ext cx="2301766" cy="368947"/>
          </a:xfrm>
          <a:prstGeom prst="chevron">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defTabSz="914126">
              <a:defRPr/>
            </a:pPr>
            <a:r>
              <a:rPr lang="en-US" sz="1400" b="1">
                <a:solidFill>
                  <a:schemeClr val="bg1"/>
                </a:solidFill>
                <a:latin typeface="Adobe Clean SemiCondensed" panose="020B0503020404020204" pitchFamily="34" charset="0"/>
              </a:rPr>
              <a:t>Adopt and Sustain</a:t>
            </a:r>
          </a:p>
        </p:txBody>
      </p:sp>
      <p:sp>
        <p:nvSpPr>
          <p:cNvPr id="31" name="TextBox 30">
            <a:extLst>
              <a:ext uri="{FF2B5EF4-FFF2-40B4-BE49-F238E27FC236}">
                <a16:creationId xmlns:a16="http://schemas.microsoft.com/office/drawing/2014/main" id="{3E3AB03E-A188-C986-0051-AE3CE13F0E9B}"/>
              </a:ext>
            </a:extLst>
          </p:cNvPr>
          <p:cNvSpPr txBox="1"/>
          <p:nvPr/>
        </p:nvSpPr>
        <p:spPr>
          <a:xfrm>
            <a:off x="1459015" y="574385"/>
            <a:ext cx="1744883" cy="307777"/>
          </a:xfrm>
          <a:prstGeom prst="rect">
            <a:avLst/>
          </a:prstGeom>
          <a:noFill/>
        </p:spPr>
        <p:txBody>
          <a:bodyPr wrap="square">
            <a:spAutoFit/>
          </a:bodyPr>
          <a:lstStyle/>
          <a:p>
            <a:pPr algn="ctr"/>
            <a:r>
              <a:rPr lang="en-US" sz="1400" spc="300">
                <a:solidFill>
                  <a:schemeClr val="bg2">
                    <a:lumMod val="50000"/>
                  </a:schemeClr>
                </a:solidFill>
              </a:rPr>
              <a:t>INITIATE</a:t>
            </a:r>
          </a:p>
        </p:txBody>
      </p:sp>
      <p:sp>
        <p:nvSpPr>
          <p:cNvPr id="32" name="TextBox 31">
            <a:extLst>
              <a:ext uri="{FF2B5EF4-FFF2-40B4-BE49-F238E27FC236}">
                <a16:creationId xmlns:a16="http://schemas.microsoft.com/office/drawing/2014/main" id="{EBA4BA76-24C0-ACB4-B3F0-A3719F3C82D2}"/>
              </a:ext>
            </a:extLst>
          </p:cNvPr>
          <p:cNvSpPr txBox="1"/>
          <p:nvPr/>
        </p:nvSpPr>
        <p:spPr>
          <a:xfrm>
            <a:off x="3468371" y="574385"/>
            <a:ext cx="1910753" cy="307777"/>
          </a:xfrm>
          <a:prstGeom prst="rect">
            <a:avLst/>
          </a:prstGeom>
          <a:noFill/>
        </p:spPr>
        <p:txBody>
          <a:bodyPr wrap="square">
            <a:spAutoFit/>
          </a:bodyPr>
          <a:lstStyle/>
          <a:p>
            <a:pPr algn="ctr"/>
            <a:r>
              <a:rPr lang="en-US" sz="1400" spc="300">
                <a:solidFill>
                  <a:schemeClr val="bg2">
                    <a:lumMod val="50000"/>
                  </a:schemeClr>
                </a:solidFill>
              </a:rPr>
              <a:t>DISCOVER</a:t>
            </a:r>
          </a:p>
        </p:txBody>
      </p:sp>
      <p:sp>
        <p:nvSpPr>
          <p:cNvPr id="34" name="TextBox 33">
            <a:extLst>
              <a:ext uri="{FF2B5EF4-FFF2-40B4-BE49-F238E27FC236}">
                <a16:creationId xmlns:a16="http://schemas.microsoft.com/office/drawing/2014/main" id="{E32872CE-882E-366E-56AC-85B5DE3AFC49}"/>
              </a:ext>
            </a:extLst>
          </p:cNvPr>
          <p:cNvSpPr txBox="1"/>
          <p:nvPr/>
        </p:nvSpPr>
        <p:spPr>
          <a:xfrm>
            <a:off x="5624887" y="574384"/>
            <a:ext cx="1910753" cy="307777"/>
          </a:xfrm>
          <a:prstGeom prst="rect">
            <a:avLst/>
          </a:prstGeom>
          <a:noFill/>
        </p:spPr>
        <p:txBody>
          <a:bodyPr wrap="square">
            <a:spAutoFit/>
          </a:bodyPr>
          <a:lstStyle/>
          <a:p>
            <a:pPr algn="ctr"/>
            <a:r>
              <a:rPr lang="en-US" sz="1400" spc="300">
                <a:solidFill>
                  <a:schemeClr val="bg2">
                    <a:lumMod val="50000"/>
                  </a:schemeClr>
                </a:solidFill>
              </a:rPr>
              <a:t>CREATE</a:t>
            </a:r>
            <a:endParaRPr lang="en-US" spc="300">
              <a:solidFill>
                <a:schemeClr val="bg2">
                  <a:lumMod val="50000"/>
                </a:schemeClr>
              </a:solidFill>
            </a:endParaRPr>
          </a:p>
        </p:txBody>
      </p:sp>
      <p:sp>
        <p:nvSpPr>
          <p:cNvPr id="36" name="TextBox 35">
            <a:extLst>
              <a:ext uri="{FF2B5EF4-FFF2-40B4-BE49-F238E27FC236}">
                <a16:creationId xmlns:a16="http://schemas.microsoft.com/office/drawing/2014/main" id="{78E7E467-7389-4577-0C28-7BB1A1BB04FB}"/>
              </a:ext>
            </a:extLst>
          </p:cNvPr>
          <p:cNvSpPr txBox="1"/>
          <p:nvPr/>
        </p:nvSpPr>
        <p:spPr>
          <a:xfrm>
            <a:off x="7781403" y="574384"/>
            <a:ext cx="1910753" cy="307777"/>
          </a:xfrm>
          <a:prstGeom prst="rect">
            <a:avLst/>
          </a:prstGeom>
          <a:noFill/>
        </p:spPr>
        <p:txBody>
          <a:bodyPr wrap="square">
            <a:spAutoFit/>
          </a:bodyPr>
          <a:lstStyle/>
          <a:p>
            <a:pPr algn="ctr"/>
            <a:r>
              <a:rPr lang="en-US" sz="1400" spc="300">
                <a:solidFill>
                  <a:schemeClr val="bg2">
                    <a:lumMod val="50000"/>
                  </a:schemeClr>
                </a:solidFill>
              </a:rPr>
              <a:t>DEPLOY</a:t>
            </a:r>
            <a:endParaRPr lang="en-US" sz="1600" spc="300">
              <a:solidFill>
                <a:schemeClr val="bg2">
                  <a:lumMod val="50000"/>
                </a:schemeClr>
              </a:solidFill>
            </a:endParaRPr>
          </a:p>
        </p:txBody>
      </p:sp>
      <p:sp>
        <p:nvSpPr>
          <p:cNvPr id="41" name="TextBox 40">
            <a:extLst>
              <a:ext uri="{FF2B5EF4-FFF2-40B4-BE49-F238E27FC236}">
                <a16:creationId xmlns:a16="http://schemas.microsoft.com/office/drawing/2014/main" id="{A040DA20-15C9-B9D3-6D3E-125C74231871}"/>
              </a:ext>
            </a:extLst>
          </p:cNvPr>
          <p:cNvSpPr txBox="1"/>
          <p:nvPr/>
        </p:nvSpPr>
        <p:spPr>
          <a:xfrm>
            <a:off x="9937918" y="574384"/>
            <a:ext cx="1997108" cy="307777"/>
          </a:xfrm>
          <a:prstGeom prst="rect">
            <a:avLst/>
          </a:prstGeom>
          <a:noFill/>
        </p:spPr>
        <p:txBody>
          <a:bodyPr wrap="square">
            <a:spAutoFit/>
          </a:bodyPr>
          <a:lstStyle/>
          <a:p>
            <a:pPr algn="ctr"/>
            <a:r>
              <a:rPr lang="en-US" sz="1400" spc="300">
                <a:solidFill>
                  <a:schemeClr val="bg2">
                    <a:lumMod val="50000"/>
                  </a:schemeClr>
                </a:solidFill>
              </a:rPr>
              <a:t>SCALE</a:t>
            </a:r>
          </a:p>
        </p:txBody>
      </p:sp>
      <p:sp>
        <p:nvSpPr>
          <p:cNvPr id="42" name="Chevron 41">
            <a:extLst>
              <a:ext uri="{FF2B5EF4-FFF2-40B4-BE49-F238E27FC236}">
                <a16:creationId xmlns:a16="http://schemas.microsoft.com/office/drawing/2014/main" id="{B6F73344-B7F5-25FC-4C06-4694F9627DCE}"/>
              </a:ext>
            </a:extLst>
          </p:cNvPr>
          <p:cNvSpPr/>
          <p:nvPr/>
        </p:nvSpPr>
        <p:spPr>
          <a:xfrm>
            <a:off x="7616276" y="898698"/>
            <a:ext cx="2301766" cy="374761"/>
          </a:xfrm>
          <a:prstGeom prst="chevron">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defTabSz="914126">
              <a:defRPr/>
            </a:pPr>
            <a:r>
              <a:rPr lang="en-US" sz="1400" b="1">
                <a:solidFill>
                  <a:schemeClr val="bg1"/>
                </a:solidFill>
                <a:latin typeface="Adobe Clean SemiCondensed" panose="020B0503020404020204" pitchFamily="34" charset="0"/>
              </a:rPr>
              <a:t>Support Organization </a:t>
            </a:r>
          </a:p>
        </p:txBody>
      </p:sp>
      <p:sp>
        <p:nvSpPr>
          <p:cNvPr id="43" name="Chevron 42">
            <a:extLst>
              <a:ext uri="{FF2B5EF4-FFF2-40B4-BE49-F238E27FC236}">
                <a16:creationId xmlns:a16="http://schemas.microsoft.com/office/drawing/2014/main" id="{02EF7DBC-36F2-A988-3FFF-2A9E8C93F427}"/>
              </a:ext>
            </a:extLst>
          </p:cNvPr>
          <p:cNvSpPr/>
          <p:nvPr/>
        </p:nvSpPr>
        <p:spPr>
          <a:xfrm>
            <a:off x="1134256" y="898698"/>
            <a:ext cx="2301766" cy="374761"/>
          </a:xfrm>
          <a:prstGeom prst="chevron">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defTabSz="914126">
              <a:defRPr/>
            </a:pPr>
            <a:r>
              <a:rPr lang="en-US" sz="1400" b="1">
                <a:solidFill>
                  <a:schemeClr val="bg1"/>
                </a:solidFill>
                <a:latin typeface="Adobe Clean SemiCondensed" panose="020B0503020404020204" pitchFamily="34" charset="0"/>
              </a:rPr>
              <a:t>Define Goals</a:t>
            </a:r>
          </a:p>
        </p:txBody>
      </p:sp>
      <p:sp>
        <p:nvSpPr>
          <p:cNvPr id="44" name="Pentagon 43">
            <a:extLst>
              <a:ext uri="{FF2B5EF4-FFF2-40B4-BE49-F238E27FC236}">
                <a16:creationId xmlns:a16="http://schemas.microsoft.com/office/drawing/2014/main" id="{2B4ED5EC-AA88-2372-4FA2-BDA9C7728E45}"/>
              </a:ext>
            </a:extLst>
          </p:cNvPr>
          <p:cNvSpPr/>
          <p:nvPr/>
        </p:nvSpPr>
        <p:spPr>
          <a:xfrm>
            <a:off x="1122475" y="1450638"/>
            <a:ext cx="2301766" cy="347601"/>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Vision Definition &amp; Tracking</a:t>
            </a:r>
          </a:p>
        </p:txBody>
      </p:sp>
      <p:sp>
        <p:nvSpPr>
          <p:cNvPr id="45" name="Pentagon 44">
            <a:extLst>
              <a:ext uri="{FF2B5EF4-FFF2-40B4-BE49-F238E27FC236}">
                <a16:creationId xmlns:a16="http://schemas.microsoft.com/office/drawing/2014/main" id="{75F1CBA5-C7AD-DB5A-B5B7-07E01315045D}"/>
              </a:ext>
            </a:extLst>
          </p:cNvPr>
          <p:cNvSpPr/>
          <p:nvPr/>
        </p:nvSpPr>
        <p:spPr>
          <a:xfrm>
            <a:off x="1134256" y="1847716"/>
            <a:ext cx="4438080" cy="347472"/>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Leadership Alignment</a:t>
            </a:r>
          </a:p>
        </p:txBody>
      </p:sp>
      <p:sp>
        <p:nvSpPr>
          <p:cNvPr id="53" name="Pentagon 52">
            <a:extLst>
              <a:ext uri="{FF2B5EF4-FFF2-40B4-BE49-F238E27FC236}">
                <a16:creationId xmlns:a16="http://schemas.microsoft.com/office/drawing/2014/main" id="{2CAF935D-D50D-E674-77A7-3AE3DB39F0C3}"/>
              </a:ext>
            </a:extLst>
          </p:cNvPr>
          <p:cNvSpPr/>
          <p:nvPr/>
        </p:nvSpPr>
        <p:spPr>
          <a:xfrm>
            <a:off x="2018432" y="2244665"/>
            <a:ext cx="7866937" cy="347472"/>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Stakeholder Engagement</a:t>
            </a:r>
          </a:p>
        </p:txBody>
      </p:sp>
      <p:sp>
        <p:nvSpPr>
          <p:cNvPr id="54" name="Pentagon 53">
            <a:extLst>
              <a:ext uri="{FF2B5EF4-FFF2-40B4-BE49-F238E27FC236}">
                <a16:creationId xmlns:a16="http://schemas.microsoft.com/office/drawing/2014/main" id="{23F9D341-8F8E-6F06-17D8-CA3EF1B30C61}"/>
              </a:ext>
            </a:extLst>
          </p:cNvPr>
          <p:cNvSpPr/>
          <p:nvPr/>
        </p:nvSpPr>
        <p:spPr>
          <a:xfrm>
            <a:off x="2024771" y="2641613"/>
            <a:ext cx="10026813" cy="347472"/>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Communication</a:t>
            </a:r>
          </a:p>
        </p:txBody>
      </p:sp>
      <p:sp>
        <p:nvSpPr>
          <p:cNvPr id="55" name="Pentagon 54">
            <a:extLst>
              <a:ext uri="{FF2B5EF4-FFF2-40B4-BE49-F238E27FC236}">
                <a16:creationId xmlns:a16="http://schemas.microsoft.com/office/drawing/2014/main" id="{51CA5B31-673C-1B7E-4C0D-5AE59C29DBFF}"/>
              </a:ext>
            </a:extLst>
          </p:cNvPr>
          <p:cNvSpPr/>
          <p:nvPr/>
        </p:nvSpPr>
        <p:spPr>
          <a:xfrm>
            <a:off x="5539662" y="3038562"/>
            <a:ext cx="4345706" cy="347472"/>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Learning &amp; Enablement</a:t>
            </a:r>
          </a:p>
        </p:txBody>
      </p:sp>
      <p:sp>
        <p:nvSpPr>
          <p:cNvPr id="56" name="Pentagon 55">
            <a:extLst>
              <a:ext uri="{FF2B5EF4-FFF2-40B4-BE49-F238E27FC236}">
                <a16:creationId xmlns:a16="http://schemas.microsoft.com/office/drawing/2014/main" id="{0A6C7B53-4F5A-C65F-D05A-E5BBDCC05D50}"/>
              </a:ext>
            </a:extLst>
          </p:cNvPr>
          <p:cNvSpPr/>
          <p:nvPr/>
        </p:nvSpPr>
        <p:spPr>
          <a:xfrm>
            <a:off x="5546001" y="3435514"/>
            <a:ext cx="6505582" cy="347472"/>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Digital Experience &amp; Capabilities</a:t>
            </a:r>
          </a:p>
        </p:txBody>
      </p:sp>
      <p:sp>
        <p:nvSpPr>
          <p:cNvPr id="58" name="TextBox 57">
            <a:extLst>
              <a:ext uri="{FF2B5EF4-FFF2-40B4-BE49-F238E27FC236}">
                <a16:creationId xmlns:a16="http://schemas.microsoft.com/office/drawing/2014/main" id="{E09086FB-A635-ECA2-2232-88020AC146E2}"/>
              </a:ext>
            </a:extLst>
          </p:cNvPr>
          <p:cNvSpPr txBox="1"/>
          <p:nvPr/>
        </p:nvSpPr>
        <p:spPr>
          <a:xfrm>
            <a:off x="53301" y="843886"/>
            <a:ext cx="1041054" cy="461665"/>
          </a:xfrm>
          <a:prstGeom prst="rect">
            <a:avLst/>
          </a:prstGeom>
          <a:noFill/>
        </p:spPr>
        <p:txBody>
          <a:bodyPr wrap="square">
            <a:spAutoFit/>
          </a:bodyPr>
          <a:lstStyle/>
          <a:p>
            <a:pPr algn="r"/>
            <a:r>
              <a:rPr lang="en-US" sz="1200" b="1"/>
              <a:t>Project Phases</a:t>
            </a:r>
          </a:p>
        </p:txBody>
      </p:sp>
      <p:sp>
        <p:nvSpPr>
          <p:cNvPr id="59" name="TextBox 58">
            <a:extLst>
              <a:ext uri="{FF2B5EF4-FFF2-40B4-BE49-F238E27FC236}">
                <a16:creationId xmlns:a16="http://schemas.microsoft.com/office/drawing/2014/main" id="{735D49EA-EE79-03CC-63C3-16EA876916B7}"/>
              </a:ext>
            </a:extLst>
          </p:cNvPr>
          <p:cNvSpPr txBox="1"/>
          <p:nvPr/>
        </p:nvSpPr>
        <p:spPr>
          <a:xfrm>
            <a:off x="53301" y="1499430"/>
            <a:ext cx="1041054" cy="646331"/>
          </a:xfrm>
          <a:prstGeom prst="rect">
            <a:avLst/>
          </a:prstGeom>
          <a:noFill/>
        </p:spPr>
        <p:txBody>
          <a:bodyPr wrap="square">
            <a:spAutoFit/>
          </a:bodyPr>
          <a:lstStyle/>
          <a:p>
            <a:pPr algn="r"/>
            <a:r>
              <a:rPr lang="en-US" sz="1200" b="1"/>
              <a:t>Adoption Success Areas</a:t>
            </a:r>
          </a:p>
        </p:txBody>
      </p:sp>
      <p:grpSp>
        <p:nvGrpSpPr>
          <p:cNvPr id="91" name="Group 90">
            <a:extLst>
              <a:ext uri="{FF2B5EF4-FFF2-40B4-BE49-F238E27FC236}">
                <a16:creationId xmlns:a16="http://schemas.microsoft.com/office/drawing/2014/main" id="{618B3E80-5D95-EFE5-71A8-0DC15C4274C5}"/>
              </a:ext>
            </a:extLst>
          </p:cNvPr>
          <p:cNvGrpSpPr/>
          <p:nvPr/>
        </p:nvGrpSpPr>
        <p:grpSpPr>
          <a:xfrm>
            <a:off x="929691" y="4001036"/>
            <a:ext cx="11333137" cy="2486465"/>
            <a:chOff x="928103" y="4378403"/>
            <a:chExt cx="11333137" cy="2486465"/>
          </a:xfrm>
        </p:grpSpPr>
        <p:sp>
          <p:nvSpPr>
            <p:cNvPr id="92" name="Freeform: Shape 312">
              <a:extLst>
                <a:ext uri="{FF2B5EF4-FFF2-40B4-BE49-F238E27FC236}">
                  <a16:creationId xmlns:a16="http://schemas.microsoft.com/office/drawing/2014/main" id="{BC3BE1C7-5ACE-939E-DFF3-B6AAC620AD8D}"/>
                </a:ext>
              </a:extLst>
            </p:cNvPr>
            <p:cNvSpPr/>
            <p:nvPr/>
          </p:nvSpPr>
          <p:spPr>
            <a:xfrm>
              <a:off x="1683924" y="5343503"/>
              <a:ext cx="9251658" cy="1060343"/>
            </a:xfrm>
            <a:custGeom>
              <a:avLst/>
              <a:gdLst>
                <a:gd name="connsiteX0" fmla="*/ 0 w 9626885"/>
                <a:gd name="connsiteY0" fmla="*/ 1235099 h 1502229"/>
                <a:gd name="connsiteX1" fmla="*/ 2917861 w 9626885"/>
                <a:gd name="connsiteY1" fmla="*/ 2200 h 1502229"/>
                <a:gd name="connsiteX2" fmla="*/ 7376845 w 9626885"/>
                <a:gd name="connsiteY2" fmla="*/ 1502227 h 1502229"/>
                <a:gd name="connsiteX3" fmla="*/ 9626885 w 9626885"/>
                <a:gd name="connsiteY3" fmla="*/ 12474 h 1502229"/>
              </a:gdLst>
              <a:ahLst/>
              <a:cxnLst>
                <a:cxn ang="0">
                  <a:pos x="connsiteX0" y="connsiteY0"/>
                </a:cxn>
                <a:cxn ang="0">
                  <a:pos x="connsiteX1" y="connsiteY1"/>
                </a:cxn>
                <a:cxn ang="0">
                  <a:pos x="connsiteX2" y="connsiteY2"/>
                </a:cxn>
                <a:cxn ang="0">
                  <a:pos x="connsiteX3" y="connsiteY3"/>
                </a:cxn>
              </a:cxnLst>
              <a:rect l="l" t="t" r="r" b="b"/>
              <a:pathLst>
                <a:path w="9626885" h="1502229">
                  <a:moveTo>
                    <a:pt x="0" y="1235099"/>
                  </a:moveTo>
                  <a:cubicBezTo>
                    <a:pt x="844193" y="596389"/>
                    <a:pt x="1688387" y="-42321"/>
                    <a:pt x="2917861" y="2200"/>
                  </a:cubicBezTo>
                  <a:cubicBezTo>
                    <a:pt x="4147335" y="46721"/>
                    <a:pt x="6258674" y="1500515"/>
                    <a:pt x="7376845" y="1502227"/>
                  </a:cubicBezTo>
                  <a:cubicBezTo>
                    <a:pt x="8495016" y="1503939"/>
                    <a:pt x="9060950" y="758206"/>
                    <a:pt x="9626885" y="12474"/>
                  </a:cubicBezTo>
                </a:path>
              </a:pathLst>
            </a:custGeom>
            <a:noFill/>
            <a:ln w="19050">
              <a:solidFill>
                <a:schemeClr val="tx2"/>
              </a:solidFill>
              <a:prstDash val="dash"/>
            </a:ln>
          </p:spPr>
          <p:txBody>
            <a:bodyPr rtlCol="0" anchor="ctr"/>
            <a:lstStyle/>
            <a:p>
              <a:pPr algn="ctr">
                <a:defRPr/>
              </a:pPr>
              <a:endParaRPr lang="en-US" sz="1798" kern="0">
                <a:solidFill>
                  <a:srgbClr val="FFFFFF"/>
                </a:solidFill>
                <a:latin typeface="Adobe Clean Light" panose="020B0303020404020204" pitchFamily="34" charset="0"/>
              </a:endParaRPr>
            </a:p>
          </p:txBody>
        </p:sp>
        <p:sp>
          <p:nvSpPr>
            <p:cNvPr id="93" name="TextBox 92">
              <a:extLst>
                <a:ext uri="{FF2B5EF4-FFF2-40B4-BE49-F238E27FC236}">
                  <a16:creationId xmlns:a16="http://schemas.microsoft.com/office/drawing/2014/main" id="{4FAC883C-8671-7A1C-D55B-4ED4FCAC1B03}"/>
                </a:ext>
              </a:extLst>
            </p:cNvPr>
            <p:cNvSpPr txBox="1"/>
            <p:nvPr/>
          </p:nvSpPr>
          <p:spPr>
            <a:xfrm>
              <a:off x="2893319" y="5723937"/>
              <a:ext cx="997992" cy="157766"/>
            </a:xfrm>
            <a:prstGeom prst="rect">
              <a:avLst/>
            </a:prstGeom>
            <a:noFill/>
          </p:spPr>
          <p:txBody>
            <a:bodyPr wrap="square" lIns="0" tIns="0" rIns="0" bIns="0" rtlCol="0" anchor="ctr">
              <a:noAutofit/>
            </a:bodyPr>
            <a:lstStyle/>
            <a:p>
              <a:pPr algn="ctr">
                <a:lnSpc>
                  <a:spcPct val="110000"/>
                </a:lnSpc>
                <a:defRPr/>
              </a:pPr>
              <a:r>
                <a:rPr lang="en-US" sz="1000" b="1" spc="300">
                  <a:solidFill>
                    <a:srgbClr val="FA0F00"/>
                  </a:solidFill>
                  <a:latin typeface="+mj-lt"/>
                  <a:cs typeface="Arial"/>
                </a:rPr>
                <a:t>DESIRE</a:t>
              </a:r>
            </a:p>
          </p:txBody>
        </p:sp>
        <p:sp>
          <p:nvSpPr>
            <p:cNvPr id="94" name="TextBox 93">
              <a:extLst>
                <a:ext uri="{FF2B5EF4-FFF2-40B4-BE49-F238E27FC236}">
                  <a16:creationId xmlns:a16="http://schemas.microsoft.com/office/drawing/2014/main" id="{79C7C392-C1A6-A58A-2C11-1B82E27BA917}"/>
                </a:ext>
              </a:extLst>
            </p:cNvPr>
            <p:cNvSpPr txBox="1"/>
            <p:nvPr/>
          </p:nvSpPr>
          <p:spPr>
            <a:xfrm>
              <a:off x="5283112" y="4378403"/>
              <a:ext cx="1575322" cy="214200"/>
            </a:xfrm>
            <a:prstGeom prst="rect">
              <a:avLst/>
            </a:prstGeom>
            <a:noFill/>
          </p:spPr>
          <p:txBody>
            <a:bodyPr wrap="square" lIns="0" tIns="0" rIns="0" bIns="0" rtlCol="0" anchor="ctr">
              <a:noAutofit/>
            </a:bodyPr>
            <a:lstStyle>
              <a:defPPr>
                <a:defRPr lang="en-US"/>
              </a:defPPr>
              <a:lvl1pPr algn="ctr">
                <a:lnSpc>
                  <a:spcPct val="110000"/>
                </a:lnSpc>
                <a:defRPr sz="800" b="1" spc="300">
                  <a:solidFill>
                    <a:srgbClr val="FA0F00"/>
                  </a:solidFill>
                  <a:latin typeface="Adobe Clean Light"/>
                  <a:cs typeface="Arial"/>
                </a:defRPr>
              </a:lvl1pPr>
            </a:lstStyle>
            <a:p>
              <a:pPr>
                <a:defRPr/>
              </a:pPr>
              <a:r>
                <a:rPr lang="en-US" sz="1000">
                  <a:latin typeface="+mj-lt"/>
                </a:rPr>
                <a:t>KNOWLEDGE</a:t>
              </a:r>
            </a:p>
          </p:txBody>
        </p:sp>
        <p:sp>
          <p:nvSpPr>
            <p:cNvPr id="95" name="TextBox 94">
              <a:extLst>
                <a:ext uri="{FF2B5EF4-FFF2-40B4-BE49-F238E27FC236}">
                  <a16:creationId xmlns:a16="http://schemas.microsoft.com/office/drawing/2014/main" id="{DF4E2BF7-23FE-526C-E2A8-AD8B767B8BC6}"/>
                </a:ext>
              </a:extLst>
            </p:cNvPr>
            <p:cNvSpPr txBox="1"/>
            <p:nvPr/>
          </p:nvSpPr>
          <p:spPr>
            <a:xfrm>
              <a:off x="8185362" y="4943016"/>
              <a:ext cx="728287" cy="234446"/>
            </a:xfrm>
            <a:prstGeom prst="rect">
              <a:avLst/>
            </a:prstGeom>
            <a:noFill/>
          </p:spPr>
          <p:txBody>
            <a:bodyPr wrap="square" lIns="0" tIns="0" rIns="0" bIns="0" rtlCol="0" anchor="ctr">
              <a:noAutofit/>
            </a:bodyPr>
            <a:lstStyle/>
            <a:p>
              <a:pPr algn="ctr">
                <a:lnSpc>
                  <a:spcPct val="110000"/>
                </a:lnSpc>
                <a:defRPr/>
              </a:pPr>
              <a:r>
                <a:rPr lang="en-US" sz="1000" b="1" spc="300">
                  <a:solidFill>
                    <a:srgbClr val="FA0F00"/>
                  </a:solidFill>
                  <a:latin typeface="+mj-lt"/>
                  <a:cs typeface="Arial"/>
                </a:rPr>
                <a:t>ABILITY</a:t>
              </a:r>
            </a:p>
          </p:txBody>
        </p:sp>
        <p:grpSp>
          <p:nvGrpSpPr>
            <p:cNvPr id="96" name="Group 95">
              <a:extLst>
                <a:ext uri="{FF2B5EF4-FFF2-40B4-BE49-F238E27FC236}">
                  <a16:creationId xmlns:a16="http://schemas.microsoft.com/office/drawing/2014/main" id="{552E1D4A-3F84-73E5-27F6-D591A4FCB473}"/>
                </a:ext>
              </a:extLst>
            </p:cNvPr>
            <p:cNvGrpSpPr/>
            <p:nvPr/>
          </p:nvGrpSpPr>
          <p:grpSpPr>
            <a:xfrm>
              <a:off x="928103" y="5054767"/>
              <a:ext cx="1769764" cy="879146"/>
              <a:chOff x="714521" y="2554124"/>
              <a:chExt cx="1771148" cy="879836"/>
            </a:xfrm>
          </p:grpSpPr>
          <p:sp>
            <p:nvSpPr>
              <p:cNvPr id="107" name="TextBox 106">
                <a:extLst>
                  <a:ext uri="{FF2B5EF4-FFF2-40B4-BE49-F238E27FC236}">
                    <a16:creationId xmlns:a16="http://schemas.microsoft.com/office/drawing/2014/main" id="{2F08952C-275C-F591-B15A-BDC7FB20CEE6}"/>
                  </a:ext>
                </a:extLst>
              </p:cNvPr>
              <p:cNvSpPr txBox="1"/>
              <p:nvPr/>
            </p:nvSpPr>
            <p:spPr>
              <a:xfrm>
                <a:off x="807626" y="2814834"/>
                <a:ext cx="1678043" cy="619126"/>
              </a:xfrm>
              <a:prstGeom prst="rect">
                <a:avLst/>
              </a:prstGeom>
              <a:noFill/>
            </p:spPr>
            <p:txBody>
              <a:bodyPr wrap="square" rtlCol="0">
                <a:noAutofit/>
              </a:bodyPr>
              <a:lstStyle/>
              <a:p>
                <a:pPr lvl="0">
                  <a:lnSpc>
                    <a:spcPct val="100000"/>
                  </a:lnSpc>
                  <a:defRPr/>
                </a:pPr>
                <a:r>
                  <a:rPr lang="en-US" sz="800">
                    <a:solidFill>
                      <a:srgbClr val="000000"/>
                    </a:solidFill>
                  </a:rPr>
                  <a:t>“I know the basics of the Adobe Digital Experience initiative and why it is being executed.”</a:t>
                </a:r>
              </a:p>
            </p:txBody>
          </p:sp>
          <p:sp>
            <p:nvSpPr>
              <p:cNvPr id="108" name="TextBox 107">
                <a:extLst>
                  <a:ext uri="{FF2B5EF4-FFF2-40B4-BE49-F238E27FC236}">
                    <a16:creationId xmlns:a16="http://schemas.microsoft.com/office/drawing/2014/main" id="{16E8A533-3616-E9AC-7C15-7AA2D45842D5}"/>
                  </a:ext>
                </a:extLst>
              </p:cNvPr>
              <p:cNvSpPr txBox="1"/>
              <p:nvPr/>
            </p:nvSpPr>
            <p:spPr>
              <a:xfrm>
                <a:off x="714521" y="2554124"/>
                <a:ext cx="1413076" cy="336540"/>
              </a:xfrm>
              <a:prstGeom prst="rect">
                <a:avLst/>
              </a:prstGeom>
              <a:noFill/>
            </p:spPr>
            <p:txBody>
              <a:bodyPr wrap="square" lIns="0" tIns="0" rIns="0" bIns="0" rtlCol="0" anchor="ctr">
                <a:noAutofit/>
              </a:bodyPr>
              <a:lstStyle/>
              <a:p>
                <a:pPr algn="ctr">
                  <a:lnSpc>
                    <a:spcPct val="110000"/>
                  </a:lnSpc>
                  <a:defRPr/>
                </a:pPr>
                <a:r>
                  <a:rPr lang="en-US" sz="1000" b="1" spc="300">
                    <a:solidFill>
                      <a:srgbClr val="FA0F00"/>
                    </a:solidFill>
                    <a:latin typeface="+mj-lt"/>
                    <a:cs typeface="Arial"/>
                  </a:rPr>
                  <a:t>AWARENESS</a:t>
                </a:r>
              </a:p>
            </p:txBody>
          </p:sp>
        </p:grpSp>
        <p:sp>
          <p:nvSpPr>
            <p:cNvPr id="97" name="Oval 96">
              <a:extLst>
                <a:ext uri="{FF2B5EF4-FFF2-40B4-BE49-F238E27FC236}">
                  <a16:creationId xmlns:a16="http://schemas.microsoft.com/office/drawing/2014/main" id="{ED27B045-DFFF-6AD9-31CC-3D0D4EE3D762}"/>
                </a:ext>
              </a:extLst>
            </p:cNvPr>
            <p:cNvSpPr>
              <a:spLocks noChangeAspect="1"/>
            </p:cNvSpPr>
            <p:nvPr/>
          </p:nvSpPr>
          <p:spPr>
            <a:xfrm>
              <a:off x="1394777" y="6064050"/>
              <a:ext cx="365760" cy="365760"/>
            </a:xfrm>
            <a:prstGeom prst="ellipse">
              <a:avLst/>
            </a:prstGeom>
            <a:solidFill>
              <a:schemeClr val="bg1"/>
            </a:solidFill>
            <a:ln w="127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sp>
          <p:nvSpPr>
            <p:cNvPr id="98" name="Oval 97">
              <a:extLst>
                <a:ext uri="{FF2B5EF4-FFF2-40B4-BE49-F238E27FC236}">
                  <a16:creationId xmlns:a16="http://schemas.microsoft.com/office/drawing/2014/main" id="{6B4F033E-4EC0-64D5-7DF8-208C6334EC7E}"/>
                </a:ext>
              </a:extLst>
            </p:cNvPr>
            <p:cNvSpPr>
              <a:spLocks noChangeAspect="1"/>
            </p:cNvSpPr>
            <p:nvPr/>
          </p:nvSpPr>
          <p:spPr>
            <a:xfrm>
              <a:off x="8723873" y="6212329"/>
              <a:ext cx="365760" cy="365760"/>
            </a:xfrm>
            <a:prstGeom prst="ellipse">
              <a:avLst/>
            </a:prstGeom>
            <a:solidFill>
              <a:schemeClr val="bg1"/>
            </a:solidFill>
            <a:ln w="127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sp>
          <p:nvSpPr>
            <p:cNvPr id="99" name="TextBox 98">
              <a:extLst>
                <a:ext uri="{FF2B5EF4-FFF2-40B4-BE49-F238E27FC236}">
                  <a16:creationId xmlns:a16="http://schemas.microsoft.com/office/drawing/2014/main" id="{62FAF049-E980-3B1C-8A31-92D639007E8C}"/>
                </a:ext>
              </a:extLst>
            </p:cNvPr>
            <p:cNvSpPr txBox="1"/>
            <p:nvPr/>
          </p:nvSpPr>
          <p:spPr>
            <a:xfrm>
              <a:off x="10381141" y="5738023"/>
              <a:ext cx="1676731" cy="153816"/>
            </a:xfrm>
            <a:prstGeom prst="rect">
              <a:avLst/>
            </a:prstGeom>
            <a:noFill/>
          </p:spPr>
          <p:txBody>
            <a:bodyPr wrap="square" lIns="0" tIns="0" rIns="0" bIns="0" rtlCol="0" anchor="ctr">
              <a:noAutofit/>
            </a:bodyPr>
            <a:lstStyle/>
            <a:p>
              <a:pPr algn="ctr">
                <a:lnSpc>
                  <a:spcPct val="110000"/>
                </a:lnSpc>
                <a:defRPr/>
              </a:pPr>
              <a:r>
                <a:rPr lang="en-US" sz="1000" b="1" spc="300">
                  <a:solidFill>
                    <a:srgbClr val="FA0F00"/>
                  </a:solidFill>
                  <a:latin typeface="+mj-lt"/>
                  <a:cs typeface="Arial"/>
                </a:rPr>
                <a:t>REINFORCEMENT</a:t>
              </a:r>
            </a:p>
          </p:txBody>
        </p:sp>
        <p:sp>
          <p:nvSpPr>
            <p:cNvPr id="100" name="Oval 99">
              <a:extLst>
                <a:ext uri="{FF2B5EF4-FFF2-40B4-BE49-F238E27FC236}">
                  <a16:creationId xmlns:a16="http://schemas.microsoft.com/office/drawing/2014/main" id="{86988CB6-3F5A-75C1-3496-8F844E460BD1}"/>
                </a:ext>
              </a:extLst>
            </p:cNvPr>
            <p:cNvSpPr>
              <a:spLocks noChangeAspect="1"/>
            </p:cNvSpPr>
            <p:nvPr/>
          </p:nvSpPr>
          <p:spPr>
            <a:xfrm>
              <a:off x="3784919" y="5142787"/>
              <a:ext cx="365760" cy="365760"/>
            </a:xfrm>
            <a:prstGeom prst="ellipse">
              <a:avLst/>
            </a:prstGeom>
            <a:solidFill>
              <a:schemeClr val="bg1"/>
            </a:solidFill>
            <a:ln w="127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sp>
          <p:nvSpPr>
            <p:cNvPr id="101" name="Oval 100">
              <a:extLst>
                <a:ext uri="{FF2B5EF4-FFF2-40B4-BE49-F238E27FC236}">
                  <a16:creationId xmlns:a16="http://schemas.microsoft.com/office/drawing/2014/main" id="{D427B969-BAB7-775C-1585-6E4083BEBFCB}"/>
                </a:ext>
              </a:extLst>
            </p:cNvPr>
            <p:cNvSpPr>
              <a:spLocks noChangeAspect="1"/>
            </p:cNvSpPr>
            <p:nvPr/>
          </p:nvSpPr>
          <p:spPr>
            <a:xfrm>
              <a:off x="5921154" y="5497314"/>
              <a:ext cx="365760" cy="365760"/>
            </a:xfrm>
            <a:prstGeom prst="ellipse">
              <a:avLst/>
            </a:prstGeom>
            <a:solidFill>
              <a:schemeClr val="bg1"/>
            </a:solidFill>
            <a:ln w="127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sp>
          <p:nvSpPr>
            <p:cNvPr id="102" name="Oval 101">
              <a:extLst>
                <a:ext uri="{FF2B5EF4-FFF2-40B4-BE49-F238E27FC236}">
                  <a16:creationId xmlns:a16="http://schemas.microsoft.com/office/drawing/2014/main" id="{76CE6D03-821E-F3ED-F35F-247A63CFFD2F}"/>
                </a:ext>
              </a:extLst>
            </p:cNvPr>
            <p:cNvSpPr>
              <a:spLocks noChangeAspect="1"/>
            </p:cNvSpPr>
            <p:nvPr/>
          </p:nvSpPr>
          <p:spPr>
            <a:xfrm>
              <a:off x="10776846" y="5148044"/>
              <a:ext cx="365760" cy="365760"/>
            </a:xfrm>
            <a:prstGeom prst="ellipse">
              <a:avLst/>
            </a:prstGeom>
            <a:solidFill>
              <a:schemeClr val="bg1"/>
            </a:solidFill>
            <a:ln w="127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sp>
          <p:nvSpPr>
            <p:cNvPr id="103" name="TextBox 102">
              <a:extLst>
                <a:ext uri="{FF2B5EF4-FFF2-40B4-BE49-F238E27FC236}">
                  <a16:creationId xmlns:a16="http://schemas.microsoft.com/office/drawing/2014/main" id="{FB0F0745-CCCC-2F45-322D-D9307DB80B7F}"/>
                </a:ext>
              </a:extLst>
            </p:cNvPr>
            <p:cNvSpPr txBox="1"/>
            <p:nvPr/>
          </p:nvSpPr>
          <p:spPr>
            <a:xfrm>
              <a:off x="2972141" y="5891838"/>
              <a:ext cx="2618790" cy="954107"/>
            </a:xfrm>
            <a:prstGeom prst="rect">
              <a:avLst/>
            </a:prstGeom>
            <a:noFill/>
          </p:spPr>
          <p:txBody>
            <a:bodyPr wrap="square">
              <a:spAutoFit/>
            </a:bodyPr>
            <a:lstStyle/>
            <a:p>
              <a:pPr defTabSz="1088291">
                <a:defRPr/>
              </a:pPr>
              <a:r>
                <a:rPr lang="en-US" sz="800">
                  <a:solidFill>
                    <a:srgbClr val="000000"/>
                  </a:solidFill>
                </a:rPr>
                <a:t>“I can articulate how I need to change and am becoming supportive and willing to accept the changes coming ahead.”</a:t>
              </a:r>
            </a:p>
            <a:p>
              <a:pPr defTabSz="1088291">
                <a:defRPr/>
              </a:pPr>
              <a:endParaRPr lang="en-US" sz="800">
                <a:solidFill>
                  <a:srgbClr val="000000"/>
                </a:solidFill>
              </a:endParaRPr>
            </a:p>
            <a:p>
              <a:pPr defTabSz="1088291">
                <a:defRPr/>
              </a:pPr>
              <a:r>
                <a:rPr lang="en-US" sz="800">
                  <a:solidFill>
                    <a:srgbClr val="000000"/>
                  </a:solidFill>
                </a:rPr>
                <a:t>“I know that leadership has listened to my concerns/feedback and is addressing them proactively, so me and my team are sufficiently prepared.”</a:t>
              </a:r>
            </a:p>
          </p:txBody>
        </p:sp>
        <p:sp>
          <p:nvSpPr>
            <p:cNvPr id="104" name="TextBox 103">
              <a:extLst>
                <a:ext uri="{FF2B5EF4-FFF2-40B4-BE49-F238E27FC236}">
                  <a16:creationId xmlns:a16="http://schemas.microsoft.com/office/drawing/2014/main" id="{2333F6D7-7ADF-00DF-5146-4A25B29A6FB9}"/>
                </a:ext>
              </a:extLst>
            </p:cNvPr>
            <p:cNvSpPr txBox="1"/>
            <p:nvPr/>
          </p:nvSpPr>
          <p:spPr>
            <a:xfrm>
              <a:off x="5431160" y="4560046"/>
              <a:ext cx="2639949" cy="954107"/>
            </a:xfrm>
            <a:prstGeom prst="rect">
              <a:avLst/>
            </a:prstGeom>
            <a:noFill/>
          </p:spPr>
          <p:txBody>
            <a:bodyPr wrap="square">
              <a:spAutoFit/>
            </a:bodyPr>
            <a:lstStyle/>
            <a:p>
              <a:pPr defTabSz="1088291">
                <a:defRPr/>
              </a:pPr>
              <a:r>
                <a:rPr lang="en-US" sz="800">
                  <a:solidFill>
                    <a:srgbClr val="000000"/>
                  </a:solidFill>
                </a:rPr>
                <a:t>“I can explain why the change is needed, what it means for me and my team, and how our team/organization will benefit from the implementation of Adobe technology.”</a:t>
              </a:r>
            </a:p>
            <a:p>
              <a:pPr>
                <a:lnSpc>
                  <a:spcPct val="100000"/>
                </a:lnSpc>
                <a:defRPr/>
              </a:pPr>
              <a:endParaRPr lang="en-US" sz="800">
                <a:solidFill>
                  <a:srgbClr val="000000"/>
                </a:solidFill>
              </a:endParaRPr>
            </a:p>
            <a:p>
              <a:pPr defTabSz="1088291">
                <a:defRPr/>
              </a:pPr>
              <a:r>
                <a:rPr lang="en-US" sz="800">
                  <a:solidFill>
                    <a:srgbClr val="000000"/>
                  </a:solidFill>
                </a:rPr>
                <a:t>”I have attended training and understand what resources are available to support me through the transition period </a:t>
              </a:r>
              <a:r>
                <a:rPr lang="en-US" sz="800"/>
                <a:t>of working with Adobe solutions.</a:t>
              </a:r>
              <a:r>
                <a:rPr lang="en-US" sz="800">
                  <a:solidFill>
                    <a:srgbClr val="000000"/>
                  </a:solidFill>
                </a:rPr>
                <a:t>”</a:t>
              </a:r>
            </a:p>
          </p:txBody>
        </p:sp>
        <p:sp>
          <p:nvSpPr>
            <p:cNvPr id="105" name="TextBox 104">
              <a:extLst>
                <a:ext uri="{FF2B5EF4-FFF2-40B4-BE49-F238E27FC236}">
                  <a16:creationId xmlns:a16="http://schemas.microsoft.com/office/drawing/2014/main" id="{1752A740-E6E9-FDA2-FDEF-BC26191CCF58}"/>
                </a:ext>
              </a:extLst>
            </p:cNvPr>
            <p:cNvSpPr txBox="1"/>
            <p:nvPr/>
          </p:nvSpPr>
          <p:spPr>
            <a:xfrm>
              <a:off x="8093571" y="5128085"/>
              <a:ext cx="2292863" cy="461665"/>
            </a:xfrm>
            <a:prstGeom prst="rect">
              <a:avLst/>
            </a:prstGeom>
            <a:noFill/>
          </p:spPr>
          <p:txBody>
            <a:bodyPr wrap="square">
              <a:spAutoFit/>
            </a:bodyPr>
            <a:lstStyle/>
            <a:p>
              <a:pPr defTabSz="1088291">
                <a:defRPr/>
              </a:pPr>
              <a:r>
                <a:rPr lang="en-US" sz="800">
                  <a:solidFill>
                    <a:srgbClr val="000000"/>
                  </a:solidFill>
                </a:rPr>
                <a:t>“I am confident in my ability to use the Adobe Digital Experience platform and </a:t>
              </a:r>
              <a:r>
                <a:rPr lang="en-US" sz="800"/>
                <a:t>being data driven in my </a:t>
              </a:r>
              <a:r>
                <a:rPr lang="en-US" sz="800">
                  <a:solidFill>
                    <a:srgbClr val="000000"/>
                  </a:solidFill>
                </a:rPr>
                <a:t>daily work.”</a:t>
              </a:r>
            </a:p>
          </p:txBody>
        </p:sp>
        <p:sp>
          <p:nvSpPr>
            <p:cNvPr id="106" name="TextBox 105">
              <a:extLst>
                <a:ext uri="{FF2B5EF4-FFF2-40B4-BE49-F238E27FC236}">
                  <a16:creationId xmlns:a16="http://schemas.microsoft.com/office/drawing/2014/main" id="{694B518C-94A2-85CD-4896-72DAD120F2FE}"/>
                </a:ext>
              </a:extLst>
            </p:cNvPr>
            <p:cNvSpPr txBox="1"/>
            <p:nvPr/>
          </p:nvSpPr>
          <p:spPr>
            <a:xfrm>
              <a:off x="10247086" y="5910761"/>
              <a:ext cx="2014154" cy="954107"/>
            </a:xfrm>
            <a:prstGeom prst="rect">
              <a:avLst/>
            </a:prstGeom>
            <a:noFill/>
          </p:spPr>
          <p:txBody>
            <a:bodyPr wrap="square">
              <a:spAutoFit/>
            </a:bodyPr>
            <a:lstStyle/>
            <a:p>
              <a:pPr defTabSz="1088291">
                <a:defRPr/>
              </a:pPr>
              <a:r>
                <a:rPr lang="en-US" sz="800">
                  <a:solidFill>
                    <a:srgbClr val="000000"/>
                  </a:solidFill>
                </a:rPr>
                <a:t>“My team has weekly discussions on how we can continue to improve our processes to maximize the capabilities provided by the Adobe Digital Experience platform.”</a:t>
              </a:r>
            </a:p>
            <a:p>
              <a:pPr defTabSz="1088291">
                <a:defRPr/>
              </a:pPr>
              <a:endParaRPr lang="en-US" sz="800">
                <a:solidFill>
                  <a:srgbClr val="000000"/>
                </a:solidFill>
              </a:endParaRPr>
            </a:p>
            <a:p>
              <a:pPr defTabSz="1088291">
                <a:defRPr/>
              </a:pPr>
              <a:r>
                <a:rPr lang="en-US" sz="800">
                  <a:solidFill>
                    <a:srgbClr val="000000"/>
                  </a:solidFill>
                  <a:latin typeface="Adobe Clean SemiLight"/>
                </a:rPr>
                <a:t>“I regularly report on and communicate the value/progress of Adobe to leadership.” </a:t>
              </a:r>
            </a:p>
          </p:txBody>
        </p:sp>
      </p:grpSp>
      <p:grpSp>
        <p:nvGrpSpPr>
          <p:cNvPr id="109" name="Group 108">
            <a:extLst>
              <a:ext uri="{FF2B5EF4-FFF2-40B4-BE49-F238E27FC236}">
                <a16:creationId xmlns:a16="http://schemas.microsoft.com/office/drawing/2014/main" id="{AC5C5D9E-8611-94CE-4B51-A21162C9A12A}"/>
              </a:ext>
            </a:extLst>
          </p:cNvPr>
          <p:cNvGrpSpPr/>
          <p:nvPr/>
        </p:nvGrpSpPr>
        <p:grpSpPr>
          <a:xfrm>
            <a:off x="1182536" y="1505175"/>
            <a:ext cx="231659" cy="228600"/>
            <a:chOff x="1099646" y="2655922"/>
            <a:chExt cx="231659" cy="228600"/>
          </a:xfrm>
        </p:grpSpPr>
        <p:sp>
          <p:nvSpPr>
            <p:cNvPr id="110" name="Oval 109">
              <a:extLst>
                <a:ext uri="{FF2B5EF4-FFF2-40B4-BE49-F238E27FC236}">
                  <a16:creationId xmlns:a16="http://schemas.microsoft.com/office/drawing/2014/main" id="{8BC4443E-EE9C-1F66-6A40-A37F6AA59ECE}"/>
                </a:ext>
              </a:extLst>
            </p:cNvPr>
            <p:cNvSpPr>
              <a:spLocks noChangeAspect="1"/>
            </p:cNvSpPr>
            <p:nvPr/>
          </p:nvSpPr>
          <p:spPr>
            <a:xfrm>
              <a:off x="1099646" y="2655922"/>
              <a:ext cx="231659" cy="228600"/>
            </a:xfrm>
            <a:prstGeom prst="ellipse">
              <a:avLst/>
            </a:prstGeom>
            <a:solidFill>
              <a:srgbClr val="064E89"/>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11" name="Picture 110">
              <a:extLst>
                <a:ext uri="{FF2B5EF4-FFF2-40B4-BE49-F238E27FC236}">
                  <a16:creationId xmlns:a16="http://schemas.microsoft.com/office/drawing/2014/main" id="{28938CE1-8D7F-E5DC-14CF-56BB191BCA3D}"/>
                </a:ext>
                <a:ext uri="{C183D7F6-B498-43B3-948B-1728B52AA6E4}">
                  <adec:decorative xmlns:adec="http://schemas.microsoft.com/office/drawing/2017/decorative" val="1"/>
                </a:ext>
              </a:extLst>
            </p:cNvPr>
            <p:cNvPicPr>
              <a:picLocks noChangeAspect="1"/>
            </p:cNvPicPr>
            <p:nvPr/>
          </p:nvPicPr>
          <p:blipFill>
            <a:blip r:embed="rId3">
              <a:biLevel thresh="25000"/>
            </a:blip>
            <a:stretch>
              <a:fillRect/>
            </a:stretch>
          </p:blipFill>
          <p:spPr>
            <a:xfrm>
              <a:off x="1124035" y="2663669"/>
              <a:ext cx="182880" cy="182880"/>
            </a:xfrm>
            <a:prstGeom prst="rect">
              <a:avLst/>
            </a:prstGeom>
          </p:spPr>
        </p:pic>
      </p:grpSp>
      <p:grpSp>
        <p:nvGrpSpPr>
          <p:cNvPr id="112" name="Group 111">
            <a:extLst>
              <a:ext uri="{FF2B5EF4-FFF2-40B4-BE49-F238E27FC236}">
                <a16:creationId xmlns:a16="http://schemas.microsoft.com/office/drawing/2014/main" id="{CA46D310-F23D-2394-A23C-1D50E99A169E}"/>
              </a:ext>
            </a:extLst>
          </p:cNvPr>
          <p:cNvGrpSpPr/>
          <p:nvPr/>
        </p:nvGrpSpPr>
        <p:grpSpPr>
          <a:xfrm>
            <a:off x="1178131" y="1900763"/>
            <a:ext cx="231659" cy="228600"/>
            <a:chOff x="1099646" y="2655922"/>
            <a:chExt cx="231659" cy="228600"/>
          </a:xfrm>
          <a:solidFill>
            <a:srgbClr val="064E89"/>
          </a:solidFill>
        </p:grpSpPr>
        <p:sp>
          <p:nvSpPr>
            <p:cNvPr id="113" name="Oval 112">
              <a:extLst>
                <a:ext uri="{FF2B5EF4-FFF2-40B4-BE49-F238E27FC236}">
                  <a16:creationId xmlns:a16="http://schemas.microsoft.com/office/drawing/2014/main" id="{DDCCFEA8-A1B2-6136-D183-81CA99E49479}"/>
                </a:ext>
              </a:extLst>
            </p:cNvPr>
            <p:cNvSpPr>
              <a:spLocks noChangeAspect="1"/>
            </p:cNvSpPr>
            <p:nvPr/>
          </p:nvSpPr>
          <p:spPr>
            <a:xfrm>
              <a:off x="1099646" y="2655922"/>
              <a:ext cx="231659" cy="22860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14" name="Picture 113">
              <a:extLst>
                <a:ext uri="{FF2B5EF4-FFF2-40B4-BE49-F238E27FC236}">
                  <a16:creationId xmlns:a16="http://schemas.microsoft.com/office/drawing/2014/main" id="{CFEA063A-E9B2-EB85-643F-38B342F40F39}"/>
                </a:ext>
                <a:ext uri="{C183D7F6-B498-43B3-948B-1728B52AA6E4}">
                  <adec:decorative xmlns:adec="http://schemas.microsoft.com/office/drawing/2017/decorative" val="1"/>
                </a:ext>
              </a:extLst>
            </p:cNvPr>
            <p:cNvPicPr>
              <a:picLocks noChangeAspect="1"/>
            </p:cNvPicPr>
            <p:nvPr/>
          </p:nvPicPr>
          <p:blipFill>
            <a:blip r:embed="rId4">
              <a:biLevel thresh="25000"/>
            </a:blip>
            <a:stretch>
              <a:fillRect/>
            </a:stretch>
          </p:blipFill>
          <p:spPr>
            <a:xfrm>
              <a:off x="1116713" y="2668263"/>
              <a:ext cx="201168" cy="201168"/>
            </a:xfrm>
            <a:prstGeom prst="rect">
              <a:avLst/>
            </a:prstGeom>
            <a:noFill/>
          </p:spPr>
        </p:pic>
      </p:grpSp>
      <p:grpSp>
        <p:nvGrpSpPr>
          <p:cNvPr id="118" name="Group 117">
            <a:extLst>
              <a:ext uri="{FF2B5EF4-FFF2-40B4-BE49-F238E27FC236}">
                <a16:creationId xmlns:a16="http://schemas.microsoft.com/office/drawing/2014/main" id="{2A058FE8-CE44-DB26-A239-C429CE0DFC97}"/>
              </a:ext>
            </a:extLst>
          </p:cNvPr>
          <p:cNvGrpSpPr/>
          <p:nvPr/>
        </p:nvGrpSpPr>
        <p:grpSpPr>
          <a:xfrm>
            <a:off x="2077262" y="2299370"/>
            <a:ext cx="231659" cy="228600"/>
            <a:chOff x="7588332" y="2655922"/>
            <a:chExt cx="231659" cy="228600"/>
          </a:xfrm>
          <a:solidFill>
            <a:srgbClr val="064E89"/>
          </a:solidFill>
        </p:grpSpPr>
        <p:sp>
          <p:nvSpPr>
            <p:cNvPr id="119" name="Oval 118">
              <a:extLst>
                <a:ext uri="{FF2B5EF4-FFF2-40B4-BE49-F238E27FC236}">
                  <a16:creationId xmlns:a16="http://schemas.microsoft.com/office/drawing/2014/main" id="{580BFEAB-FF2C-BFF9-4D62-705911D9C51D}"/>
                </a:ext>
              </a:extLst>
            </p:cNvPr>
            <p:cNvSpPr>
              <a:spLocks noChangeAspect="1"/>
            </p:cNvSpPr>
            <p:nvPr/>
          </p:nvSpPr>
          <p:spPr>
            <a:xfrm>
              <a:off x="7588332" y="2655922"/>
              <a:ext cx="231659" cy="22860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20" name="Picture 119">
              <a:extLst>
                <a:ext uri="{FF2B5EF4-FFF2-40B4-BE49-F238E27FC236}">
                  <a16:creationId xmlns:a16="http://schemas.microsoft.com/office/drawing/2014/main" id="{11FA0EE2-B3D5-6C2D-5FD4-EA972D6653EA}"/>
                </a:ext>
                <a:ext uri="{C183D7F6-B498-43B3-948B-1728B52AA6E4}">
                  <adec:decorative xmlns:adec="http://schemas.microsoft.com/office/drawing/2017/decorative" val="1"/>
                </a:ext>
              </a:extLst>
            </p:cNvPr>
            <p:cNvPicPr>
              <a:picLocks noChangeAspect="1"/>
            </p:cNvPicPr>
            <p:nvPr/>
          </p:nvPicPr>
          <p:blipFill>
            <a:blip r:embed="rId5">
              <a:biLevel thresh="25000"/>
            </a:blip>
            <a:stretch>
              <a:fillRect/>
            </a:stretch>
          </p:blipFill>
          <p:spPr>
            <a:xfrm>
              <a:off x="7607438" y="2679766"/>
              <a:ext cx="201168" cy="201168"/>
            </a:xfrm>
            <a:prstGeom prst="rect">
              <a:avLst/>
            </a:prstGeom>
            <a:noFill/>
          </p:spPr>
        </p:pic>
      </p:grpSp>
      <p:grpSp>
        <p:nvGrpSpPr>
          <p:cNvPr id="121" name="Group 120">
            <a:extLst>
              <a:ext uri="{FF2B5EF4-FFF2-40B4-BE49-F238E27FC236}">
                <a16:creationId xmlns:a16="http://schemas.microsoft.com/office/drawing/2014/main" id="{ECEAB9A5-9C38-125A-8989-C9C5D06330F2}"/>
              </a:ext>
            </a:extLst>
          </p:cNvPr>
          <p:cNvGrpSpPr/>
          <p:nvPr/>
        </p:nvGrpSpPr>
        <p:grpSpPr>
          <a:xfrm>
            <a:off x="2077262" y="2699326"/>
            <a:ext cx="231659" cy="228600"/>
            <a:chOff x="7588332" y="2928799"/>
            <a:chExt cx="231659" cy="228600"/>
          </a:xfrm>
          <a:solidFill>
            <a:srgbClr val="064E89"/>
          </a:solidFill>
        </p:grpSpPr>
        <p:sp>
          <p:nvSpPr>
            <p:cNvPr id="122" name="Oval 121">
              <a:extLst>
                <a:ext uri="{FF2B5EF4-FFF2-40B4-BE49-F238E27FC236}">
                  <a16:creationId xmlns:a16="http://schemas.microsoft.com/office/drawing/2014/main" id="{40AD7513-E4E2-88B7-D7FF-307AB0600964}"/>
                </a:ext>
              </a:extLst>
            </p:cNvPr>
            <p:cNvSpPr>
              <a:spLocks noChangeAspect="1"/>
            </p:cNvSpPr>
            <p:nvPr/>
          </p:nvSpPr>
          <p:spPr>
            <a:xfrm>
              <a:off x="7588332" y="2928799"/>
              <a:ext cx="231659" cy="22860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23" name="Picture 122">
              <a:extLst>
                <a:ext uri="{FF2B5EF4-FFF2-40B4-BE49-F238E27FC236}">
                  <a16:creationId xmlns:a16="http://schemas.microsoft.com/office/drawing/2014/main" id="{CE61AF4F-9CA3-399D-0232-F09C163BACC1}"/>
                </a:ext>
                <a:ext uri="{C183D7F6-B498-43B3-948B-1728B52AA6E4}">
                  <adec:decorative xmlns:adec="http://schemas.microsoft.com/office/drawing/2017/decorative" val="1"/>
                </a:ext>
              </a:extLst>
            </p:cNvPr>
            <p:cNvPicPr>
              <a:picLocks noChangeAspect="1"/>
            </p:cNvPicPr>
            <p:nvPr/>
          </p:nvPicPr>
          <p:blipFill>
            <a:blip r:embed="rId6">
              <a:biLevel thresh="25000"/>
            </a:blip>
            <a:stretch>
              <a:fillRect/>
            </a:stretch>
          </p:blipFill>
          <p:spPr>
            <a:xfrm>
              <a:off x="7617101" y="2952749"/>
              <a:ext cx="173736" cy="173736"/>
            </a:xfrm>
            <a:prstGeom prst="rect">
              <a:avLst/>
            </a:prstGeom>
            <a:noFill/>
          </p:spPr>
        </p:pic>
      </p:grpSp>
      <p:grpSp>
        <p:nvGrpSpPr>
          <p:cNvPr id="124" name="Group 123">
            <a:extLst>
              <a:ext uri="{FF2B5EF4-FFF2-40B4-BE49-F238E27FC236}">
                <a16:creationId xmlns:a16="http://schemas.microsoft.com/office/drawing/2014/main" id="{869B07DD-C11F-0674-D048-E7512C200991}"/>
              </a:ext>
            </a:extLst>
          </p:cNvPr>
          <p:cNvGrpSpPr/>
          <p:nvPr/>
        </p:nvGrpSpPr>
        <p:grpSpPr>
          <a:xfrm>
            <a:off x="5597454" y="3093610"/>
            <a:ext cx="231659" cy="228600"/>
            <a:chOff x="7588332" y="3201676"/>
            <a:chExt cx="231659" cy="228600"/>
          </a:xfrm>
          <a:solidFill>
            <a:srgbClr val="064E89"/>
          </a:solidFill>
        </p:grpSpPr>
        <p:sp>
          <p:nvSpPr>
            <p:cNvPr id="125" name="Oval 124">
              <a:extLst>
                <a:ext uri="{FF2B5EF4-FFF2-40B4-BE49-F238E27FC236}">
                  <a16:creationId xmlns:a16="http://schemas.microsoft.com/office/drawing/2014/main" id="{447B61D7-0F99-5D57-B1CE-B05A07866920}"/>
                </a:ext>
              </a:extLst>
            </p:cNvPr>
            <p:cNvSpPr>
              <a:spLocks noChangeAspect="1"/>
            </p:cNvSpPr>
            <p:nvPr/>
          </p:nvSpPr>
          <p:spPr>
            <a:xfrm>
              <a:off x="7588332" y="3201676"/>
              <a:ext cx="231659" cy="22860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26" name="Picture 125">
              <a:extLst>
                <a:ext uri="{FF2B5EF4-FFF2-40B4-BE49-F238E27FC236}">
                  <a16:creationId xmlns:a16="http://schemas.microsoft.com/office/drawing/2014/main" id="{9CF63471-5184-061D-B6DA-FDE2DA1A7C58}"/>
                </a:ext>
                <a:ext uri="{C183D7F6-B498-43B3-948B-1728B52AA6E4}">
                  <adec:decorative xmlns:adec="http://schemas.microsoft.com/office/drawing/2017/decorative" val="1"/>
                </a:ext>
              </a:extLst>
            </p:cNvPr>
            <p:cNvPicPr>
              <a:picLocks noChangeAspect="1"/>
            </p:cNvPicPr>
            <p:nvPr/>
          </p:nvPicPr>
          <p:blipFill>
            <a:blip r:embed="rId7">
              <a:biLevel thresh="25000"/>
            </a:blip>
            <a:stretch>
              <a:fillRect/>
            </a:stretch>
          </p:blipFill>
          <p:spPr>
            <a:xfrm>
              <a:off x="7607438" y="3220611"/>
              <a:ext cx="192024" cy="192024"/>
            </a:xfrm>
            <a:prstGeom prst="rect">
              <a:avLst/>
            </a:prstGeom>
            <a:noFill/>
          </p:spPr>
        </p:pic>
      </p:grpSp>
      <p:grpSp>
        <p:nvGrpSpPr>
          <p:cNvPr id="127" name="Group 126">
            <a:extLst>
              <a:ext uri="{FF2B5EF4-FFF2-40B4-BE49-F238E27FC236}">
                <a16:creationId xmlns:a16="http://schemas.microsoft.com/office/drawing/2014/main" id="{06879FE3-EE39-EF14-A69D-F505036C1008}"/>
              </a:ext>
            </a:extLst>
          </p:cNvPr>
          <p:cNvGrpSpPr/>
          <p:nvPr/>
        </p:nvGrpSpPr>
        <p:grpSpPr>
          <a:xfrm>
            <a:off x="5597454" y="3479843"/>
            <a:ext cx="231659" cy="228600"/>
            <a:chOff x="7588332" y="3474552"/>
            <a:chExt cx="231659" cy="228600"/>
          </a:xfrm>
          <a:solidFill>
            <a:srgbClr val="064E89"/>
          </a:solidFill>
        </p:grpSpPr>
        <p:sp>
          <p:nvSpPr>
            <p:cNvPr id="128" name="Oval 127">
              <a:extLst>
                <a:ext uri="{FF2B5EF4-FFF2-40B4-BE49-F238E27FC236}">
                  <a16:creationId xmlns:a16="http://schemas.microsoft.com/office/drawing/2014/main" id="{B7F40E1C-8197-0253-C9EA-7747858871AB}"/>
                </a:ext>
              </a:extLst>
            </p:cNvPr>
            <p:cNvSpPr>
              <a:spLocks noChangeAspect="1"/>
            </p:cNvSpPr>
            <p:nvPr/>
          </p:nvSpPr>
          <p:spPr>
            <a:xfrm>
              <a:off x="7588332" y="3474552"/>
              <a:ext cx="231659" cy="22860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29" name="Picture 128">
              <a:extLst>
                <a:ext uri="{FF2B5EF4-FFF2-40B4-BE49-F238E27FC236}">
                  <a16:creationId xmlns:a16="http://schemas.microsoft.com/office/drawing/2014/main" id="{235734A4-46F6-060A-E619-64F8A45E2348}"/>
                </a:ext>
                <a:ext uri="{C183D7F6-B498-43B3-948B-1728B52AA6E4}">
                  <adec:decorative xmlns:adec="http://schemas.microsoft.com/office/drawing/2017/decorative" val="1"/>
                </a:ext>
              </a:extLst>
            </p:cNvPr>
            <p:cNvPicPr>
              <a:picLocks noChangeAspect="1"/>
            </p:cNvPicPr>
            <p:nvPr/>
          </p:nvPicPr>
          <p:blipFill>
            <a:blip r:embed="rId8">
              <a:biLevel thresh="25000"/>
            </a:blip>
            <a:stretch>
              <a:fillRect/>
            </a:stretch>
          </p:blipFill>
          <p:spPr>
            <a:xfrm>
              <a:off x="7601988" y="3492840"/>
              <a:ext cx="192024" cy="192024"/>
            </a:xfrm>
            <a:prstGeom prst="rect">
              <a:avLst/>
            </a:prstGeom>
            <a:noFill/>
          </p:spPr>
        </p:pic>
      </p:grpSp>
    </p:spTree>
    <p:extLst>
      <p:ext uri="{BB962C8B-B14F-4D97-AF65-F5344CB8AC3E}">
        <p14:creationId xmlns:p14="http://schemas.microsoft.com/office/powerpoint/2010/main" val="1209435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328F94-1F6D-EEAA-EE58-C6883207FADB}"/>
              </a:ext>
            </a:extLst>
          </p:cNvPr>
          <p:cNvSpPr>
            <a:spLocks noGrp="1"/>
          </p:cNvSpPr>
          <p:nvPr>
            <p:ph type="title"/>
          </p:nvPr>
        </p:nvSpPr>
        <p:spPr>
          <a:noFill/>
          <a:ln>
            <a:noFill/>
          </a:ln>
        </p:spPr>
        <p:txBody>
          <a:bodyPr spcFirstLastPara="1" vert="horz" wrap="square" lIns="0" tIns="0" rIns="0" bIns="0" rtlCol="0" anchor="ctr" anchorCtr="0">
            <a:noAutofit/>
          </a:bodyPr>
          <a:lstStyle/>
          <a:p>
            <a:r>
              <a:rPr lang="en-US" sz="2400"/>
              <a:t>A communication strategy</a:t>
            </a:r>
            <a:endParaRPr lang="en-US" sz="2400" baseline="30000"/>
          </a:p>
        </p:txBody>
      </p:sp>
      <p:graphicFrame>
        <p:nvGraphicFramePr>
          <p:cNvPr id="2" name="Table 36">
            <a:extLst>
              <a:ext uri="{FF2B5EF4-FFF2-40B4-BE49-F238E27FC236}">
                <a16:creationId xmlns:a16="http://schemas.microsoft.com/office/drawing/2014/main" id="{C41F5C8F-949D-2EF7-661D-75B5AB2731C2}"/>
              </a:ext>
            </a:extLst>
          </p:cNvPr>
          <p:cNvGraphicFramePr>
            <a:graphicFrameLocks noGrp="1"/>
          </p:cNvGraphicFramePr>
          <p:nvPr>
            <p:extLst>
              <p:ext uri="{D42A27DB-BD31-4B8C-83A1-F6EECF244321}">
                <p14:modId xmlns:p14="http://schemas.microsoft.com/office/powerpoint/2010/main" val="1924538548"/>
              </p:ext>
            </p:extLst>
          </p:nvPr>
        </p:nvGraphicFramePr>
        <p:xfrm>
          <a:off x="310897" y="3187207"/>
          <a:ext cx="11086220" cy="2774928"/>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3453592548"/>
                    </a:ext>
                  </a:extLst>
                </a:gridCol>
                <a:gridCol w="1997788">
                  <a:extLst>
                    <a:ext uri="{9D8B030D-6E8A-4147-A177-3AD203B41FA5}">
                      <a16:colId xmlns:a16="http://schemas.microsoft.com/office/drawing/2014/main" val="528523444"/>
                    </a:ext>
                  </a:extLst>
                </a:gridCol>
                <a:gridCol w="1997788">
                  <a:extLst>
                    <a:ext uri="{9D8B030D-6E8A-4147-A177-3AD203B41FA5}">
                      <a16:colId xmlns:a16="http://schemas.microsoft.com/office/drawing/2014/main" val="2078761654"/>
                    </a:ext>
                  </a:extLst>
                </a:gridCol>
                <a:gridCol w="1997788">
                  <a:extLst>
                    <a:ext uri="{9D8B030D-6E8A-4147-A177-3AD203B41FA5}">
                      <a16:colId xmlns:a16="http://schemas.microsoft.com/office/drawing/2014/main" val="3107357730"/>
                    </a:ext>
                  </a:extLst>
                </a:gridCol>
                <a:gridCol w="1997788">
                  <a:extLst>
                    <a:ext uri="{9D8B030D-6E8A-4147-A177-3AD203B41FA5}">
                      <a16:colId xmlns:a16="http://schemas.microsoft.com/office/drawing/2014/main" val="417438278"/>
                    </a:ext>
                  </a:extLst>
                </a:gridCol>
                <a:gridCol w="1997788">
                  <a:extLst>
                    <a:ext uri="{9D8B030D-6E8A-4147-A177-3AD203B41FA5}">
                      <a16:colId xmlns:a16="http://schemas.microsoft.com/office/drawing/2014/main" val="836456474"/>
                    </a:ext>
                  </a:extLst>
                </a:gridCol>
              </a:tblGrid>
              <a:tr h="624878">
                <a:tc>
                  <a:txBody>
                    <a:bodyPr/>
                    <a:lstStyle/>
                    <a:p>
                      <a:pPr algn="r"/>
                      <a:r>
                        <a:rPr lang="en-US" sz="1050" b="1" i="0">
                          <a:latin typeface="SoDo Sans Light" pitchFamily="2" charset="77"/>
                          <a:ea typeface="SoDo Sans Light" pitchFamily="2" charset="77"/>
                        </a:rPr>
                        <a:t>Storyline</a:t>
                      </a:r>
                    </a:p>
                  </a:txBody>
                  <a:tcPr marL="45720" marR="45720" anchor="ct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b="1" i="0">
                          <a:solidFill>
                            <a:schemeClr val="tx1"/>
                          </a:solidFill>
                          <a:latin typeface="SoDo Sans Light" pitchFamily="2" charset="77"/>
                          <a:ea typeface="SoDo Sans Light" pitchFamily="2" charset="77"/>
                        </a:rPr>
                        <a:t>Case for Adobe Technology</a:t>
                      </a: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a:r>
                        <a:rPr lang="en-US" sz="1050" b="1" i="0">
                          <a:solidFill>
                            <a:schemeClr val="tx1"/>
                          </a:solidFill>
                          <a:latin typeface="SoDo Sans Light" pitchFamily="2" charset="77"/>
                          <a:ea typeface="SoDo Sans Light" pitchFamily="2" charset="77"/>
                        </a:rPr>
                        <a:t>Detailed Change Messaging</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a:r>
                        <a:rPr lang="en-US" sz="1050" b="1" i="0">
                          <a:solidFill>
                            <a:schemeClr val="tx1"/>
                          </a:solidFill>
                          <a:latin typeface="SoDo Sans Light" pitchFamily="2" charset="77"/>
                          <a:ea typeface="SoDo Sans Light" pitchFamily="2" charset="77"/>
                        </a:rPr>
                        <a:t>Prepare for Go-Live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a:r>
                        <a:rPr lang="en-US" sz="1050" b="1" i="0">
                          <a:solidFill>
                            <a:schemeClr val="tx1"/>
                          </a:solidFill>
                          <a:latin typeface="SoDo Sans Light" pitchFamily="2" charset="77"/>
                          <a:ea typeface="SoDo Sans Light" pitchFamily="2" charset="77"/>
                        </a:rPr>
                        <a:t>Focus on the Future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a:r>
                        <a:rPr lang="en-US" sz="1050" b="1" i="0">
                          <a:solidFill>
                            <a:schemeClr val="tx1"/>
                          </a:solidFill>
                          <a:latin typeface="SoDo Sans Light" pitchFamily="2" charset="77"/>
                          <a:ea typeface="SoDo Sans Light" pitchFamily="2" charset="77"/>
                        </a:rPr>
                        <a:t>Sustain the Change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68850804"/>
                  </a:ext>
                </a:extLst>
              </a:tr>
              <a:tr h="624878">
                <a:tc>
                  <a:txBody>
                    <a:bodyPr/>
                    <a:lstStyle/>
                    <a:p>
                      <a:pPr algn="r"/>
                      <a:r>
                        <a:rPr lang="en-US" sz="1050" b="1" i="0">
                          <a:latin typeface="SoDo Sans Light" pitchFamily="2" charset="77"/>
                          <a:ea typeface="SoDo Sans Light" pitchFamily="2" charset="77"/>
                        </a:rPr>
                        <a:t>Purpose</a:t>
                      </a:r>
                    </a:p>
                  </a:txBody>
                  <a:tcPr marL="45720" marR="45720" anchor="ct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b="0" i="0">
                          <a:latin typeface="SoDo Sans Light" pitchFamily="2" charset="77"/>
                          <a:ea typeface="SoDo Sans Light" pitchFamily="2" charset="77"/>
                        </a:rPr>
                        <a:t>Explain the ‘why’ </a:t>
                      </a: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accent2">
                          <a:lumMod val="75000"/>
                          <a:lumOff val="25000"/>
                        </a:schemeClr>
                      </a:solidFill>
                      <a:prstDash val="solid"/>
                      <a:round/>
                      <a:headEnd type="none" w="med" len="med"/>
                      <a:tailEnd type="none" w="med" len="med"/>
                    </a:lnB>
                    <a:solidFill>
                      <a:schemeClr val="bg1">
                        <a:lumMod val="95000"/>
                      </a:schemeClr>
                    </a:solidFill>
                  </a:tcPr>
                </a:tc>
                <a:tc>
                  <a:txBody>
                    <a:bodyPr/>
                    <a:lstStyle/>
                    <a:p>
                      <a:pPr algn="ctr"/>
                      <a:r>
                        <a:rPr lang="en-US" sz="1050" b="0" i="0">
                          <a:latin typeface="SoDo Sans Light" pitchFamily="2" charset="77"/>
                          <a:ea typeface="SoDo Sans Light" pitchFamily="2" charset="77"/>
                        </a:rPr>
                        <a:t>Set expectations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accent2">
                          <a:lumMod val="75000"/>
                          <a:lumOff val="25000"/>
                        </a:schemeClr>
                      </a:solidFill>
                      <a:prstDash val="solid"/>
                      <a:round/>
                      <a:headEnd type="none" w="med" len="med"/>
                      <a:tailEnd type="none" w="med" len="med"/>
                    </a:lnB>
                    <a:solidFill>
                      <a:schemeClr val="bg1">
                        <a:lumMod val="95000"/>
                      </a:schemeClr>
                    </a:solidFill>
                  </a:tcPr>
                </a:tc>
                <a:tc>
                  <a:txBody>
                    <a:bodyPr/>
                    <a:lstStyle/>
                    <a:p>
                      <a:pPr algn="ctr"/>
                      <a:r>
                        <a:rPr lang="en-US" sz="1050" b="0" i="0">
                          <a:latin typeface="SoDo Sans Light" pitchFamily="2" charset="77"/>
                          <a:ea typeface="SoDo Sans Light" pitchFamily="2" charset="77"/>
                        </a:rPr>
                        <a:t>Manage uncertainty and provide practical training &amp; guidance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accent2">
                          <a:lumMod val="75000"/>
                          <a:lumOff val="25000"/>
                        </a:schemeClr>
                      </a:solidFill>
                      <a:prstDash val="solid"/>
                      <a:round/>
                      <a:headEnd type="none" w="med" len="med"/>
                      <a:tailEnd type="none" w="med" len="med"/>
                    </a:lnB>
                    <a:solidFill>
                      <a:schemeClr val="bg1">
                        <a:lumMod val="95000"/>
                      </a:schemeClr>
                    </a:solidFill>
                  </a:tcPr>
                </a:tc>
                <a:tc>
                  <a:txBody>
                    <a:bodyPr/>
                    <a:lstStyle/>
                    <a:p>
                      <a:pPr algn="ctr"/>
                      <a:r>
                        <a:rPr lang="en-US" sz="1050" b="0" i="0">
                          <a:latin typeface="SoDo Sans Light" pitchFamily="2" charset="77"/>
                          <a:ea typeface="SoDo Sans Light" pitchFamily="2" charset="77"/>
                        </a:rPr>
                        <a:t>Celebrate go-live success and focus on the future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accent2">
                          <a:lumMod val="75000"/>
                          <a:lumOff val="2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Reinforce the changes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accent2">
                          <a:lumMod val="75000"/>
                          <a:lumOff val="2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71637679"/>
                  </a:ext>
                </a:extLst>
              </a:tr>
              <a:tr h="900294">
                <a:tc>
                  <a:txBody>
                    <a:bodyPr/>
                    <a:lstStyle/>
                    <a:p>
                      <a:pPr algn="r"/>
                      <a:r>
                        <a:rPr lang="en-US" sz="1050" b="1" i="0">
                          <a:latin typeface="SoDo Sans Light" pitchFamily="2" charset="77"/>
                          <a:ea typeface="SoDo Sans Light" pitchFamily="2" charset="77"/>
                        </a:rPr>
                        <a:t>Message</a:t>
                      </a:r>
                    </a:p>
                  </a:txBody>
                  <a:tcPr marL="45720" marR="45720" anchor="ct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Explain the reason for the transformation at this time, highlighting the benefits tech &amp; business partners will receive</a:t>
                      </a: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2">
                          <a:lumMod val="75000"/>
                          <a:lumOff val="25000"/>
                        </a:schemeClr>
                      </a:solidFill>
                      <a:prstDash val="solid"/>
                      <a:round/>
                      <a:headEnd type="none" w="med" len="med"/>
                      <a:tailEnd type="none" w="med" len="med"/>
                    </a:lnT>
                    <a:lnB w="12700" cap="flat" cmpd="sng" algn="ctr">
                      <a:solidFill>
                        <a:schemeClr val="accent6">
                          <a:lumMod val="2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Define specific changes (people, processes, technology) for partners, how they will be impacted, and WIIFM</a:t>
                      </a:r>
                      <a:r>
                        <a:rPr kumimoji="0" lang="en-US" sz="1050" b="0" i="0" u="none" strike="noStrike" kern="1200" cap="none" spc="0" normalizeH="0" baseline="30000" noProof="0">
                          <a:ln>
                            <a:noFill/>
                          </a:ln>
                          <a:solidFill>
                            <a:schemeClr val="tx1"/>
                          </a:solidFill>
                          <a:effectLst/>
                          <a:uLnTx/>
                          <a:uFillTx/>
                          <a:latin typeface="SoDo Sans Light" pitchFamily="2" charset="77"/>
                          <a:ea typeface="SoDo Sans Light" pitchFamily="2" charset="77"/>
                          <a:cs typeface="+mn-cs"/>
                        </a:rPr>
                        <a:t>1</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2">
                          <a:lumMod val="75000"/>
                          <a:lumOff val="25000"/>
                        </a:schemeClr>
                      </a:solidFill>
                      <a:prstDash val="solid"/>
                      <a:round/>
                      <a:headEnd type="none" w="med" len="med"/>
                      <a:tailEnd type="none" w="med" len="med"/>
                    </a:lnT>
                    <a:lnB w="12700" cap="flat" cmpd="sng" algn="ctr">
                      <a:solidFill>
                        <a:schemeClr val="accent6">
                          <a:lumMod val="2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Restate the changes and highlight upcoming activities, training, and support during the transition</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2">
                          <a:lumMod val="75000"/>
                          <a:lumOff val="25000"/>
                        </a:schemeClr>
                      </a:solidFill>
                      <a:prstDash val="solid"/>
                      <a:round/>
                      <a:headEnd type="none" w="med" len="med"/>
                      <a:tailEnd type="none" w="med" len="med"/>
                    </a:lnT>
                    <a:lnB w="12700" cap="flat" cmpd="sng" algn="ctr">
                      <a:solidFill>
                        <a:schemeClr val="accent6">
                          <a:lumMod val="2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Highlight benefits and share integration success stories to encourage continued sustainment of new behaviors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2">
                          <a:lumMod val="75000"/>
                          <a:lumOff val="25000"/>
                        </a:schemeClr>
                      </a:solidFill>
                      <a:prstDash val="solid"/>
                      <a:round/>
                      <a:headEnd type="none" w="med" len="med"/>
                      <a:tailEnd type="none" w="med" len="med"/>
                    </a:lnT>
                    <a:lnB w="12700" cap="flat" cmpd="sng" algn="ctr">
                      <a:solidFill>
                        <a:schemeClr val="accent6">
                          <a:lumMod val="2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Enable continuous improvements and dedication to success of the integration and new ways of working</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2">
                          <a:lumMod val="75000"/>
                          <a:lumOff val="25000"/>
                        </a:schemeClr>
                      </a:solidFill>
                      <a:prstDash val="solid"/>
                      <a:round/>
                      <a:headEnd type="none" w="med" len="med"/>
                      <a:tailEnd type="none" w="med" len="med"/>
                    </a:lnT>
                    <a:lnB w="12700" cap="flat" cmpd="sng" algn="ctr">
                      <a:solidFill>
                        <a:schemeClr val="accent6">
                          <a:lumMod val="2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93508976"/>
                  </a:ext>
                </a:extLst>
              </a:tr>
              <a:tr h="62487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SoDo Sans Light" pitchFamily="2" charset="77"/>
                          <a:ea typeface="SoDo Sans Light" pitchFamily="2" charset="77"/>
                          <a:cs typeface="+mn-cs"/>
                        </a:rPr>
                        <a:t>Emotional State of Recipient</a:t>
                      </a:r>
                    </a:p>
                  </a:txBody>
                  <a:tcPr marL="45720" marR="45720" anchor="ct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b="0" i="0">
                          <a:solidFill>
                            <a:schemeClr val="tx1"/>
                          </a:solidFill>
                          <a:latin typeface="SoDo Sans Light" pitchFamily="2" charset="77"/>
                          <a:ea typeface="SoDo Sans Light" pitchFamily="2" charset="77"/>
                        </a:rPr>
                        <a:t>Cognizant</a:t>
                      </a: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6">
                          <a:lumMod val="2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algn="ctr"/>
                      <a:r>
                        <a:rPr lang="en-US" sz="1050" b="0" i="0">
                          <a:solidFill>
                            <a:schemeClr val="tx1"/>
                          </a:solidFill>
                          <a:latin typeface="SoDo Sans Light" pitchFamily="2" charset="77"/>
                          <a:ea typeface="SoDo Sans Light" pitchFamily="2" charset="77"/>
                        </a:rPr>
                        <a:t>Denial and resistance, turned </a:t>
                      </a:r>
                      <a:r>
                        <a:rPr lang="en-US" sz="1050" b="0" i="0">
                          <a:solidFill>
                            <a:schemeClr val="tx1"/>
                          </a:solidFill>
                          <a:latin typeface="SoDo Sans Light" pitchFamily="2" charset="77"/>
                          <a:ea typeface="SoDo Sans Light" pitchFamily="2" charset="77"/>
                          <a:sym typeface="Wingdings" pitchFamily="2" charset="2"/>
                        </a:rPr>
                        <a:t>desire to learn</a:t>
                      </a:r>
                      <a:endParaRPr lang="en-US" sz="1050" b="0" i="0">
                        <a:solidFill>
                          <a:schemeClr val="tx1"/>
                        </a:solidFill>
                        <a:latin typeface="SoDo Sans Light" pitchFamily="2" charset="77"/>
                        <a:ea typeface="SoDo Sans Light" pitchFamily="2" charset="77"/>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6">
                          <a:lumMod val="2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algn="ctr"/>
                      <a:r>
                        <a:rPr lang="en-US" sz="1050" b="0" i="0">
                          <a:solidFill>
                            <a:schemeClr val="tx1"/>
                          </a:solidFill>
                          <a:latin typeface="SoDo Sans Light" pitchFamily="2" charset="77"/>
                          <a:ea typeface="SoDo Sans Light" pitchFamily="2" charset="77"/>
                        </a:rPr>
                        <a:t>Exploration</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6">
                          <a:lumMod val="2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algn="ctr"/>
                      <a:r>
                        <a:rPr lang="en-US" sz="1050" b="0" i="0">
                          <a:solidFill>
                            <a:schemeClr val="tx1"/>
                          </a:solidFill>
                          <a:latin typeface="SoDo Sans Light" pitchFamily="2" charset="77"/>
                          <a:ea typeface="SoDo Sans Light" pitchFamily="2" charset="77"/>
                        </a:rPr>
                        <a:t>Hope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6">
                          <a:lumMod val="2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algn="ctr"/>
                      <a:r>
                        <a:rPr lang="en-US" sz="1050" b="0" i="0">
                          <a:solidFill>
                            <a:schemeClr val="tx1"/>
                          </a:solidFill>
                          <a:latin typeface="SoDo Sans Light" pitchFamily="2" charset="77"/>
                          <a:ea typeface="SoDo Sans Light" pitchFamily="2" charset="77"/>
                        </a:rPr>
                        <a:t>Commitment</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6">
                          <a:lumMod val="2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20423950"/>
                  </a:ext>
                </a:extLst>
              </a:tr>
            </a:tbl>
          </a:graphicData>
        </a:graphic>
      </p:graphicFrame>
      <p:sp>
        <p:nvSpPr>
          <p:cNvPr id="12" name="Oval 11">
            <a:extLst>
              <a:ext uri="{FF2B5EF4-FFF2-40B4-BE49-F238E27FC236}">
                <a16:creationId xmlns:a16="http://schemas.microsoft.com/office/drawing/2014/main" id="{8EE1B854-B60F-9F5D-2B4A-1B0E9DC66D2E}"/>
              </a:ext>
            </a:extLst>
          </p:cNvPr>
          <p:cNvSpPr/>
          <p:nvPr/>
        </p:nvSpPr>
        <p:spPr>
          <a:xfrm>
            <a:off x="1433278" y="1102211"/>
            <a:ext cx="1981200" cy="1981200"/>
          </a:xfrm>
          <a:prstGeom prst="ellipse">
            <a:avLst/>
          </a:prstGeom>
          <a:solidFill>
            <a:srgbClr val="FFFFFF"/>
          </a:solidFill>
          <a:ln w="12700" cap="flat" cmpd="sng" algn="ctr">
            <a:solidFill>
              <a:srgbClr val="B3B3B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13" name="Oval 12">
            <a:extLst>
              <a:ext uri="{FF2B5EF4-FFF2-40B4-BE49-F238E27FC236}">
                <a16:creationId xmlns:a16="http://schemas.microsoft.com/office/drawing/2014/main" id="{49E5830E-BDC6-974C-0826-A46BC0B85109}"/>
              </a:ext>
            </a:extLst>
          </p:cNvPr>
          <p:cNvSpPr/>
          <p:nvPr/>
        </p:nvSpPr>
        <p:spPr>
          <a:xfrm>
            <a:off x="3414478" y="1102211"/>
            <a:ext cx="1981200" cy="1981200"/>
          </a:xfrm>
          <a:prstGeom prst="ellipse">
            <a:avLst/>
          </a:prstGeom>
          <a:solidFill>
            <a:srgbClr val="FFFFFF"/>
          </a:solidFill>
          <a:ln w="12700" cap="flat" cmpd="sng" algn="ctr">
            <a:solidFill>
              <a:srgbClr val="B3B3B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23" name="Oval 22">
            <a:extLst>
              <a:ext uri="{FF2B5EF4-FFF2-40B4-BE49-F238E27FC236}">
                <a16:creationId xmlns:a16="http://schemas.microsoft.com/office/drawing/2014/main" id="{2C848A91-EBE6-12D5-5162-CF9A3404827E}"/>
              </a:ext>
            </a:extLst>
          </p:cNvPr>
          <p:cNvSpPr/>
          <p:nvPr/>
        </p:nvSpPr>
        <p:spPr>
          <a:xfrm>
            <a:off x="5395678" y="1102211"/>
            <a:ext cx="1981200" cy="1981200"/>
          </a:xfrm>
          <a:prstGeom prst="ellipse">
            <a:avLst/>
          </a:prstGeom>
          <a:solidFill>
            <a:srgbClr val="FFFFFF"/>
          </a:solidFill>
          <a:ln w="12700" cap="flat" cmpd="sng" algn="ctr">
            <a:solidFill>
              <a:srgbClr val="B3B3B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24" name="Oval 23">
            <a:extLst>
              <a:ext uri="{FF2B5EF4-FFF2-40B4-BE49-F238E27FC236}">
                <a16:creationId xmlns:a16="http://schemas.microsoft.com/office/drawing/2014/main" id="{27F3DD60-98D0-D2E6-FB78-935AC2262F71}"/>
              </a:ext>
            </a:extLst>
          </p:cNvPr>
          <p:cNvSpPr/>
          <p:nvPr/>
        </p:nvSpPr>
        <p:spPr>
          <a:xfrm>
            <a:off x="7376878" y="1102211"/>
            <a:ext cx="1981200" cy="1981200"/>
          </a:xfrm>
          <a:prstGeom prst="ellipse">
            <a:avLst/>
          </a:prstGeom>
          <a:solidFill>
            <a:srgbClr val="FFFFFF"/>
          </a:solidFill>
          <a:ln w="12700" cap="flat" cmpd="sng" algn="ctr">
            <a:solidFill>
              <a:srgbClr val="B3B3B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25" name="Oval 24">
            <a:extLst>
              <a:ext uri="{FF2B5EF4-FFF2-40B4-BE49-F238E27FC236}">
                <a16:creationId xmlns:a16="http://schemas.microsoft.com/office/drawing/2014/main" id="{EBA1538A-032A-C1F9-C96C-ACE9A593CADA}"/>
              </a:ext>
            </a:extLst>
          </p:cNvPr>
          <p:cNvSpPr/>
          <p:nvPr/>
        </p:nvSpPr>
        <p:spPr>
          <a:xfrm>
            <a:off x="9358078" y="1102211"/>
            <a:ext cx="1981200" cy="1981200"/>
          </a:xfrm>
          <a:prstGeom prst="ellipse">
            <a:avLst/>
          </a:prstGeom>
          <a:solidFill>
            <a:srgbClr val="FFFFFF"/>
          </a:solidFill>
          <a:ln w="12700" cap="flat" cmpd="sng" algn="ctr">
            <a:solidFill>
              <a:srgbClr val="B3B3B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grpSp>
        <p:nvGrpSpPr>
          <p:cNvPr id="26" name="Group 25">
            <a:extLst>
              <a:ext uri="{FF2B5EF4-FFF2-40B4-BE49-F238E27FC236}">
                <a16:creationId xmlns:a16="http://schemas.microsoft.com/office/drawing/2014/main" id="{7704592D-C63D-C526-7F31-884A832C1158}"/>
              </a:ext>
            </a:extLst>
          </p:cNvPr>
          <p:cNvGrpSpPr/>
          <p:nvPr/>
        </p:nvGrpSpPr>
        <p:grpSpPr>
          <a:xfrm>
            <a:off x="1433278" y="1089618"/>
            <a:ext cx="9906000" cy="1996841"/>
            <a:chOff x="1143000" y="2185224"/>
            <a:chExt cx="9906000" cy="1996841"/>
          </a:xfrm>
        </p:grpSpPr>
        <p:sp>
          <p:nvSpPr>
            <p:cNvPr id="65" name="Arc 64">
              <a:extLst>
                <a:ext uri="{FF2B5EF4-FFF2-40B4-BE49-F238E27FC236}">
                  <a16:creationId xmlns:a16="http://schemas.microsoft.com/office/drawing/2014/main" id="{6BE869FE-CD6D-A40B-ECFD-ACC30FAE136B}"/>
                </a:ext>
              </a:extLst>
            </p:cNvPr>
            <p:cNvSpPr/>
            <p:nvPr/>
          </p:nvSpPr>
          <p:spPr>
            <a:xfrm>
              <a:off x="1143000" y="2197817"/>
              <a:ext cx="1981200" cy="1981200"/>
            </a:xfrm>
            <a:prstGeom prst="arc">
              <a:avLst>
                <a:gd name="adj1" fmla="val 10628256"/>
                <a:gd name="adj2" fmla="val 0"/>
              </a:avLst>
            </a:prstGeom>
            <a:noFill/>
            <a:ln w="38100" cap="flat" cmpd="sng" algn="ctr">
              <a:solidFill>
                <a:schemeClr val="bg2">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66" name="Arc 65">
              <a:extLst>
                <a:ext uri="{FF2B5EF4-FFF2-40B4-BE49-F238E27FC236}">
                  <a16:creationId xmlns:a16="http://schemas.microsoft.com/office/drawing/2014/main" id="{9485E464-E7EC-0AB8-055A-90E12B2B571E}"/>
                </a:ext>
              </a:extLst>
            </p:cNvPr>
            <p:cNvSpPr/>
            <p:nvPr/>
          </p:nvSpPr>
          <p:spPr>
            <a:xfrm rot="10800000">
              <a:off x="3124200" y="2185224"/>
              <a:ext cx="1981200" cy="1981200"/>
            </a:xfrm>
            <a:prstGeom prst="arc">
              <a:avLst>
                <a:gd name="adj1" fmla="val 10628256"/>
                <a:gd name="adj2" fmla="val 0"/>
              </a:avLst>
            </a:prstGeom>
            <a:noFill/>
            <a:ln w="38100" cap="flat" cmpd="sng" algn="ctr">
              <a:solidFill>
                <a:schemeClr val="accent2">
                  <a:lumMod val="75000"/>
                  <a:lumOff val="2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67" name="Arc 66">
              <a:extLst>
                <a:ext uri="{FF2B5EF4-FFF2-40B4-BE49-F238E27FC236}">
                  <a16:creationId xmlns:a16="http://schemas.microsoft.com/office/drawing/2014/main" id="{55EE2C0D-5BBD-D0DD-3280-7A93E12BE1D8}"/>
                </a:ext>
              </a:extLst>
            </p:cNvPr>
            <p:cNvSpPr/>
            <p:nvPr/>
          </p:nvSpPr>
          <p:spPr>
            <a:xfrm>
              <a:off x="5105400" y="2197817"/>
              <a:ext cx="1981200" cy="1981200"/>
            </a:xfrm>
            <a:prstGeom prst="arc">
              <a:avLst>
                <a:gd name="adj1" fmla="val 10628256"/>
                <a:gd name="adj2" fmla="val 0"/>
              </a:avLst>
            </a:prstGeom>
            <a:noFill/>
            <a:ln w="38100" cap="flat" cmpd="sng" algn="ctr">
              <a:solidFill>
                <a:schemeClr val="accent6">
                  <a:lumMod val="2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68" name="Arc 67">
              <a:extLst>
                <a:ext uri="{FF2B5EF4-FFF2-40B4-BE49-F238E27FC236}">
                  <a16:creationId xmlns:a16="http://schemas.microsoft.com/office/drawing/2014/main" id="{3F78ABAB-A7F6-F2A4-90BF-144479543C7B}"/>
                </a:ext>
              </a:extLst>
            </p:cNvPr>
            <p:cNvSpPr/>
            <p:nvPr/>
          </p:nvSpPr>
          <p:spPr>
            <a:xfrm rot="10800000">
              <a:off x="7086600" y="2185224"/>
              <a:ext cx="1981200" cy="1981200"/>
            </a:xfrm>
            <a:prstGeom prst="arc">
              <a:avLst>
                <a:gd name="adj1" fmla="val 10628256"/>
                <a:gd name="adj2" fmla="val 0"/>
              </a:avLst>
            </a:prstGeom>
            <a:noFill/>
            <a:ln w="381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69" name="Arc 68">
              <a:extLst>
                <a:ext uri="{FF2B5EF4-FFF2-40B4-BE49-F238E27FC236}">
                  <a16:creationId xmlns:a16="http://schemas.microsoft.com/office/drawing/2014/main" id="{72AAB801-F0CD-2FE7-004F-74B5F07A2FFE}"/>
                </a:ext>
              </a:extLst>
            </p:cNvPr>
            <p:cNvSpPr/>
            <p:nvPr/>
          </p:nvSpPr>
          <p:spPr>
            <a:xfrm>
              <a:off x="9067800" y="2197817"/>
              <a:ext cx="1981200" cy="1984248"/>
            </a:xfrm>
            <a:prstGeom prst="arc">
              <a:avLst>
                <a:gd name="adj1" fmla="val 10628256"/>
                <a:gd name="adj2" fmla="val 0"/>
              </a:avLst>
            </a:prstGeom>
            <a:noFill/>
            <a:ln w="38100" cap="flat" cmpd="sng" algn="ctr">
              <a:solidFill>
                <a:schemeClr val="accent5">
                  <a:lumMod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grpSp>
      <p:sp>
        <p:nvSpPr>
          <p:cNvPr id="70" name="TextBox 69">
            <a:extLst>
              <a:ext uri="{FF2B5EF4-FFF2-40B4-BE49-F238E27FC236}">
                <a16:creationId xmlns:a16="http://schemas.microsoft.com/office/drawing/2014/main" id="{C54C814D-D0F2-1DFB-38E4-075046375F73}"/>
              </a:ext>
            </a:extLst>
          </p:cNvPr>
          <p:cNvSpPr txBox="1"/>
          <p:nvPr/>
        </p:nvSpPr>
        <p:spPr>
          <a:xfrm>
            <a:off x="1478427" y="2216399"/>
            <a:ext cx="1905055" cy="307777"/>
          </a:xfrm>
          <a:prstGeom prst="rect">
            <a:avLst/>
          </a:prstGeom>
          <a:noFill/>
        </p:spPr>
        <p:txBody>
          <a:bodyPr wrap="square">
            <a:spAutoFit/>
          </a:bodyPr>
          <a:lstStyle/>
          <a:p>
            <a:pPr algn="ctr"/>
            <a:r>
              <a:rPr lang="en-US" sz="1400" b="1">
                <a:solidFill>
                  <a:schemeClr val="bg2">
                    <a:lumMod val="75000"/>
                  </a:schemeClr>
                </a:solidFill>
                <a:latin typeface="SoDo Sans Light" pitchFamily="2" charset="77"/>
                <a:ea typeface="SoDo Sans Light" pitchFamily="2" charset="77"/>
              </a:rPr>
              <a:t>AWARENESS</a:t>
            </a:r>
          </a:p>
        </p:txBody>
      </p:sp>
      <p:sp>
        <p:nvSpPr>
          <p:cNvPr id="71" name="TextBox 70">
            <a:extLst>
              <a:ext uri="{FF2B5EF4-FFF2-40B4-BE49-F238E27FC236}">
                <a16:creationId xmlns:a16="http://schemas.microsoft.com/office/drawing/2014/main" id="{DD31BBBC-8D14-315F-E370-8C2ABFA20CB2}"/>
              </a:ext>
            </a:extLst>
          </p:cNvPr>
          <p:cNvSpPr txBox="1"/>
          <p:nvPr/>
        </p:nvSpPr>
        <p:spPr>
          <a:xfrm>
            <a:off x="3459627" y="2216399"/>
            <a:ext cx="1905055" cy="307777"/>
          </a:xfrm>
          <a:prstGeom prst="rect">
            <a:avLst/>
          </a:prstGeom>
          <a:noFill/>
        </p:spPr>
        <p:txBody>
          <a:bodyPr wrap="square">
            <a:spAutoFit/>
          </a:bodyPr>
          <a:lstStyle/>
          <a:p>
            <a:pPr algn="ctr"/>
            <a:r>
              <a:rPr lang="en-US" sz="1400" b="1">
                <a:solidFill>
                  <a:schemeClr val="accent2">
                    <a:lumMod val="75000"/>
                    <a:lumOff val="25000"/>
                  </a:schemeClr>
                </a:solidFill>
                <a:latin typeface="SoDo Sans Light" pitchFamily="2" charset="77"/>
                <a:ea typeface="SoDo Sans Light" pitchFamily="2" charset="77"/>
              </a:rPr>
              <a:t>DESIRE</a:t>
            </a:r>
          </a:p>
        </p:txBody>
      </p:sp>
      <p:sp>
        <p:nvSpPr>
          <p:cNvPr id="72" name="TextBox 71">
            <a:extLst>
              <a:ext uri="{FF2B5EF4-FFF2-40B4-BE49-F238E27FC236}">
                <a16:creationId xmlns:a16="http://schemas.microsoft.com/office/drawing/2014/main" id="{6CF50400-4A0B-3F1C-A440-C819976F9264}"/>
              </a:ext>
            </a:extLst>
          </p:cNvPr>
          <p:cNvSpPr txBox="1"/>
          <p:nvPr/>
        </p:nvSpPr>
        <p:spPr>
          <a:xfrm>
            <a:off x="5440827" y="2216399"/>
            <a:ext cx="1905055" cy="307777"/>
          </a:xfrm>
          <a:prstGeom prst="rect">
            <a:avLst/>
          </a:prstGeom>
          <a:noFill/>
        </p:spPr>
        <p:txBody>
          <a:bodyPr wrap="square">
            <a:spAutoFit/>
          </a:bodyPr>
          <a:lstStyle/>
          <a:p>
            <a:pPr algn="ctr"/>
            <a:r>
              <a:rPr lang="en-US" sz="1400" b="1">
                <a:solidFill>
                  <a:schemeClr val="accent6">
                    <a:lumMod val="25000"/>
                  </a:schemeClr>
                </a:solidFill>
                <a:latin typeface="SoDo Sans Light" pitchFamily="2" charset="77"/>
                <a:ea typeface="SoDo Sans Light" pitchFamily="2" charset="77"/>
              </a:rPr>
              <a:t>KNOWLEDGE</a:t>
            </a:r>
          </a:p>
        </p:txBody>
      </p:sp>
      <p:sp>
        <p:nvSpPr>
          <p:cNvPr id="73" name="TextBox 72">
            <a:extLst>
              <a:ext uri="{FF2B5EF4-FFF2-40B4-BE49-F238E27FC236}">
                <a16:creationId xmlns:a16="http://schemas.microsoft.com/office/drawing/2014/main" id="{B2C445C1-A203-1E8A-7A5F-0181D36E2B8C}"/>
              </a:ext>
            </a:extLst>
          </p:cNvPr>
          <p:cNvSpPr txBox="1"/>
          <p:nvPr/>
        </p:nvSpPr>
        <p:spPr>
          <a:xfrm>
            <a:off x="7422027" y="2216399"/>
            <a:ext cx="1905055" cy="307777"/>
          </a:xfrm>
          <a:prstGeom prst="rect">
            <a:avLst/>
          </a:prstGeom>
          <a:noFill/>
        </p:spPr>
        <p:txBody>
          <a:bodyPr wrap="square">
            <a:spAutoFit/>
          </a:bodyPr>
          <a:lstStyle/>
          <a:p>
            <a:pPr algn="ctr"/>
            <a:r>
              <a:rPr lang="en-US" sz="1400" b="1">
                <a:solidFill>
                  <a:schemeClr val="accent2"/>
                </a:solidFill>
                <a:latin typeface="SoDo Sans Light" pitchFamily="2" charset="77"/>
                <a:ea typeface="SoDo Sans Light" pitchFamily="2" charset="77"/>
              </a:rPr>
              <a:t>ABILITY</a:t>
            </a:r>
          </a:p>
        </p:txBody>
      </p:sp>
      <p:sp>
        <p:nvSpPr>
          <p:cNvPr id="74" name="TextBox 73">
            <a:extLst>
              <a:ext uri="{FF2B5EF4-FFF2-40B4-BE49-F238E27FC236}">
                <a16:creationId xmlns:a16="http://schemas.microsoft.com/office/drawing/2014/main" id="{EA80A122-9B6A-CB5D-0E28-FB11E227DC38}"/>
              </a:ext>
            </a:extLst>
          </p:cNvPr>
          <p:cNvSpPr txBox="1"/>
          <p:nvPr/>
        </p:nvSpPr>
        <p:spPr>
          <a:xfrm>
            <a:off x="9403227" y="2216399"/>
            <a:ext cx="1905055" cy="307777"/>
          </a:xfrm>
          <a:prstGeom prst="rect">
            <a:avLst/>
          </a:prstGeom>
          <a:noFill/>
        </p:spPr>
        <p:txBody>
          <a:bodyPr wrap="square">
            <a:spAutoFit/>
          </a:bodyPr>
          <a:lstStyle/>
          <a:p>
            <a:pPr algn="ctr"/>
            <a:r>
              <a:rPr lang="en-US" sz="1400" b="1">
                <a:solidFill>
                  <a:schemeClr val="accent5">
                    <a:lumMod val="50000"/>
                  </a:schemeClr>
                </a:solidFill>
                <a:latin typeface="SoDo Sans Light" pitchFamily="2" charset="77"/>
                <a:ea typeface="SoDo Sans Light" pitchFamily="2" charset="77"/>
              </a:rPr>
              <a:t>REINFORCEMENT</a:t>
            </a:r>
          </a:p>
        </p:txBody>
      </p:sp>
      <p:pic>
        <p:nvPicPr>
          <p:cNvPr id="75" name="Picture 74">
            <a:extLst>
              <a:ext uri="{FF2B5EF4-FFF2-40B4-BE49-F238E27FC236}">
                <a16:creationId xmlns:a16="http://schemas.microsoft.com/office/drawing/2014/main" id="{C7C92C13-0FAB-44AF-CB26-CC4ABAD22164}"/>
              </a:ext>
              <a:ext uri="{C183D7F6-B498-43B3-948B-1728B52AA6E4}">
                <adec:decorative xmlns:adec="http://schemas.microsoft.com/office/drawing/2017/decorative" val="1"/>
              </a:ext>
            </a:extLst>
          </p:cNvPr>
          <p:cNvPicPr>
            <a:picLocks noChangeAspect="1"/>
          </p:cNvPicPr>
          <p:nvPr/>
        </p:nvPicPr>
        <p:blipFill>
          <a:blip r:embed="rId2">
            <a:duotone>
              <a:srgbClr val="B3B3B3">
                <a:shade val="45000"/>
                <a:satMod val="135000"/>
              </a:srgbClr>
              <a:prstClr val="white"/>
            </a:duotone>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a:xfrm>
            <a:off x="2128915" y="1521756"/>
            <a:ext cx="567623" cy="567623"/>
          </a:xfrm>
          <a:prstGeom prst="rect">
            <a:avLst/>
          </a:prstGeom>
        </p:spPr>
      </p:pic>
      <p:pic>
        <p:nvPicPr>
          <p:cNvPr id="76" name="Picture 75" descr="A picture containing clock&#10;&#10;Description automatically generated">
            <a:extLst>
              <a:ext uri="{FF2B5EF4-FFF2-40B4-BE49-F238E27FC236}">
                <a16:creationId xmlns:a16="http://schemas.microsoft.com/office/drawing/2014/main" id="{7C34F0F8-B141-D5D1-6C22-7C604BB17282}"/>
              </a:ext>
            </a:extLst>
          </p:cNvPr>
          <p:cNvPicPr>
            <a:picLocks noChangeAspect="1"/>
          </p:cNvPicPr>
          <p:nvPr/>
        </p:nvPicPr>
        <p:blipFill>
          <a:blip r:embed="rId4">
            <a:duotone>
              <a:srgbClr val="B3B3B3">
                <a:shade val="45000"/>
                <a:satMod val="135000"/>
              </a:srgbClr>
              <a:prstClr val="white"/>
            </a:duotone>
          </a:blip>
          <a:stretch>
            <a:fillRect/>
          </a:stretch>
        </p:blipFill>
        <p:spPr>
          <a:xfrm>
            <a:off x="4115616" y="1521682"/>
            <a:ext cx="567771" cy="567771"/>
          </a:xfrm>
          <a:prstGeom prst="rect">
            <a:avLst/>
          </a:prstGeom>
        </p:spPr>
      </p:pic>
      <p:pic>
        <p:nvPicPr>
          <p:cNvPr id="77" name="Picture 76" descr="A picture containing table&#10;&#10;Description automatically generated">
            <a:extLst>
              <a:ext uri="{FF2B5EF4-FFF2-40B4-BE49-F238E27FC236}">
                <a16:creationId xmlns:a16="http://schemas.microsoft.com/office/drawing/2014/main" id="{40E6C0C5-AE18-A582-425F-F98A63940E3B}"/>
              </a:ext>
            </a:extLst>
          </p:cNvPr>
          <p:cNvPicPr>
            <a:picLocks noChangeAspect="1"/>
          </p:cNvPicPr>
          <p:nvPr/>
        </p:nvPicPr>
        <p:blipFill>
          <a:blip r:embed="rId5">
            <a:duotone>
              <a:srgbClr val="B3B3B3">
                <a:shade val="45000"/>
                <a:satMod val="135000"/>
              </a:srgbClr>
              <a:prstClr val="white"/>
            </a:duotone>
          </a:blip>
          <a:stretch>
            <a:fillRect/>
          </a:stretch>
        </p:blipFill>
        <p:spPr>
          <a:xfrm>
            <a:off x="6102465" y="1521682"/>
            <a:ext cx="567771" cy="567771"/>
          </a:xfrm>
          <a:prstGeom prst="rect">
            <a:avLst/>
          </a:prstGeom>
        </p:spPr>
      </p:pic>
      <p:pic>
        <p:nvPicPr>
          <p:cNvPr id="78" name="Picture 77" descr="A drawing of a face&#10;&#10;Description automatically generated">
            <a:extLst>
              <a:ext uri="{FF2B5EF4-FFF2-40B4-BE49-F238E27FC236}">
                <a16:creationId xmlns:a16="http://schemas.microsoft.com/office/drawing/2014/main" id="{935EBF76-391D-5FC3-761E-BE951528AA8A}"/>
              </a:ext>
            </a:extLst>
          </p:cNvPr>
          <p:cNvPicPr>
            <a:picLocks noChangeAspect="1"/>
          </p:cNvPicPr>
          <p:nvPr/>
        </p:nvPicPr>
        <p:blipFill>
          <a:blip r:embed="rId6">
            <a:duotone>
              <a:srgbClr val="B3B3B3">
                <a:shade val="45000"/>
                <a:satMod val="135000"/>
              </a:srgbClr>
              <a:prstClr val="white"/>
            </a:duotone>
          </a:blip>
          <a:stretch>
            <a:fillRect/>
          </a:stretch>
        </p:blipFill>
        <p:spPr>
          <a:xfrm>
            <a:off x="8089314" y="1521682"/>
            <a:ext cx="567771" cy="567771"/>
          </a:xfrm>
          <a:prstGeom prst="rect">
            <a:avLst/>
          </a:prstGeom>
        </p:spPr>
      </p:pic>
      <p:pic>
        <p:nvPicPr>
          <p:cNvPr id="79" name="Picture 78" descr="A close up of a logo&#10;&#10;Description automatically generated">
            <a:extLst>
              <a:ext uri="{FF2B5EF4-FFF2-40B4-BE49-F238E27FC236}">
                <a16:creationId xmlns:a16="http://schemas.microsoft.com/office/drawing/2014/main" id="{184610AD-BC72-994C-9702-517F37482F2C}"/>
              </a:ext>
            </a:extLst>
          </p:cNvPr>
          <p:cNvPicPr>
            <a:picLocks noChangeAspect="1"/>
          </p:cNvPicPr>
          <p:nvPr/>
        </p:nvPicPr>
        <p:blipFill>
          <a:blip r:embed="rId7">
            <a:duotone>
              <a:srgbClr val="B3B3B3">
                <a:shade val="45000"/>
                <a:satMod val="135000"/>
              </a:srgbClr>
              <a:prstClr val="white"/>
            </a:duotone>
          </a:blip>
          <a:stretch>
            <a:fillRect/>
          </a:stretch>
        </p:blipFill>
        <p:spPr>
          <a:xfrm>
            <a:off x="10076162" y="1521682"/>
            <a:ext cx="567771" cy="567771"/>
          </a:xfrm>
          <a:prstGeom prst="rect">
            <a:avLst/>
          </a:prstGeom>
        </p:spPr>
      </p:pic>
    </p:spTree>
    <p:extLst>
      <p:ext uri="{BB962C8B-B14F-4D97-AF65-F5344CB8AC3E}">
        <p14:creationId xmlns:p14="http://schemas.microsoft.com/office/powerpoint/2010/main" val="39991731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099260-6FDD-35A3-E773-35343DB68637}"/>
              </a:ext>
            </a:extLst>
          </p:cNvPr>
          <p:cNvSpPr>
            <a:spLocks noGrp="1"/>
          </p:cNvSpPr>
          <p:nvPr>
            <p:ph type="title"/>
          </p:nvPr>
        </p:nvSpPr>
        <p:spPr/>
        <p:txBody>
          <a:bodyPr/>
          <a:lstStyle/>
          <a:p>
            <a:r>
              <a:rPr lang="en-US" sz="2400"/>
              <a:t>Communication plan comms channel examples</a:t>
            </a:r>
          </a:p>
        </p:txBody>
      </p:sp>
      <p:sp>
        <p:nvSpPr>
          <p:cNvPr id="4" name="Rectangle 3">
            <a:extLst>
              <a:ext uri="{FF2B5EF4-FFF2-40B4-BE49-F238E27FC236}">
                <a16:creationId xmlns:a16="http://schemas.microsoft.com/office/drawing/2014/main" id="{8D2A1DF7-FC7A-1F29-E943-EC8EAA6FD255}"/>
              </a:ext>
            </a:extLst>
          </p:cNvPr>
          <p:cNvSpPr/>
          <p:nvPr/>
        </p:nvSpPr>
        <p:spPr>
          <a:xfrm>
            <a:off x="114418" y="1114503"/>
            <a:ext cx="2273327" cy="4941911"/>
          </a:xfrm>
          <a:prstGeom prst="rect">
            <a:avLst/>
          </a:prstGeom>
          <a:solidFill>
            <a:schemeClr val="bg1">
              <a:lumMod val="9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dobe Clean SemiLight"/>
              <a:ea typeface="+mn-ea"/>
              <a:cs typeface="+mn-cs"/>
            </a:endParaRPr>
          </a:p>
        </p:txBody>
      </p:sp>
      <p:sp>
        <p:nvSpPr>
          <p:cNvPr id="5" name="Rectangle 4">
            <a:extLst>
              <a:ext uri="{FF2B5EF4-FFF2-40B4-BE49-F238E27FC236}">
                <a16:creationId xmlns:a16="http://schemas.microsoft.com/office/drawing/2014/main" id="{934CE1E5-54E3-8FB1-654C-58E6B338818F}"/>
              </a:ext>
            </a:extLst>
          </p:cNvPr>
          <p:cNvSpPr/>
          <p:nvPr/>
        </p:nvSpPr>
        <p:spPr>
          <a:xfrm>
            <a:off x="2536877" y="1114503"/>
            <a:ext cx="2273327" cy="4941911"/>
          </a:xfrm>
          <a:prstGeom prst="rect">
            <a:avLst/>
          </a:prstGeom>
          <a:solidFill>
            <a:schemeClr val="bg1">
              <a:lumMod val="9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dobe Clean SemiLight"/>
              <a:ea typeface="+mn-ea"/>
              <a:cs typeface="+mn-cs"/>
            </a:endParaRPr>
          </a:p>
        </p:txBody>
      </p:sp>
      <p:sp>
        <p:nvSpPr>
          <p:cNvPr id="6" name="Rectangle 5">
            <a:extLst>
              <a:ext uri="{FF2B5EF4-FFF2-40B4-BE49-F238E27FC236}">
                <a16:creationId xmlns:a16="http://schemas.microsoft.com/office/drawing/2014/main" id="{E46EFCDC-4592-0D36-640B-B1CA1C2B3EB9}"/>
              </a:ext>
            </a:extLst>
          </p:cNvPr>
          <p:cNvSpPr/>
          <p:nvPr/>
        </p:nvSpPr>
        <p:spPr>
          <a:xfrm>
            <a:off x="4959336" y="1114503"/>
            <a:ext cx="2273327" cy="4941911"/>
          </a:xfrm>
          <a:prstGeom prst="rect">
            <a:avLst/>
          </a:prstGeom>
          <a:solidFill>
            <a:schemeClr val="bg1">
              <a:lumMod val="9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dobe Clean SemiLight"/>
              <a:ea typeface="+mn-ea"/>
              <a:cs typeface="+mn-cs"/>
            </a:endParaRPr>
          </a:p>
        </p:txBody>
      </p:sp>
      <p:sp>
        <p:nvSpPr>
          <p:cNvPr id="7" name="Rectangle 6">
            <a:extLst>
              <a:ext uri="{FF2B5EF4-FFF2-40B4-BE49-F238E27FC236}">
                <a16:creationId xmlns:a16="http://schemas.microsoft.com/office/drawing/2014/main" id="{00130838-D666-A1F9-9D32-90555767B2D0}"/>
              </a:ext>
            </a:extLst>
          </p:cNvPr>
          <p:cNvSpPr/>
          <p:nvPr/>
        </p:nvSpPr>
        <p:spPr>
          <a:xfrm>
            <a:off x="7381795" y="1114503"/>
            <a:ext cx="2273327" cy="4941911"/>
          </a:xfrm>
          <a:prstGeom prst="rect">
            <a:avLst/>
          </a:prstGeom>
          <a:solidFill>
            <a:schemeClr val="bg1">
              <a:lumMod val="9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dobe Clean SemiLight"/>
              <a:ea typeface="+mn-ea"/>
              <a:cs typeface="+mn-cs"/>
            </a:endParaRPr>
          </a:p>
        </p:txBody>
      </p:sp>
      <p:sp>
        <p:nvSpPr>
          <p:cNvPr id="8" name="Rectangle 7">
            <a:extLst>
              <a:ext uri="{FF2B5EF4-FFF2-40B4-BE49-F238E27FC236}">
                <a16:creationId xmlns:a16="http://schemas.microsoft.com/office/drawing/2014/main" id="{4C5ADB97-C31D-B6F3-5A68-EA15DC6D5BBE}"/>
              </a:ext>
            </a:extLst>
          </p:cNvPr>
          <p:cNvSpPr/>
          <p:nvPr/>
        </p:nvSpPr>
        <p:spPr>
          <a:xfrm>
            <a:off x="9804254" y="1114503"/>
            <a:ext cx="2273327" cy="4941911"/>
          </a:xfrm>
          <a:prstGeom prst="rect">
            <a:avLst/>
          </a:prstGeom>
          <a:solidFill>
            <a:schemeClr val="bg1">
              <a:lumMod val="9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dobe Clean SemiLight"/>
              <a:ea typeface="+mn-ea"/>
              <a:cs typeface="+mn-cs"/>
            </a:endParaRPr>
          </a:p>
        </p:txBody>
      </p:sp>
      <p:sp>
        <p:nvSpPr>
          <p:cNvPr id="12" name="Rounded Rectangle 11">
            <a:extLst>
              <a:ext uri="{FF2B5EF4-FFF2-40B4-BE49-F238E27FC236}">
                <a16:creationId xmlns:a16="http://schemas.microsoft.com/office/drawing/2014/main" id="{4A0E2FEF-3C3E-22D2-4E4E-38B5D1ADFA20}"/>
              </a:ext>
            </a:extLst>
          </p:cNvPr>
          <p:cNvSpPr/>
          <p:nvPr/>
        </p:nvSpPr>
        <p:spPr>
          <a:xfrm>
            <a:off x="129508" y="4103035"/>
            <a:ext cx="11905488" cy="25614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One-Stop-Shop Enablement Hub / Confluence</a:t>
            </a:r>
          </a:p>
        </p:txBody>
      </p:sp>
      <p:sp>
        <p:nvSpPr>
          <p:cNvPr id="13" name="Rounded Rectangle 12">
            <a:extLst>
              <a:ext uri="{FF2B5EF4-FFF2-40B4-BE49-F238E27FC236}">
                <a16:creationId xmlns:a16="http://schemas.microsoft.com/office/drawing/2014/main" id="{36E3FFB1-3C48-3C4D-FC7D-6E747A755734}"/>
              </a:ext>
            </a:extLst>
          </p:cNvPr>
          <p:cNvSpPr/>
          <p:nvPr/>
        </p:nvSpPr>
        <p:spPr>
          <a:xfrm>
            <a:off x="4959336" y="5121225"/>
            <a:ext cx="5979988" cy="25614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Office Hours</a:t>
            </a:r>
          </a:p>
        </p:txBody>
      </p:sp>
      <p:sp>
        <p:nvSpPr>
          <p:cNvPr id="14" name="Rounded Rectangle 13">
            <a:extLst>
              <a:ext uri="{FF2B5EF4-FFF2-40B4-BE49-F238E27FC236}">
                <a16:creationId xmlns:a16="http://schemas.microsoft.com/office/drawing/2014/main" id="{0175B7E3-BAA9-1022-EB3A-E9F212F69910}"/>
              </a:ext>
            </a:extLst>
          </p:cNvPr>
          <p:cNvSpPr/>
          <p:nvPr/>
        </p:nvSpPr>
        <p:spPr>
          <a:xfrm>
            <a:off x="7436842" y="5630320"/>
            <a:ext cx="4599432" cy="256032"/>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Super User Network</a:t>
            </a:r>
          </a:p>
        </p:txBody>
      </p:sp>
      <p:sp>
        <p:nvSpPr>
          <p:cNvPr id="16" name="Rounded Rectangle 15">
            <a:extLst>
              <a:ext uri="{FF2B5EF4-FFF2-40B4-BE49-F238E27FC236}">
                <a16:creationId xmlns:a16="http://schemas.microsoft.com/office/drawing/2014/main" id="{7AB535F7-077A-A8B6-CD6B-6B04900FEEBD}"/>
              </a:ext>
            </a:extLst>
          </p:cNvPr>
          <p:cNvSpPr/>
          <p:nvPr/>
        </p:nvSpPr>
        <p:spPr>
          <a:xfrm>
            <a:off x="129508" y="3593940"/>
            <a:ext cx="11907719" cy="25614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Meetings: All-Hands, SteerCos, Team Meetings</a:t>
            </a:r>
          </a:p>
        </p:txBody>
      </p:sp>
      <p:sp>
        <p:nvSpPr>
          <p:cNvPr id="17" name="TextBox 16">
            <a:extLst>
              <a:ext uri="{FF2B5EF4-FFF2-40B4-BE49-F238E27FC236}">
                <a16:creationId xmlns:a16="http://schemas.microsoft.com/office/drawing/2014/main" id="{9DDBF9F4-DE5E-E507-204B-32F651317688}"/>
              </a:ext>
            </a:extLst>
          </p:cNvPr>
          <p:cNvSpPr txBox="1"/>
          <p:nvPr/>
        </p:nvSpPr>
        <p:spPr>
          <a:xfrm>
            <a:off x="298554" y="1666552"/>
            <a:ext cx="1905055" cy="75405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effectLst/>
                <a:uLnTx/>
                <a:uFillTx/>
                <a:latin typeface="SoDo Sans Light" pitchFamily="2" charset="77"/>
                <a:ea typeface="SoDo Sans Light" pitchFamily="2" charset="77"/>
                <a:cs typeface="+mn-cs"/>
              </a:rPr>
              <a:t>AWARENESS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effectLst/>
                <a:uLnTx/>
                <a:uFillTx/>
                <a:latin typeface="SoDo Sans Light" pitchFamily="2" charset="77"/>
                <a:ea typeface="SoDo Sans Light" pitchFamily="2" charset="77"/>
                <a:cs typeface="+mn-cs"/>
              </a:rPr>
              <a:t>Make the case for Adobe Tech</a:t>
            </a:r>
          </a:p>
        </p:txBody>
      </p:sp>
      <p:pic>
        <p:nvPicPr>
          <p:cNvPr id="18" name="Picture 17">
            <a:extLst>
              <a:ext uri="{FF2B5EF4-FFF2-40B4-BE49-F238E27FC236}">
                <a16:creationId xmlns:a16="http://schemas.microsoft.com/office/drawing/2014/main" id="{C664D147-4535-421B-DB96-545CC8D5AFD8}"/>
              </a:ext>
              <a:ext uri="{C183D7F6-B498-43B3-948B-1728B52AA6E4}">
                <adec:decorative xmlns:adec="http://schemas.microsoft.com/office/drawing/2017/decorative" val="1"/>
              </a:ext>
            </a:extLst>
          </p:cNvPr>
          <p:cNvPicPr>
            <a:picLocks noChangeAspect="1"/>
          </p:cNvPicPr>
          <p:nvPr/>
        </p:nvPicPr>
        <p:blipFill rotWithShape="1">
          <a:blip r:embed="rId2">
            <a:duotone>
              <a:srgbClr val="B3B3B3">
                <a:shade val="45000"/>
                <a:satMod val="135000"/>
              </a:srgbClr>
              <a:prstClr val="white"/>
            </a:duotone>
            <a:extLst>
              <a:ext uri="{BEBA8EAE-BF5A-486C-A8C5-ECC9F3942E4B}">
                <a14:imgProps xmlns:a14="http://schemas.microsoft.com/office/drawing/2010/main">
                  <a14:imgLayer r:embed="rId3">
                    <a14:imgEffect>
                      <a14:brightnessContrast bright="-20000" contrast="20000"/>
                    </a14:imgEffect>
                  </a14:imgLayer>
                </a14:imgProps>
              </a:ext>
            </a:extLst>
          </a:blip>
          <a:srcRect t="29958"/>
          <a:stretch/>
        </p:blipFill>
        <p:spPr>
          <a:xfrm>
            <a:off x="828473" y="1113232"/>
            <a:ext cx="845216" cy="592003"/>
          </a:xfrm>
          <a:prstGeom prst="rect">
            <a:avLst/>
          </a:prstGeom>
        </p:spPr>
      </p:pic>
      <p:sp>
        <p:nvSpPr>
          <p:cNvPr id="19" name="TextBox 18">
            <a:extLst>
              <a:ext uri="{FF2B5EF4-FFF2-40B4-BE49-F238E27FC236}">
                <a16:creationId xmlns:a16="http://schemas.microsoft.com/office/drawing/2014/main" id="{11B23741-00AA-0AF6-2CA8-7F003781B81F}"/>
              </a:ext>
            </a:extLst>
          </p:cNvPr>
          <p:cNvSpPr txBox="1"/>
          <p:nvPr/>
        </p:nvSpPr>
        <p:spPr>
          <a:xfrm>
            <a:off x="2721013" y="1666589"/>
            <a:ext cx="1905055" cy="75405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effectLst/>
                <a:uLnTx/>
                <a:uFillTx/>
                <a:latin typeface="SoDo Sans Light" pitchFamily="2" charset="77"/>
                <a:ea typeface="SoDo Sans Light" pitchFamily="2" charset="77"/>
                <a:cs typeface="+mn-cs"/>
              </a:rPr>
              <a:t>DESIRE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effectLst/>
                <a:uLnTx/>
                <a:uFillTx/>
                <a:latin typeface="SoDo Sans Light" pitchFamily="2" charset="77"/>
                <a:ea typeface="SoDo Sans Light" pitchFamily="2" charset="77"/>
                <a:cs typeface="+mn-cs"/>
              </a:rPr>
              <a:t>Provide detailed change messaging</a:t>
            </a:r>
          </a:p>
        </p:txBody>
      </p:sp>
      <p:pic>
        <p:nvPicPr>
          <p:cNvPr id="20" name="Picture 19" descr="A picture containing clock&#10;&#10;Description automatically generated">
            <a:extLst>
              <a:ext uri="{FF2B5EF4-FFF2-40B4-BE49-F238E27FC236}">
                <a16:creationId xmlns:a16="http://schemas.microsoft.com/office/drawing/2014/main" id="{CC82432A-3882-BEC2-AEEB-76E8EF125EDF}"/>
              </a:ext>
            </a:extLst>
          </p:cNvPr>
          <p:cNvPicPr>
            <a:picLocks noChangeAspect="1"/>
          </p:cNvPicPr>
          <p:nvPr/>
        </p:nvPicPr>
        <p:blipFill rotWithShape="1">
          <a:blip r:embed="rId4">
            <a:duotone>
              <a:srgbClr val="B3B3B3">
                <a:shade val="45000"/>
                <a:satMod val="135000"/>
              </a:srgbClr>
              <a:prstClr val="white"/>
            </a:duotone>
          </a:blip>
          <a:srcRect t="30745"/>
          <a:stretch/>
        </p:blipFill>
        <p:spPr>
          <a:xfrm>
            <a:off x="3259920" y="1113232"/>
            <a:ext cx="827744" cy="573258"/>
          </a:xfrm>
          <a:prstGeom prst="rect">
            <a:avLst/>
          </a:prstGeom>
        </p:spPr>
      </p:pic>
      <p:sp>
        <p:nvSpPr>
          <p:cNvPr id="21" name="TextBox 20">
            <a:extLst>
              <a:ext uri="{FF2B5EF4-FFF2-40B4-BE49-F238E27FC236}">
                <a16:creationId xmlns:a16="http://schemas.microsoft.com/office/drawing/2014/main" id="{88A53337-F6C9-3BE9-CF3E-24183373A383}"/>
              </a:ext>
            </a:extLst>
          </p:cNvPr>
          <p:cNvSpPr txBox="1"/>
          <p:nvPr/>
        </p:nvSpPr>
        <p:spPr>
          <a:xfrm>
            <a:off x="5143472" y="1666589"/>
            <a:ext cx="1905055" cy="5693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effectLst/>
                <a:uLnTx/>
                <a:uFillTx/>
                <a:latin typeface="SoDo Sans Light" pitchFamily="2" charset="77"/>
                <a:ea typeface="SoDo Sans Light" pitchFamily="2" charset="77"/>
                <a:cs typeface="+mn-cs"/>
              </a:rPr>
              <a:t>KNOWLEDGE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effectLst/>
                <a:uLnTx/>
                <a:uFillTx/>
                <a:latin typeface="SoDo Sans Light" pitchFamily="2" charset="77"/>
                <a:ea typeface="SoDo Sans Light" pitchFamily="2" charset="77"/>
                <a:cs typeface="+mn-cs"/>
              </a:rPr>
              <a:t>Prepare for go-live</a:t>
            </a:r>
          </a:p>
        </p:txBody>
      </p:sp>
      <p:pic>
        <p:nvPicPr>
          <p:cNvPr id="22" name="Picture 21" descr="A picture containing table&#10;&#10;Description automatically generated">
            <a:extLst>
              <a:ext uri="{FF2B5EF4-FFF2-40B4-BE49-F238E27FC236}">
                <a16:creationId xmlns:a16="http://schemas.microsoft.com/office/drawing/2014/main" id="{29ECCF09-F326-71E1-55E5-A172F6856CE2}"/>
              </a:ext>
            </a:extLst>
          </p:cNvPr>
          <p:cNvPicPr>
            <a:picLocks noChangeAspect="1"/>
          </p:cNvPicPr>
          <p:nvPr/>
        </p:nvPicPr>
        <p:blipFill rotWithShape="1">
          <a:blip r:embed="rId5">
            <a:duotone>
              <a:srgbClr val="B3B3B3">
                <a:shade val="45000"/>
                <a:satMod val="135000"/>
              </a:srgbClr>
              <a:prstClr val="white"/>
            </a:duotone>
          </a:blip>
          <a:srcRect t="25669"/>
          <a:stretch/>
        </p:blipFill>
        <p:spPr>
          <a:xfrm>
            <a:off x="5673895" y="1113232"/>
            <a:ext cx="812530" cy="603957"/>
          </a:xfrm>
          <a:prstGeom prst="rect">
            <a:avLst/>
          </a:prstGeom>
        </p:spPr>
      </p:pic>
      <p:sp>
        <p:nvSpPr>
          <p:cNvPr id="23" name="TextBox 22">
            <a:extLst>
              <a:ext uri="{FF2B5EF4-FFF2-40B4-BE49-F238E27FC236}">
                <a16:creationId xmlns:a16="http://schemas.microsoft.com/office/drawing/2014/main" id="{25765A36-EAAA-E9AB-FB9E-D7A2FDF777BE}"/>
              </a:ext>
            </a:extLst>
          </p:cNvPr>
          <p:cNvSpPr txBox="1"/>
          <p:nvPr/>
        </p:nvSpPr>
        <p:spPr>
          <a:xfrm>
            <a:off x="7565931" y="1666589"/>
            <a:ext cx="1905055" cy="5693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effectLst/>
                <a:uLnTx/>
                <a:uFillTx/>
                <a:latin typeface="SoDo Sans Light" pitchFamily="2" charset="77"/>
                <a:ea typeface="SoDo Sans Light" pitchFamily="2" charset="77"/>
                <a:cs typeface="+mn-cs"/>
              </a:rPr>
              <a:t>ABILITY</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effectLst/>
                <a:uLnTx/>
                <a:uFillTx/>
                <a:latin typeface="SoDo Sans Light" pitchFamily="2" charset="77"/>
                <a:ea typeface="SoDo Sans Light" pitchFamily="2" charset="77"/>
                <a:cs typeface="+mn-cs"/>
              </a:rPr>
              <a:t>Focus on the future</a:t>
            </a:r>
          </a:p>
        </p:txBody>
      </p:sp>
      <p:pic>
        <p:nvPicPr>
          <p:cNvPr id="24" name="Picture 23" descr="A drawing of a face&#10;&#10;Description automatically generated">
            <a:extLst>
              <a:ext uri="{FF2B5EF4-FFF2-40B4-BE49-F238E27FC236}">
                <a16:creationId xmlns:a16="http://schemas.microsoft.com/office/drawing/2014/main" id="{9B30C776-A4FA-FAD6-B4EA-CD79C4B20C10}"/>
              </a:ext>
            </a:extLst>
          </p:cNvPr>
          <p:cNvPicPr>
            <a:picLocks noChangeAspect="1"/>
          </p:cNvPicPr>
          <p:nvPr/>
        </p:nvPicPr>
        <p:blipFill rotWithShape="1">
          <a:blip r:embed="rId6">
            <a:duotone>
              <a:srgbClr val="B3B3B3">
                <a:shade val="45000"/>
                <a:satMod val="135000"/>
              </a:srgbClr>
              <a:prstClr val="white"/>
            </a:duotone>
          </a:blip>
          <a:srcRect t="32436"/>
          <a:stretch/>
        </p:blipFill>
        <p:spPr>
          <a:xfrm>
            <a:off x="8072656" y="1113232"/>
            <a:ext cx="868159" cy="586563"/>
          </a:xfrm>
          <a:prstGeom prst="rect">
            <a:avLst/>
          </a:prstGeom>
        </p:spPr>
      </p:pic>
      <p:sp>
        <p:nvSpPr>
          <p:cNvPr id="25" name="TextBox 24">
            <a:extLst>
              <a:ext uri="{FF2B5EF4-FFF2-40B4-BE49-F238E27FC236}">
                <a16:creationId xmlns:a16="http://schemas.microsoft.com/office/drawing/2014/main" id="{C743442C-D89E-6129-78A8-B00C7B77AC17}"/>
              </a:ext>
            </a:extLst>
          </p:cNvPr>
          <p:cNvSpPr txBox="1"/>
          <p:nvPr/>
        </p:nvSpPr>
        <p:spPr>
          <a:xfrm>
            <a:off x="9988390" y="1666589"/>
            <a:ext cx="1905055" cy="5693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effectLst/>
                <a:uLnTx/>
                <a:uFillTx/>
                <a:latin typeface="SoDo Sans Light" pitchFamily="2" charset="77"/>
                <a:ea typeface="SoDo Sans Light" pitchFamily="2" charset="77"/>
                <a:cs typeface="+mn-cs"/>
              </a:rPr>
              <a:t>REINFORCEMENT</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effectLst/>
                <a:uLnTx/>
                <a:uFillTx/>
                <a:latin typeface="SoDo Sans Light" pitchFamily="2" charset="77"/>
                <a:ea typeface="SoDo Sans Light" pitchFamily="2" charset="77"/>
                <a:cs typeface="+mn-cs"/>
              </a:rPr>
              <a:t>Sustain the changes</a:t>
            </a:r>
          </a:p>
        </p:txBody>
      </p:sp>
      <p:pic>
        <p:nvPicPr>
          <p:cNvPr id="26" name="Picture 25" descr="A close up of a logo&#10;&#10;Description automatically generated">
            <a:extLst>
              <a:ext uri="{FF2B5EF4-FFF2-40B4-BE49-F238E27FC236}">
                <a16:creationId xmlns:a16="http://schemas.microsoft.com/office/drawing/2014/main" id="{131396B6-EF82-6EA9-C6C6-C9D3F1A5BEFE}"/>
              </a:ext>
            </a:extLst>
          </p:cNvPr>
          <p:cNvPicPr>
            <a:picLocks noChangeAspect="1"/>
          </p:cNvPicPr>
          <p:nvPr/>
        </p:nvPicPr>
        <p:blipFill rotWithShape="1">
          <a:blip r:embed="rId7">
            <a:duotone>
              <a:srgbClr val="B3B3B3">
                <a:shade val="45000"/>
                <a:satMod val="135000"/>
              </a:srgbClr>
              <a:prstClr val="white"/>
            </a:duotone>
          </a:blip>
          <a:srcRect t="30745"/>
          <a:stretch/>
        </p:blipFill>
        <p:spPr>
          <a:xfrm>
            <a:off x="10527045" y="1113232"/>
            <a:ext cx="827744" cy="573258"/>
          </a:xfrm>
          <a:prstGeom prst="rect">
            <a:avLst/>
          </a:prstGeom>
        </p:spPr>
      </p:pic>
      <p:sp>
        <p:nvSpPr>
          <p:cNvPr id="28" name="Rounded Rectangle 27">
            <a:extLst>
              <a:ext uri="{FF2B5EF4-FFF2-40B4-BE49-F238E27FC236}">
                <a16:creationId xmlns:a16="http://schemas.microsoft.com/office/drawing/2014/main" id="{60F2D25C-A99E-D609-3C36-28D5989EC8E1}"/>
              </a:ext>
            </a:extLst>
          </p:cNvPr>
          <p:cNvSpPr/>
          <p:nvPr/>
        </p:nvSpPr>
        <p:spPr>
          <a:xfrm>
            <a:off x="129508" y="3084845"/>
            <a:ext cx="11905488" cy="25614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Teams / Slack</a:t>
            </a:r>
          </a:p>
        </p:txBody>
      </p:sp>
      <p:sp>
        <p:nvSpPr>
          <p:cNvPr id="33" name="Rounded Rectangle 32">
            <a:extLst>
              <a:ext uri="{FF2B5EF4-FFF2-40B4-BE49-F238E27FC236}">
                <a16:creationId xmlns:a16="http://schemas.microsoft.com/office/drawing/2014/main" id="{2FF7CAD0-E6FA-ED8C-4B94-1187EA809E59}"/>
              </a:ext>
            </a:extLst>
          </p:cNvPr>
          <p:cNvSpPr/>
          <p:nvPr/>
        </p:nvSpPr>
        <p:spPr>
          <a:xfrm>
            <a:off x="129508" y="2575750"/>
            <a:ext cx="11905488" cy="25614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Email communications (monthly leadership newsletter, weekly status)</a:t>
            </a:r>
          </a:p>
        </p:txBody>
      </p:sp>
      <p:sp>
        <p:nvSpPr>
          <p:cNvPr id="34" name="Rounded Rectangle 33">
            <a:extLst>
              <a:ext uri="{FF2B5EF4-FFF2-40B4-BE49-F238E27FC236}">
                <a16:creationId xmlns:a16="http://schemas.microsoft.com/office/drawing/2014/main" id="{EE1B4795-CB21-BA14-1AA3-0EEA1FCF9B57}"/>
              </a:ext>
            </a:extLst>
          </p:cNvPr>
          <p:cNvSpPr/>
          <p:nvPr/>
        </p:nvSpPr>
        <p:spPr>
          <a:xfrm>
            <a:off x="4967962" y="4612130"/>
            <a:ext cx="7068312" cy="256032"/>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Tool / Program Newsletters</a:t>
            </a:r>
          </a:p>
        </p:txBody>
      </p:sp>
    </p:spTree>
    <p:extLst>
      <p:ext uri="{BB962C8B-B14F-4D97-AF65-F5344CB8AC3E}">
        <p14:creationId xmlns:p14="http://schemas.microsoft.com/office/powerpoint/2010/main" val="6919800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346B8-750F-9AE5-7922-0294B7016324}"/>
              </a:ext>
            </a:extLst>
          </p:cNvPr>
          <p:cNvSpPr>
            <a:spLocks noGrp="1"/>
          </p:cNvSpPr>
          <p:nvPr>
            <p:ph type="ctrTitle"/>
          </p:nvPr>
        </p:nvSpPr>
        <p:spPr/>
        <p:txBody>
          <a:bodyPr/>
          <a:lstStyle/>
          <a:p>
            <a:r>
              <a:rPr lang="en-US" b="1"/>
              <a:t>Enablement Hub Best Practices</a:t>
            </a:r>
            <a:endParaRPr lang="en-US"/>
          </a:p>
        </p:txBody>
      </p:sp>
      <p:sp>
        <p:nvSpPr>
          <p:cNvPr id="5" name="Rectangle 2">
            <a:extLst>
              <a:ext uri="{FF2B5EF4-FFF2-40B4-BE49-F238E27FC236}">
                <a16:creationId xmlns:a16="http://schemas.microsoft.com/office/drawing/2014/main" id="{98BEC6AD-6F0F-F9D1-7E7E-D87445E9EF7D}"/>
              </a:ext>
            </a:extLst>
          </p:cNvPr>
          <p:cNvSpPr>
            <a:spLocks noChangeArrowheads="1"/>
          </p:cNvSpPr>
          <p:nvPr/>
        </p:nvSpPr>
        <p:spPr bwMode="auto">
          <a:xfrm>
            <a:off x="1425615" y="4539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itle 1">
            <a:extLst>
              <a:ext uri="{FF2B5EF4-FFF2-40B4-BE49-F238E27FC236}">
                <a16:creationId xmlns:a16="http://schemas.microsoft.com/office/drawing/2014/main" id="{D68BD1C8-2800-1912-85ED-A2F71A25E0EC}"/>
              </a:ext>
            </a:extLst>
          </p:cNvPr>
          <p:cNvSpPr txBox="1">
            <a:spLocks/>
          </p:cNvSpPr>
          <p:nvPr/>
        </p:nvSpPr>
        <p:spPr>
          <a:xfrm>
            <a:off x="609600" y="3673312"/>
            <a:ext cx="8139289" cy="866422"/>
          </a:xfrm>
          <a:prstGeom prst="rect">
            <a:avLst/>
          </a:prstGeom>
        </p:spPr>
        <p:txBody>
          <a:bodyPr vert="horz" lIns="0" tIns="45720" rIns="0" bIns="45720" rtlCol="0" anchor="t" anchorCtr="0">
            <a:noAutofit/>
          </a:bodyPr>
          <a:lstStyle>
            <a:lvl1pPr algn="l" defTabSz="914400" rtl="0" eaLnBrk="1" latinLnBrk="0" hangingPunct="1">
              <a:lnSpc>
                <a:spcPct val="80000"/>
              </a:lnSpc>
              <a:spcBef>
                <a:spcPct val="0"/>
              </a:spcBef>
              <a:buNone/>
              <a:defRPr sz="7700" kern="1200" spc="-120" baseline="0">
                <a:solidFill>
                  <a:schemeClr val="bg1"/>
                </a:solidFill>
                <a:latin typeface="+mj-lt"/>
                <a:ea typeface="+mj-ea"/>
                <a:cs typeface="+mj-cs"/>
              </a:defRPr>
            </a:lvl1pPr>
          </a:lstStyle>
          <a:p>
            <a:r>
              <a:rPr lang="en-US" sz="2400" spc="0">
                <a:latin typeface="+mn-lt"/>
              </a:rPr>
              <a:t>Best practices to standardize processes and help you avoid common pitfalls in enablement efforts.</a:t>
            </a:r>
          </a:p>
        </p:txBody>
      </p:sp>
    </p:spTree>
    <p:extLst>
      <p:ext uri="{BB962C8B-B14F-4D97-AF65-F5344CB8AC3E}">
        <p14:creationId xmlns:p14="http://schemas.microsoft.com/office/powerpoint/2010/main" val="1134701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3">
            <a:extLst>
              <a:ext uri="{FF2B5EF4-FFF2-40B4-BE49-F238E27FC236}">
                <a16:creationId xmlns:a16="http://schemas.microsoft.com/office/drawing/2014/main" id="{EA9ACE72-72C0-ED9F-4825-0B92C2931630}"/>
              </a:ext>
            </a:extLst>
          </p:cNvPr>
          <p:cNvSpPr>
            <a:spLocks noGrp="1"/>
          </p:cNvSpPr>
          <p:nvPr>
            <p:ph type="title"/>
          </p:nvPr>
        </p:nvSpPr>
        <p:spPr>
          <a:xfrm>
            <a:off x="932319" y="704054"/>
            <a:ext cx="4937760" cy="946389"/>
          </a:xfrm>
        </p:spPr>
        <p:txBody>
          <a:bodyPr/>
          <a:lstStyle/>
          <a:p>
            <a:pPr algn="ctr"/>
            <a:r>
              <a:rPr lang="en-US" sz="2400"/>
              <a:t>An Enablement Hub </a:t>
            </a:r>
            <a:r>
              <a:rPr lang="en-US" sz="2400" u="sng"/>
              <a:t>is</a:t>
            </a:r>
            <a:r>
              <a:rPr lang="en-US" sz="2400"/>
              <a:t>…</a:t>
            </a:r>
          </a:p>
        </p:txBody>
      </p:sp>
      <p:sp>
        <p:nvSpPr>
          <p:cNvPr id="16" name="Title 13">
            <a:extLst>
              <a:ext uri="{FF2B5EF4-FFF2-40B4-BE49-F238E27FC236}">
                <a16:creationId xmlns:a16="http://schemas.microsoft.com/office/drawing/2014/main" id="{159C6A8F-C692-1A0A-9BE8-71443BBB9659}"/>
              </a:ext>
            </a:extLst>
          </p:cNvPr>
          <p:cNvSpPr txBox="1">
            <a:spLocks/>
          </p:cNvSpPr>
          <p:nvPr/>
        </p:nvSpPr>
        <p:spPr>
          <a:xfrm>
            <a:off x="6321922" y="987648"/>
            <a:ext cx="5559180" cy="646189"/>
          </a:xfrm>
          <a:prstGeom prst="rect">
            <a:avLst/>
          </a:prstGeom>
        </p:spPr>
        <p:txBody>
          <a:bodyPr vert="horz" lIns="45720" tIns="45720" rIns="45720" bIns="45720" rtlCol="0" anchor="ctr">
            <a:noAutofit/>
          </a:bodyPr>
          <a:lstStyle>
            <a:lvl1pPr algn="l" defTabSz="1088291" rtl="0" eaLnBrk="1" latinLnBrk="0" hangingPunct="1">
              <a:spcBef>
                <a:spcPct val="0"/>
              </a:spcBef>
              <a:buNone/>
              <a:defRPr sz="2800" b="1" i="0" u="none" kern="1200">
                <a:solidFill>
                  <a:schemeClr val="tx1"/>
                </a:solidFill>
                <a:latin typeface="SoDo Sans Light" pitchFamily="2" charset="77"/>
                <a:ea typeface="SoDo Sans Light" pitchFamily="2" charset="77"/>
                <a:cs typeface="+mj-cs"/>
              </a:defRPr>
            </a:lvl1pPr>
          </a:lstStyle>
          <a:p>
            <a:pPr marL="0" marR="0" lvl="0" indent="0" algn="ctr" defTabSz="1088291"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mj-lt"/>
                <a:ea typeface="SoDo Sans Light" pitchFamily="2" charset="77"/>
                <a:cs typeface="+mj-cs"/>
              </a:rPr>
              <a:t>An Enablement Hub </a:t>
            </a:r>
            <a:r>
              <a:rPr kumimoji="0" lang="en-US" sz="2400" b="1" i="0" u="sng" strike="noStrike" kern="1200" cap="none" spc="0" normalizeH="0" baseline="0" noProof="0">
                <a:ln>
                  <a:noFill/>
                </a:ln>
                <a:solidFill>
                  <a:srgbClr val="000000"/>
                </a:solidFill>
                <a:effectLst/>
                <a:uLnTx/>
                <a:uFillTx/>
                <a:latin typeface="+mj-lt"/>
                <a:ea typeface="SoDo Sans Light" pitchFamily="2" charset="77"/>
                <a:cs typeface="+mj-cs"/>
              </a:rPr>
              <a:t>is not</a:t>
            </a:r>
            <a:r>
              <a:rPr kumimoji="0" lang="en-US" sz="2400" b="1" i="0" u="none" strike="noStrike" kern="1200" cap="none" spc="0" normalizeH="0" baseline="0" noProof="0">
                <a:ln>
                  <a:noFill/>
                </a:ln>
                <a:solidFill>
                  <a:srgbClr val="000000"/>
                </a:solidFill>
                <a:effectLst/>
                <a:uLnTx/>
                <a:uFillTx/>
                <a:latin typeface="+mj-lt"/>
                <a:ea typeface="SoDo Sans Light" pitchFamily="2" charset="77"/>
                <a:cs typeface="+mj-cs"/>
              </a:rPr>
              <a:t>…</a:t>
            </a:r>
          </a:p>
        </p:txBody>
      </p:sp>
      <p:pic>
        <p:nvPicPr>
          <p:cNvPr id="19" name="Graphic 18" descr="Comment Like outline">
            <a:extLst>
              <a:ext uri="{FF2B5EF4-FFF2-40B4-BE49-F238E27FC236}">
                <a16:creationId xmlns:a16="http://schemas.microsoft.com/office/drawing/2014/main" id="{AD6EAA7A-F6FC-A2D7-0034-39823DC1F8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06906" y="199621"/>
            <a:ext cx="820552" cy="820552"/>
          </a:xfrm>
          <a:prstGeom prst="rect">
            <a:avLst/>
          </a:prstGeom>
        </p:spPr>
      </p:pic>
      <p:pic>
        <p:nvPicPr>
          <p:cNvPr id="20" name="Graphic 19" descr="Comment Dislike outline">
            <a:extLst>
              <a:ext uri="{FF2B5EF4-FFF2-40B4-BE49-F238E27FC236}">
                <a16:creationId xmlns:a16="http://schemas.microsoft.com/office/drawing/2014/main" id="{E918A93D-E570-F79E-6CC9-F06D9077991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90032" y="199621"/>
            <a:ext cx="822960" cy="822960"/>
          </a:xfrm>
          <a:prstGeom prst="rect">
            <a:avLst/>
          </a:prstGeom>
        </p:spPr>
      </p:pic>
      <p:sp>
        <p:nvSpPr>
          <p:cNvPr id="5" name="TextBox 4">
            <a:extLst>
              <a:ext uri="{FF2B5EF4-FFF2-40B4-BE49-F238E27FC236}">
                <a16:creationId xmlns:a16="http://schemas.microsoft.com/office/drawing/2014/main" id="{EEBC1A8A-AEE9-6BD9-535B-1047EF253915}"/>
              </a:ext>
            </a:extLst>
          </p:cNvPr>
          <p:cNvSpPr txBox="1"/>
          <p:nvPr/>
        </p:nvSpPr>
        <p:spPr>
          <a:xfrm>
            <a:off x="790222" y="1808200"/>
            <a:ext cx="5079857" cy="3785652"/>
          </a:xfrm>
          <a:prstGeom prst="rect">
            <a:avLst/>
          </a:prstGeom>
          <a:noFill/>
        </p:spPr>
        <p:txBody>
          <a:bodyPr wrap="square">
            <a:spAutoFit/>
          </a:bodyPr>
          <a:lstStyle/>
          <a:p>
            <a:pPr algn="l" rtl="0" fontAlgn="base">
              <a:buNone/>
            </a:pPr>
            <a:r>
              <a:rPr lang="en-US" sz="1600" b="1" i="0" u="none" strike="noStrike">
                <a:solidFill>
                  <a:srgbClr val="2C2C2C"/>
                </a:solidFill>
                <a:effectLst/>
                <a:latin typeface="Adobe Clean" panose="020B0503020404020204" pitchFamily="34" charset="0"/>
              </a:rPr>
              <a:t>Centralized Learning Resource</a:t>
            </a:r>
            <a:r>
              <a:rPr lang="en-US" sz="1600" b="0" i="0">
                <a:solidFill>
                  <a:srgbClr val="000000"/>
                </a:solidFill>
                <a:effectLst/>
                <a:latin typeface="Adobe Clean" panose="020B0503020404020204" pitchFamily="34" charset="0"/>
              </a:rPr>
              <a:t>​</a:t>
            </a:r>
          </a:p>
          <a:p>
            <a:pPr algn="l" rtl="0" fontAlgn="base">
              <a:buNone/>
            </a:pPr>
            <a:r>
              <a:rPr lang="en-US" sz="1600" b="0" i="0" u="none" strike="noStrike">
                <a:solidFill>
                  <a:srgbClr val="2C2C2C"/>
                </a:solidFill>
                <a:effectLst/>
                <a:latin typeface="Adobe Clean" panose="020B0503020404020204" pitchFamily="34" charset="0"/>
              </a:rPr>
              <a:t>The Enablement Hub is the central source for curated learning content and support materials for all users.</a:t>
            </a:r>
            <a:r>
              <a:rPr lang="en-US" sz="1600" b="0" i="0">
                <a:solidFill>
                  <a:srgbClr val="000000"/>
                </a:solidFill>
                <a:effectLst/>
                <a:latin typeface="Adobe Clean" panose="020B0503020404020204" pitchFamily="34" charset="0"/>
              </a:rPr>
              <a:t>​</a:t>
            </a:r>
          </a:p>
          <a:p>
            <a:pPr algn="l" rtl="0" fontAlgn="base">
              <a:buNone/>
            </a:pPr>
            <a:endParaRPr lang="en-US" sz="1600" b="1" i="0" u="none" strike="noStrike">
              <a:solidFill>
                <a:srgbClr val="2C2C2C"/>
              </a:solidFill>
              <a:effectLst/>
              <a:latin typeface="Adobe Clean" panose="020B0503020404020204" pitchFamily="34" charset="0"/>
            </a:endParaRPr>
          </a:p>
          <a:p>
            <a:pPr algn="l" rtl="0" fontAlgn="base">
              <a:buNone/>
            </a:pPr>
            <a:r>
              <a:rPr lang="en-US" sz="1600" b="1" i="0" u="none" strike="noStrike">
                <a:solidFill>
                  <a:srgbClr val="2C2C2C"/>
                </a:solidFill>
                <a:effectLst/>
                <a:latin typeface="Adobe Clean" panose="020B0503020404020204" pitchFamily="34" charset="0"/>
              </a:rPr>
              <a:t>Supports Onboarding and Adoption</a:t>
            </a:r>
            <a:r>
              <a:rPr lang="en-US" sz="1600" b="0" i="0">
                <a:solidFill>
                  <a:srgbClr val="000000"/>
                </a:solidFill>
                <a:effectLst/>
                <a:latin typeface="Adobe Clean" panose="020B0503020404020204" pitchFamily="34" charset="0"/>
              </a:rPr>
              <a:t>​</a:t>
            </a:r>
          </a:p>
          <a:p>
            <a:pPr algn="l" rtl="0" fontAlgn="base">
              <a:buNone/>
            </a:pPr>
            <a:r>
              <a:rPr lang="en-US" sz="1600" b="0" i="0" u="none" strike="noStrike">
                <a:solidFill>
                  <a:srgbClr val="2C2C2C"/>
                </a:solidFill>
                <a:effectLst/>
                <a:latin typeface="Adobe Clean" panose="020B0503020404020204" pitchFamily="34" charset="0"/>
              </a:rPr>
              <a:t>It facilitates onboarding and ongoing adoption by providing accessible best practices and training materials.</a:t>
            </a:r>
            <a:r>
              <a:rPr lang="en-US" sz="1600" b="0" i="0">
                <a:solidFill>
                  <a:srgbClr val="000000"/>
                </a:solidFill>
                <a:effectLst/>
                <a:latin typeface="Adobe Clean" panose="020B0503020404020204" pitchFamily="34" charset="0"/>
              </a:rPr>
              <a:t>​</a:t>
            </a:r>
          </a:p>
          <a:p>
            <a:pPr algn="l" rtl="0" fontAlgn="base">
              <a:buNone/>
            </a:pPr>
            <a:endParaRPr lang="en-US" sz="1600" b="1" i="0" u="none" strike="noStrike">
              <a:solidFill>
                <a:srgbClr val="2C2C2C"/>
              </a:solidFill>
              <a:effectLst/>
              <a:latin typeface="Adobe Clean" panose="020B0503020404020204" pitchFamily="34" charset="0"/>
            </a:endParaRPr>
          </a:p>
          <a:p>
            <a:pPr algn="l" rtl="0" fontAlgn="base">
              <a:buNone/>
            </a:pPr>
            <a:r>
              <a:rPr lang="en-US" sz="1600" b="1" i="0" u="none" strike="noStrike">
                <a:solidFill>
                  <a:srgbClr val="2C2C2C"/>
                </a:solidFill>
                <a:effectLst/>
                <a:latin typeface="Adobe Clean" panose="020B0503020404020204" pitchFamily="34" charset="0"/>
              </a:rPr>
              <a:t>Dynamic and Evolving Asset</a:t>
            </a:r>
            <a:r>
              <a:rPr lang="en-US" sz="1600" b="0" i="0">
                <a:solidFill>
                  <a:srgbClr val="000000"/>
                </a:solidFill>
                <a:effectLst/>
                <a:latin typeface="Adobe Clean" panose="020B0503020404020204" pitchFamily="34" charset="0"/>
              </a:rPr>
              <a:t>​</a:t>
            </a:r>
          </a:p>
          <a:p>
            <a:pPr algn="l" rtl="0" fontAlgn="base">
              <a:buNone/>
            </a:pPr>
            <a:r>
              <a:rPr lang="en-US" sz="1600" b="0" i="0" u="none" strike="noStrike">
                <a:solidFill>
                  <a:srgbClr val="2C2C2C"/>
                </a:solidFill>
                <a:effectLst/>
                <a:latin typeface="Adobe Clean" panose="020B0503020404020204" pitchFamily="34" charset="0"/>
              </a:rPr>
              <a:t>The hub continuously updates with new resources and feedback to stay relevant and effective over time.</a:t>
            </a:r>
            <a:r>
              <a:rPr lang="en-US" sz="1600" b="0" i="0">
                <a:solidFill>
                  <a:srgbClr val="000000"/>
                </a:solidFill>
                <a:effectLst/>
                <a:latin typeface="Adobe Clean" panose="020B0503020404020204" pitchFamily="34" charset="0"/>
              </a:rPr>
              <a:t>​</a:t>
            </a:r>
          </a:p>
          <a:p>
            <a:pPr algn="l" rtl="0" fontAlgn="base">
              <a:buNone/>
            </a:pPr>
            <a:endParaRPr lang="en-US" sz="1600" b="1" i="0" u="none" strike="noStrike">
              <a:solidFill>
                <a:srgbClr val="2C2C2C"/>
              </a:solidFill>
              <a:effectLst/>
              <a:latin typeface="Adobe Clean" panose="020B0503020404020204" pitchFamily="34" charset="0"/>
            </a:endParaRPr>
          </a:p>
          <a:p>
            <a:pPr algn="l" rtl="0" fontAlgn="base">
              <a:buNone/>
            </a:pPr>
            <a:r>
              <a:rPr lang="en-US" sz="1600" b="1" i="0" u="none" strike="noStrike">
                <a:solidFill>
                  <a:srgbClr val="2C2C2C"/>
                </a:solidFill>
                <a:effectLst/>
                <a:latin typeface="Adobe Clean" panose="020B0503020404020204" pitchFamily="34" charset="0"/>
              </a:rPr>
              <a:t>Enhances Collaboration and Consistency</a:t>
            </a:r>
            <a:r>
              <a:rPr lang="en-US" sz="1600" b="0" i="0">
                <a:solidFill>
                  <a:srgbClr val="000000"/>
                </a:solidFill>
                <a:effectLst/>
                <a:latin typeface="Adobe Clean" panose="020B0503020404020204" pitchFamily="34" charset="0"/>
              </a:rPr>
              <a:t>​</a:t>
            </a:r>
          </a:p>
          <a:p>
            <a:pPr algn="l" rtl="0" fontAlgn="base">
              <a:buNone/>
            </a:pPr>
            <a:r>
              <a:rPr lang="en-US" sz="1600" b="0" i="0" u="none" strike="noStrike">
                <a:solidFill>
                  <a:srgbClr val="2C2C2C"/>
                </a:solidFill>
                <a:effectLst/>
                <a:latin typeface="Adobe Clean" panose="020B0503020404020204" pitchFamily="34" charset="0"/>
              </a:rPr>
              <a:t>It facilitates stakeholder communication and ensures consistent messaging across projects and teams.</a:t>
            </a:r>
            <a:endParaRPr lang="en-US" sz="1600" b="0" i="0">
              <a:solidFill>
                <a:srgbClr val="000000"/>
              </a:solidFill>
              <a:effectLst/>
              <a:latin typeface="Adobe Clean" panose="020B0503020404020204" pitchFamily="34" charset="0"/>
            </a:endParaRPr>
          </a:p>
        </p:txBody>
      </p:sp>
      <p:sp>
        <p:nvSpPr>
          <p:cNvPr id="12" name="TextBox 11">
            <a:extLst>
              <a:ext uri="{FF2B5EF4-FFF2-40B4-BE49-F238E27FC236}">
                <a16:creationId xmlns:a16="http://schemas.microsoft.com/office/drawing/2014/main" id="{1E663788-AB37-477C-42EB-15BFD2BF39EA}"/>
              </a:ext>
            </a:extLst>
          </p:cNvPr>
          <p:cNvSpPr txBox="1"/>
          <p:nvPr/>
        </p:nvSpPr>
        <p:spPr>
          <a:xfrm>
            <a:off x="6660444" y="1808200"/>
            <a:ext cx="5079857" cy="4031873"/>
          </a:xfrm>
          <a:prstGeom prst="rect">
            <a:avLst/>
          </a:prstGeom>
          <a:noFill/>
        </p:spPr>
        <p:txBody>
          <a:bodyPr wrap="square">
            <a:spAutoFit/>
          </a:bodyPr>
          <a:lstStyle/>
          <a:p>
            <a:pPr fontAlgn="base"/>
            <a:r>
              <a:rPr lang="en-US" sz="1600" b="1"/>
              <a:t>Not for Work-in-Progress Content</a:t>
            </a:r>
            <a:r>
              <a:rPr lang="en-US" sz="1600"/>
              <a:t>​</a:t>
            </a:r>
          </a:p>
          <a:p>
            <a:pPr fontAlgn="base"/>
            <a:r>
              <a:rPr lang="en-US" sz="1600"/>
              <a:t>The Enablement Hub hosts only finalized and vetted resources ready for broad consumption, avoiding unfinished content.​</a:t>
            </a:r>
          </a:p>
          <a:p>
            <a:pPr fontAlgn="base"/>
            <a:endParaRPr lang="en-US" sz="1600"/>
          </a:p>
          <a:p>
            <a:pPr fontAlgn="base"/>
            <a:r>
              <a:rPr lang="en-US" sz="1600" b="1"/>
              <a:t>No Confidential Information Storage</a:t>
            </a:r>
            <a:r>
              <a:rPr lang="en-US" sz="1600"/>
              <a:t>​</a:t>
            </a:r>
          </a:p>
          <a:p>
            <a:pPr fontAlgn="base"/>
            <a:r>
              <a:rPr lang="en-US" sz="1600"/>
              <a:t>Confidential or sensitive information is not stored in the hub to ensure security and appropriate general access.​</a:t>
            </a:r>
          </a:p>
          <a:p>
            <a:pPr fontAlgn="base"/>
            <a:endParaRPr lang="en-US" sz="1600"/>
          </a:p>
          <a:p>
            <a:pPr fontAlgn="base"/>
            <a:r>
              <a:rPr lang="en-US" sz="1600" b="1"/>
              <a:t>Complementary Communication Tool</a:t>
            </a:r>
            <a:r>
              <a:rPr lang="en-US" sz="1600"/>
              <a:t>​</a:t>
            </a:r>
          </a:p>
          <a:p>
            <a:pPr fontAlgn="base"/>
            <a:r>
              <a:rPr lang="en-US" sz="1600"/>
              <a:t>The hub complements existing communication channels and is not the sole platform for task requests or discussions.​</a:t>
            </a:r>
          </a:p>
          <a:p>
            <a:pPr fontAlgn="base"/>
            <a:endParaRPr lang="en-US" sz="1600"/>
          </a:p>
          <a:p>
            <a:pPr fontAlgn="base"/>
            <a:r>
              <a:rPr lang="en-US" sz="1600" b="1"/>
              <a:t>Maintains Platform Integrity</a:t>
            </a:r>
            <a:r>
              <a:rPr lang="en-US" sz="1600"/>
              <a:t>​</a:t>
            </a:r>
          </a:p>
          <a:p>
            <a:pPr fontAlgn="base"/>
            <a:r>
              <a:rPr lang="en-US" sz="1600"/>
              <a:t>Clear guidelines prevent clutter and confusion, ensuring the hub remains user-friendly and effective for all stakeholders.​</a:t>
            </a:r>
          </a:p>
        </p:txBody>
      </p:sp>
    </p:spTree>
    <p:extLst>
      <p:ext uri="{BB962C8B-B14F-4D97-AF65-F5344CB8AC3E}">
        <p14:creationId xmlns:p14="http://schemas.microsoft.com/office/powerpoint/2010/main" val="310266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D1F90C3-B830-3FA9-CF80-87DE0D15002C}"/>
              </a:ext>
            </a:extLst>
          </p:cNvPr>
          <p:cNvSpPr>
            <a:spLocks noGrp="1"/>
          </p:cNvSpPr>
          <p:nvPr>
            <p:ph type="title"/>
          </p:nvPr>
        </p:nvSpPr>
        <p:spPr/>
        <p:txBody>
          <a:bodyPr/>
          <a:lstStyle/>
          <a:p>
            <a:r>
              <a:rPr lang="en-US"/>
              <a:t>Why establish an Enablement Hub?</a:t>
            </a:r>
          </a:p>
        </p:txBody>
      </p:sp>
      <p:sp>
        <p:nvSpPr>
          <p:cNvPr id="10" name="TextBox 9">
            <a:extLst>
              <a:ext uri="{FF2B5EF4-FFF2-40B4-BE49-F238E27FC236}">
                <a16:creationId xmlns:a16="http://schemas.microsoft.com/office/drawing/2014/main" id="{C734905A-80D8-FA9F-5AFF-6010AB0A8380}"/>
              </a:ext>
            </a:extLst>
          </p:cNvPr>
          <p:cNvSpPr txBox="1"/>
          <p:nvPr/>
        </p:nvSpPr>
        <p:spPr>
          <a:xfrm>
            <a:off x="575733" y="1497884"/>
            <a:ext cx="5181600" cy="4247317"/>
          </a:xfrm>
          <a:prstGeom prst="rect">
            <a:avLst/>
          </a:prstGeom>
          <a:noFill/>
        </p:spPr>
        <p:txBody>
          <a:bodyPr wrap="square">
            <a:spAutoFit/>
          </a:bodyPr>
          <a:lstStyle/>
          <a:p>
            <a:pPr fontAlgn="base"/>
            <a:r>
              <a:rPr lang="en-US" b="1"/>
              <a:t>Centralized Knowledge Base</a:t>
            </a:r>
            <a:r>
              <a:rPr lang="en-US"/>
              <a:t>​</a:t>
            </a:r>
          </a:p>
          <a:p>
            <a:pPr fontAlgn="base"/>
            <a:r>
              <a:rPr lang="en-US"/>
              <a:t>The hub acts as a single source of truth, centralizing enablement resources for easy access and consistency.​</a:t>
            </a:r>
          </a:p>
          <a:p>
            <a:pPr fontAlgn="base"/>
            <a:endParaRPr lang="en-US" b="1"/>
          </a:p>
          <a:p>
            <a:pPr fontAlgn="base"/>
            <a:r>
              <a:rPr lang="en-US" b="1"/>
              <a:t>Streamlined Onboarding</a:t>
            </a:r>
            <a:r>
              <a:rPr lang="en-US"/>
              <a:t>​</a:t>
            </a:r>
          </a:p>
          <a:p>
            <a:pPr fontAlgn="base"/>
            <a:r>
              <a:rPr lang="en-US"/>
              <a:t>New users quickly gain essential knowledge, reducing ramp-up time and improving proficiency.​</a:t>
            </a:r>
          </a:p>
          <a:p>
            <a:pPr fontAlgn="base"/>
            <a:endParaRPr lang="en-US" b="1"/>
          </a:p>
          <a:p>
            <a:pPr fontAlgn="base"/>
            <a:r>
              <a:rPr lang="en-US" b="1"/>
              <a:t>Reduced SME Dependency</a:t>
            </a:r>
            <a:r>
              <a:rPr lang="en-US"/>
              <a:t>​</a:t>
            </a:r>
          </a:p>
          <a:p>
            <a:pPr fontAlgn="base"/>
            <a:r>
              <a:rPr lang="en-US"/>
              <a:t>Centralization reduces reliance on subject matter experts, allowing them to focus on higher-value work.​</a:t>
            </a:r>
          </a:p>
          <a:p>
            <a:pPr fontAlgn="base"/>
            <a:endParaRPr lang="en-US" b="1"/>
          </a:p>
          <a:p>
            <a:pPr fontAlgn="base"/>
            <a:r>
              <a:rPr lang="en-US" b="1"/>
              <a:t>Scalable and Adaptive</a:t>
            </a:r>
            <a:r>
              <a:rPr lang="en-US"/>
              <a:t>​</a:t>
            </a:r>
          </a:p>
          <a:p>
            <a:pPr fontAlgn="base"/>
            <a:r>
              <a:rPr lang="en-US"/>
              <a:t>The hub supports future growth and integration of new Adobe products with flexibility and agility.​</a:t>
            </a:r>
          </a:p>
        </p:txBody>
      </p:sp>
      <p:pic>
        <p:nvPicPr>
          <p:cNvPr id="2050" name="Picture 2" descr="Social media and people 4K">
            <a:extLst>
              <a:ext uri="{FF2B5EF4-FFF2-40B4-BE49-F238E27FC236}">
                <a16:creationId xmlns:a16="http://schemas.microsoft.com/office/drawing/2014/main" id="{45EB095B-6817-08DD-6474-436C063724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7359" y="2077786"/>
            <a:ext cx="5488908" cy="3087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5867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E7EAE-3DC2-C76B-10CF-E4D8A0B24AD8}"/>
              </a:ext>
            </a:extLst>
          </p:cNvPr>
          <p:cNvSpPr>
            <a:spLocks noGrp="1"/>
          </p:cNvSpPr>
          <p:nvPr>
            <p:ph type="title"/>
          </p:nvPr>
        </p:nvSpPr>
        <p:spPr/>
        <p:txBody>
          <a:bodyPr/>
          <a:lstStyle/>
          <a:p>
            <a:r>
              <a:rPr lang="en-US"/>
              <a:t>Enablement Hub personas</a:t>
            </a:r>
          </a:p>
        </p:txBody>
      </p:sp>
      <p:sp>
        <p:nvSpPr>
          <p:cNvPr id="13" name="Rounded Rectangle 12">
            <a:extLst>
              <a:ext uri="{FF2B5EF4-FFF2-40B4-BE49-F238E27FC236}">
                <a16:creationId xmlns:a16="http://schemas.microsoft.com/office/drawing/2014/main" id="{6AE9A304-209F-2935-130F-EE5BA1AD64C7}"/>
              </a:ext>
            </a:extLst>
          </p:cNvPr>
          <p:cNvSpPr/>
          <p:nvPr/>
        </p:nvSpPr>
        <p:spPr>
          <a:xfrm>
            <a:off x="2405357" y="1799940"/>
            <a:ext cx="2274980" cy="1203776"/>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100">
                <a:solidFill>
                  <a:schemeClr val="tx1"/>
                </a:solidFill>
                <a:latin typeface="SoDo Sans" pitchFamily="2" charset="77"/>
                <a:ea typeface="SoDo Sans" pitchFamily="2" charset="77"/>
              </a:rPr>
              <a:t>U</a:t>
            </a:r>
            <a:r>
              <a:rPr lang="en-US" sz="1100" b="0" i="0">
                <a:solidFill>
                  <a:schemeClr val="tx1"/>
                </a:solidFill>
                <a:latin typeface="SoDo Sans" pitchFamily="2" charset="77"/>
                <a:ea typeface="SoDo Sans" pitchFamily="2" charset="77"/>
              </a:rPr>
              <a:t>ses Adobe applications in their day-to-day work, ranging from sporadic users to Super Users.</a:t>
            </a:r>
          </a:p>
        </p:txBody>
      </p:sp>
      <p:sp>
        <p:nvSpPr>
          <p:cNvPr id="3" name="Rounded Rectangle 2">
            <a:extLst>
              <a:ext uri="{FF2B5EF4-FFF2-40B4-BE49-F238E27FC236}">
                <a16:creationId xmlns:a16="http://schemas.microsoft.com/office/drawing/2014/main" id="{BEFDAE72-055D-4435-7317-41BD6C746573}"/>
              </a:ext>
            </a:extLst>
          </p:cNvPr>
          <p:cNvSpPr/>
          <p:nvPr/>
        </p:nvSpPr>
        <p:spPr>
          <a:xfrm>
            <a:off x="7169454" y="1790449"/>
            <a:ext cx="2274980" cy="1203776"/>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100">
                <a:solidFill>
                  <a:schemeClr val="tx1"/>
                </a:solidFill>
                <a:latin typeface="SoDo Sans" pitchFamily="2" charset="77"/>
                <a:ea typeface="SoDo Sans" pitchFamily="2" charset="77"/>
              </a:rPr>
              <a:t>do not directly use Adobe applications but work with teams that do.</a:t>
            </a:r>
          </a:p>
        </p:txBody>
      </p:sp>
      <p:sp>
        <p:nvSpPr>
          <p:cNvPr id="4" name="Rounded Rectangle 3">
            <a:extLst>
              <a:ext uri="{FF2B5EF4-FFF2-40B4-BE49-F238E27FC236}">
                <a16:creationId xmlns:a16="http://schemas.microsoft.com/office/drawing/2014/main" id="{91641ACC-CC09-80A7-4156-D86A55124245}"/>
              </a:ext>
            </a:extLst>
          </p:cNvPr>
          <p:cNvSpPr/>
          <p:nvPr/>
        </p:nvSpPr>
        <p:spPr>
          <a:xfrm>
            <a:off x="4808985" y="1790449"/>
            <a:ext cx="2274980" cy="1203776"/>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100">
                <a:solidFill>
                  <a:schemeClr val="tx1"/>
                </a:solidFill>
                <a:latin typeface="SoDo Sans" pitchFamily="2" charset="77"/>
                <a:ea typeface="SoDo Sans" pitchFamily="2" charset="77"/>
              </a:rPr>
              <a:t>lead teams that use Adobe applications, or work with teams that do.</a:t>
            </a:r>
          </a:p>
        </p:txBody>
      </p:sp>
      <p:sp>
        <p:nvSpPr>
          <p:cNvPr id="5" name="Rounded Rectangle 4">
            <a:extLst>
              <a:ext uri="{FF2B5EF4-FFF2-40B4-BE49-F238E27FC236}">
                <a16:creationId xmlns:a16="http://schemas.microsoft.com/office/drawing/2014/main" id="{D6668904-242D-8C5E-A6F0-DD635571FE66}"/>
              </a:ext>
            </a:extLst>
          </p:cNvPr>
          <p:cNvSpPr/>
          <p:nvPr/>
        </p:nvSpPr>
        <p:spPr>
          <a:xfrm>
            <a:off x="9529925" y="1799939"/>
            <a:ext cx="2274980" cy="1203777"/>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100">
                <a:solidFill>
                  <a:schemeClr val="tx1"/>
                </a:solidFill>
                <a:latin typeface="SoDo Sans" pitchFamily="2" charset="77"/>
                <a:ea typeface="SoDo Sans" pitchFamily="2" charset="77"/>
              </a:rPr>
              <a:t>…are curious about Adobe, but do not use or work with teams that use Adobe applications.</a:t>
            </a:r>
          </a:p>
        </p:txBody>
      </p:sp>
      <p:sp>
        <p:nvSpPr>
          <p:cNvPr id="6" name="Rounded Rectangle 5">
            <a:extLst>
              <a:ext uri="{FF2B5EF4-FFF2-40B4-BE49-F238E27FC236}">
                <a16:creationId xmlns:a16="http://schemas.microsoft.com/office/drawing/2014/main" id="{EE9F8D87-05B0-207D-CF6A-AA2D04E02C58}"/>
              </a:ext>
            </a:extLst>
          </p:cNvPr>
          <p:cNvSpPr/>
          <p:nvPr/>
        </p:nvSpPr>
        <p:spPr>
          <a:xfrm>
            <a:off x="2405356" y="3952298"/>
            <a:ext cx="2274980" cy="1406542"/>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171450" indent="-171450">
              <a:buFont typeface="Arial" panose="020B0604020202020204" pitchFamily="34" charset="0"/>
              <a:buChar char="•"/>
            </a:pPr>
            <a:r>
              <a:rPr lang="en-US" sz="1100" i="0">
                <a:solidFill>
                  <a:schemeClr val="tx1"/>
                </a:solidFill>
                <a:latin typeface="SoDo Sans" pitchFamily="2" charset="77"/>
                <a:ea typeface="SoDo Sans" pitchFamily="2" charset="77"/>
              </a:rPr>
              <a:t>Requestin</a:t>
            </a:r>
            <a:r>
              <a:rPr lang="en-US" sz="1100">
                <a:solidFill>
                  <a:schemeClr val="tx1"/>
                </a:solidFill>
                <a:latin typeface="SoDo Sans" pitchFamily="2" charset="77"/>
                <a:ea typeface="SoDo Sans" pitchFamily="2" charset="77"/>
              </a:rPr>
              <a:t>g access to Adobe solutions</a:t>
            </a:r>
          </a:p>
          <a:p>
            <a:pPr marL="171450" indent="-171450">
              <a:buFont typeface="Arial" panose="020B0604020202020204" pitchFamily="34" charset="0"/>
              <a:buChar char="•"/>
            </a:pPr>
            <a:r>
              <a:rPr lang="en-US" sz="1100" i="0">
                <a:solidFill>
                  <a:schemeClr val="tx1"/>
                </a:solidFill>
                <a:latin typeface="SoDo Sans" pitchFamily="2" charset="77"/>
                <a:ea typeface="SoDo Sans" pitchFamily="2" charset="77"/>
              </a:rPr>
              <a:t>Finding and completing </a:t>
            </a:r>
            <a:r>
              <a:rPr lang="en-US" sz="1100">
                <a:solidFill>
                  <a:schemeClr val="tx1"/>
                </a:solidFill>
                <a:latin typeface="SoDo Sans" pitchFamily="2" charset="77"/>
                <a:ea typeface="SoDo Sans" pitchFamily="2" charset="77"/>
              </a:rPr>
              <a:t>training for Adobe solutions</a:t>
            </a:r>
            <a:endParaRPr lang="en-US" sz="1100" i="0">
              <a:solidFill>
                <a:schemeClr val="tx1"/>
              </a:solidFill>
              <a:latin typeface="SoDo Sans" pitchFamily="2" charset="77"/>
              <a:ea typeface="SoDo Sans" pitchFamily="2" charset="77"/>
            </a:endParaRPr>
          </a:p>
          <a:p>
            <a:pPr marL="171450" marR="0" lvl="0" indent="-171450" algn="l" defTabSz="1088291"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i="0">
                <a:solidFill>
                  <a:schemeClr val="tx1"/>
                </a:solidFill>
                <a:latin typeface="SoDo Sans" pitchFamily="2" charset="77"/>
                <a:ea typeface="SoDo Sans" pitchFamily="2" charset="77"/>
              </a:rPr>
              <a:t>Submitting feedback or training requests</a:t>
            </a:r>
          </a:p>
        </p:txBody>
      </p:sp>
      <p:sp>
        <p:nvSpPr>
          <p:cNvPr id="10" name="Rounded Rectangle 9">
            <a:extLst>
              <a:ext uri="{FF2B5EF4-FFF2-40B4-BE49-F238E27FC236}">
                <a16:creationId xmlns:a16="http://schemas.microsoft.com/office/drawing/2014/main" id="{1753260E-C72D-1893-6AAB-9E236E92D161}"/>
              </a:ext>
            </a:extLst>
          </p:cNvPr>
          <p:cNvSpPr/>
          <p:nvPr/>
        </p:nvSpPr>
        <p:spPr>
          <a:xfrm>
            <a:off x="2427649" y="1094290"/>
            <a:ext cx="2274980" cy="540608"/>
          </a:xfrm>
          <a:prstGeom prst="roundRect">
            <a:avLst>
              <a:gd name="adj" fmla="val 4674"/>
            </a:avLst>
          </a:prstGeom>
          <a:solidFill>
            <a:schemeClr val="tx1"/>
          </a:solid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400" b="0" i="0">
                <a:solidFill>
                  <a:schemeClr val="bg1"/>
                </a:solidFill>
                <a:latin typeface="SoDo Sans" pitchFamily="2" charset="77"/>
                <a:ea typeface="SoDo Sans" pitchFamily="2" charset="77"/>
              </a:rPr>
              <a:t>Users</a:t>
            </a:r>
          </a:p>
        </p:txBody>
      </p:sp>
      <p:sp>
        <p:nvSpPr>
          <p:cNvPr id="11" name="Rounded Rectangle 10">
            <a:extLst>
              <a:ext uri="{FF2B5EF4-FFF2-40B4-BE49-F238E27FC236}">
                <a16:creationId xmlns:a16="http://schemas.microsoft.com/office/drawing/2014/main" id="{9965F345-84B2-2B11-7378-637C02C6E363}"/>
              </a:ext>
            </a:extLst>
          </p:cNvPr>
          <p:cNvSpPr/>
          <p:nvPr/>
        </p:nvSpPr>
        <p:spPr>
          <a:xfrm>
            <a:off x="7191746" y="1084799"/>
            <a:ext cx="2274980" cy="540608"/>
          </a:xfrm>
          <a:prstGeom prst="roundRect">
            <a:avLst>
              <a:gd name="adj" fmla="val 4674"/>
            </a:avLst>
          </a:prstGeom>
          <a:solidFill>
            <a:schemeClr val="tx1"/>
          </a:solid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400" b="0" i="0">
                <a:solidFill>
                  <a:schemeClr val="bg1"/>
                </a:solidFill>
                <a:latin typeface="SoDo Sans" pitchFamily="2" charset="77"/>
                <a:ea typeface="SoDo Sans" pitchFamily="2" charset="77"/>
              </a:rPr>
              <a:t>Non-Users</a:t>
            </a:r>
          </a:p>
        </p:txBody>
      </p:sp>
      <p:sp>
        <p:nvSpPr>
          <p:cNvPr id="14" name="Rounded Rectangle 13">
            <a:extLst>
              <a:ext uri="{FF2B5EF4-FFF2-40B4-BE49-F238E27FC236}">
                <a16:creationId xmlns:a16="http://schemas.microsoft.com/office/drawing/2014/main" id="{F7370460-410B-AE67-8CB5-C6D8A935D236}"/>
              </a:ext>
            </a:extLst>
          </p:cNvPr>
          <p:cNvSpPr/>
          <p:nvPr/>
        </p:nvSpPr>
        <p:spPr>
          <a:xfrm>
            <a:off x="4831277" y="1084799"/>
            <a:ext cx="2274980" cy="540608"/>
          </a:xfrm>
          <a:prstGeom prst="roundRect">
            <a:avLst>
              <a:gd name="adj" fmla="val 4674"/>
            </a:avLst>
          </a:prstGeom>
          <a:solidFill>
            <a:schemeClr val="tx1"/>
          </a:solid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400">
                <a:solidFill>
                  <a:schemeClr val="bg1"/>
                </a:solidFill>
                <a:latin typeface="SoDo Sans" pitchFamily="2" charset="77"/>
                <a:ea typeface="SoDo Sans" pitchFamily="2" charset="77"/>
              </a:rPr>
              <a:t>Leaders</a:t>
            </a:r>
            <a:endParaRPr lang="en-US" sz="1400" b="0" i="0">
              <a:solidFill>
                <a:schemeClr val="bg1"/>
              </a:solidFill>
              <a:latin typeface="SoDo Sans" pitchFamily="2" charset="77"/>
              <a:ea typeface="SoDo Sans" pitchFamily="2" charset="77"/>
            </a:endParaRPr>
          </a:p>
        </p:txBody>
      </p:sp>
      <p:sp>
        <p:nvSpPr>
          <p:cNvPr id="15" name="Rounded Rectangle 14">
            <a:extLst>
              <a:ext uri="{FF2B5EF4-FFF2-40B4-BE49-F238E27FC236}">
                <a16:creationId xmlns:a16="http://schemas.microsoft.com/office/drawing/2014/main" id="{F8417CCE-6F47-1D55-6D32-0A2563B61E1F}"/>
              </a:ext>
            </a:extLst>
          </p:cNvPr>
          <p:cNvSpPr/>
          <p:nvPr/>
        </p:nvSpPr>
        <p:spPr>
          <a:xfrm>
            <a:off x="9552216" y="1094290"/>
            <a:ext cx="2274980" cy="540608"/>
          </a:xfrm>
          <a:prstGeom prst="roundRect">
            <a:avLst>
              <a:gd name="adj" fmla="val 4674"/>
            </a:avLst>
          </a:prstGeom>
          <a:solidFill>
            <a:schemeClr val="tx1"/>
          </a:solid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400">
                <a:solidFill>
                  <a:schemeClr val="bg1"/>
                </a:solidFill>
                <a:latin typeface="SoDo Sans" pitchFamily="2" charset="77"/>
                <a:ea typeface="SoDo Sans" pitchFamily="2" charset="77"/>
              </a:rPr>
              <a:t>General Interest</a:t>
            </a:r>
            <a:endParaRPr lang="en-US" sz="1400" b="0" i="0">
              <a:solidFill>
                <a:schemeClr val="bg1"/>
              </a:solidFill>
              <a:latin typeface="SoDo Sans" pitchFamily="2" charset="77"/>
              <a:ea typeface="SoDo Sans" pitchFamily="2" charset="77"/>
            </a:endParaRPr>
          </a:p>
        </p:txBody>
      </p:sp>
      <p:sp>
        <p:nvSpPr>
          <p:cNvPr id="16" name="Rounded Rectangle 15">
            <a:extLst>
              <a:ext uri="{FF2B5EF4-FFF2-40B4-BE49-F238E27FC236}">
                <a16:creationId xmlns:a16="http://schemas.microsoft.com/office/drawing/2014/main" id="{FD20C3C1-63E8-9C7C-D209-BEB1E8FE3F51}"/>
              </a:ext>
            </a:extLst>
          </p:cNvPr>
          <p:cNvSpPr/>
          <p:nvPr/>
        </p:nvSpPr>
        <p:spPr>
          <a:xfrm>
            <a:off x="151339" y="1827630"/>
            <a:ext cx="2125370" cy="1203776"/>
          </a:xfrm>
          <a:prstGeom prst="roundRect">
            <a:avLst>
              <a:gd name="adj" fmla="val 4674"/>
            </a:avLst>
          </a:prstGeom>
          <a:no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r">
              <a:spcBef>
                <a:spcPts val="1200"/>
              </a:spcBef>
            </a:pPr>
            <a:r>
              <a:rPr lang="en-US" b="0">
                <a:solidFill>
                  <a:schemeClr val="tx1"/>
                </a:solidFill>
                <a:latin typeface="+mj-lt"/>
                <a:ea typeface="SoDo Sans" pitchFamily="2" charset="77"/>
              </a:rPr>
              <a:t>What they do..</a:t>
            </a:r>
          </a:p>
        </p:txBody>
      </p:sp>
      <p:sp>
        <p:nvSpPr>
          <p:cNvPr id="17" name="Rounded Rectangle 16">
            <a:extLst>
              <a:ext uri="{FF2B5EF4-FFF2-40B4-BE49-F238E27FC236}">
                <a16:creationId xmlns:a16="http://schemas.microsoft.com/office/drawing/2014/main" id="{94EE766F-551E-867F-59CE-14F052F7EAB0}"/>
              </a:ext>
            </a:extLst>
          </p:cNvPr>
          <p:cNvSpPr/>
          <p:nvPr/>
        </p:nvSpPr>
        <p:spPr>
          <a:xfrm>
            <a:off x="215663" y="4122220"/>
            <a:ext cx="2125370" cy="1066695"/>
          </a:xfrm>
          <a:prstGeom prst="roundRect">
            <a:avLst>
              <a:gd name="adj" fmla="val 4674"/>
            </a:avLst>
          </a:prstGeom>
          <a:no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r">
              <a:spcBef>
                <a:spcPts val="1200"/>
              </a:spcBef>
            </a:pPr>
            <a:r>
              <a:rPr lang="en-US">
                <a:solidFill>
                  <a:schemeClr val="tx1"/>
                </a:solidFill>
                <a:latin typeface="+mj-lt"/>
                <a:ea typeface="SoDo Sans" pitchFamily="2" charset="77"/>
              </a:rPr>
              <a:t>Unique needs…</a:t>
            </a:r>
            <a:endParaRPr lang="en-US" b="0">
              <a:solidFill>
                <a:schemeClr val="tx1"/>
              </a:solidFill>
              <a:latin typeface="+mj-lt"/>
              <a:ea typeface="SoDo Sans" pitchFamily="2" charset="77"/>
            </a:endParaRPr>
          </a:p>
        </p:txBody>
      </p:sp>
      <p:sp>
        <p:nvSpPr>
          <p:cNvPr id="18" name="Rounded Rectangle 17">
            <a:extLst>
              <a:ext uri="{FF2B5EF4-FFF2-40B4-BE49-F238E27FC236}">
                <a16:creationId xmlns:a16="http://schemas.microsoft.com/office/drawing/2014/main" id="{82EA46F0-E600-4364-BA26-239E9A5C76A8}"/>
              </a:ext>
            </a:extLst>
          </p:cNvPr>
          <p:cNvSpPr/>
          <p:nvPr/>
        </p:nvSpPr>
        <p:spPr>
          <a:xfrm>
            <a:off x="4808985" y="3952297"/>
            <a:ext cx="2274980" cy="1406542"/>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171450" indent="-171450">
              <a:buFont typeface="Arial" panose="020B0604020202020204" pitchFamily="34" charset="0"/>
              <a:buChar char="•"/>
            </a:pPr>
            <a:r>
              <a:rPr lang="en-US" sz="1100" i="0">
                <a:solidFill>
                  <a:schemeClr val="tx1"/>
                </a:solidFill>
                <a:latin typeface="SoDo Sans" pitchFamily="2" charset="77"/>
                <a:ea typeface="SoDo Sans" pitchFamily="2" charset="77"/>
              </a:rPr>
              <a:t>Keeping a pulse on Adobe program progress</a:t>
            </a:r>
          </a:p>
          <a:p>
            <a:pPr marL="171450" indent="-171450">
              <a:buFont typeface="Arial" panose="020B0604020202020204" pitchFamily="34" charset="0"/>
              <a:buChar char="•"/>
            </a:pPr>
            <a:r>
              <a:rPr lang="en-US" sz="1100" i="0">
                <a:solidFill>
                  <a:schemeClr val="tx1"/>
                </a:solidFill>
                <a:latin typeface="SoDo Sans" pitchFamily="2" charset="77"/>
                <a:ea typeface="SoDo Sans" pitchFamily="2" charset="77"/>
              </a:rPr>
              <a:t>Submitting feedback or training requests for their team</a:t>
            </a:r>
          </a:p>
        </p:txBody>
      </p:sp>
      <p:sp>
        <p:nvSpPr>
          <p:cNvPr id="20" name="Rounded Rectangle 19">
            <a:extLst>
              <a:ext uri="{FF2B5EF4-FFF2-40B4-BE49-F238E27FC236}">
                <a16:creationId xmlns:a16="http://schemas.microsoft.com/office/drawing/2014/main" id="{6DE03481-9EFE-1107-DCB4-ACA05975B214}"/>
              </a:ext>
            </a:extLst>
          </p:cNvPr>
          <p:cNvSpPr/>
          <p:nvPr/>
        </p:nvSpPr>
        <p:spPr>
          <a:xfrm>
            <a:off x="2405356" y="3169028"/>
            <a:ext cx="9399547" cy="646190"/>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171450" indent="-171450" algn="ctr">
              <a:buFont typeface="Arial" panose="020B0604020202020204" pitchFamily="34" charset="0"/>
              <a:buChar char="•"/>
            </a:pPr>
            <a:r>
              <a:rPr lang="en-US" sz="1100" i="0">
                <a:solidFill>
                  <a:schemeClr val="tx1"/>
                </a:solidFill>
                <a:latin typeface="SoDo Sans" pitchFamily="2" charset="77"/>
                <a:ea typeface="SoDo Sans" pitchFamily="2" charset="77"/>
              </a:rPr>
              <a:t>Learn about Adobe solutions and capabilities</a:t>
            </a:r>
          </a:p>
          <a:p>
            <a:pPr marL="171450" indent="-171450" algn="ctr">
              <a:buFont typeface="Arial" panose="020B0604020202020204" pitchFamily="34" charset="0"/>
              <a:buChar char="•"/>
            </a:pPr>
            <a:r>
              <a:rPr lang="en-US" sz="1100" i="0">
                <a:solidFill>
                  <a:schemeClr val="tx1"/>
                </a:solidFill>
                <a:latin typeface="SoDo Sans" pitchFamily="2" charset="77"/>
                <a:ea typeface="SoDo Sans" pitchFamily="2" charset="77"/>
              </a:rPr>
              <a:t>Stay up-to-date on the program</a:t>
            </a:r>
          </a:p>
        </p:txBody>
      </p:sp>
      <p:sp>
        <p:nvSpPr>
          <p:cNvPr id="21" name="Rounded Rectangle 20">
            <a:extLst>
              <a:ext uri="{FF2B5EF4-FFF2-40B4-BE49-F238E27FC236}">
                <a16:creationId xmlns:a16="http://schemas.microsoft.com/office/drawing/2014/main" id="{A76B369A-0C74-6411-1E80-A347BAA57181}"/>
              </a:ext>
            </a:extLst>
          </p:cNvPr>
          <p:cNvSpPr/>
          <p:nvPr/>
        </p:nvSpPr>
        <p:spPr>
          <a:xfrm>
            <a:off x="151339" y="3168757"/>
            <a:ext cx="2125370" cy="646190"/>
          </a:xfrm>
          <a:prstGeom prst="roundRect">
            <a:avLst>
              <a:gd name="adj" fmla="val 4674"/>
            </a:avLst>
          </a:prstGeom>
          <a:no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r">
              <a:spcBef>
                <a:spcPts val="1200"/>
              </a:spcBef>
            </a:pPr>
            <a:r>
              <a:rPr lang="en-US" b="0">
                <a:solidFill>
                  <a:schemeClr val="tx1"/>
                </a:solidFill>
                <a:latin typeface="+mj-lt"/>
                <a:ea typeface="SoDo Sans" pitchFamily="2" charset="77"/>
              </a:rPr>
              <a:t>What everyone can do…</a:t>
            </a:r>
          </a:p>
        </p:txBody>
      </p:sp>
      <p:sp>
        <p:nvSpPr>
          <p:cNvPr id="27" name="Rounded Rectangle 26">
            <a:extLst>
              <a:ext uri="{FF2B5EF4-FFF2-40B4-BE49-F238E27FC236}">
                <a16:creationId xmlns:a16="http://schemas.microsoft.com/office/drawing/2014/main" id="{35C0BF25-E132-7BFD-1DEA-B142DE72511C}"/>
              </a:ext>
            </a:extLst>
          </p:cNvPr>
          <p:cNvSpPr/>
          <p:nvPr/>
        </p:nvSpPr>
        <p:spPr>
          <a:xfrm>
            <a:off x="7169454" y="3952297"/>
            <a:ext cx="2274980" cy="1406542"/>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171450" indent="-171450">
              <a:buFont typeface="Arial" panose="020B0604020202020204" pitchFamily="34" charset="0"/>
              <a:buChar char="•"/>
            </a:pPr>
            <a:r>
              <a:rPr lang="en-US" sz="1100" i="0">
                <a:solidFill>
                  <a:schemeClr val="tx1"/>
                </a:solidFill>
                <a:latin typeface="SoDo Sans" pitchFamily="2" charset="77"/>
                <a:ea typeface="SoDo Sans" pitchFamily="2" charset="77"/>
              </a:rPr>
              <a:t>Keeping a pulse on Adobe program progress</a:t>
            </a:r>
          </a:p>
        </p:txBody>
      </p:sp>
      <p:sp>
        <p:nvSpPr>
          <p:cNvPr id="28" name="Rounded Rectangle 27">
            <a:extLst>
              <a:ext uri="{FF2B5EF4-FFF2-40B4-BE49-F238E27FC236}">
                <a16:creationId xmlns:a16="http://schemas.microsoft.com/office/drawing/2014/main" id="{EE9470BF-8209-49C4-EFDC-2F7F42D2A886}"/>
              </a:ext>
            </a:extLst>
          </p:cNvPr>
          <p:cNvSpPr/>
          <p:nvPr/>
        </p:nvSpPr>
        <p:spPr>
          <a:xfrm>
            <a:off x="9529925" y="3953581"/>
            <a:ext cx="2274980" cy="1406542"/>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171450" indent="-171450">
              <a:buFont typeface="Arial" panose="020B0604020202020204" pitchFamily="34" charset="0"/>
              <a:buChar char="•"/>
            </a:pPr>
            <a:r>
              <a:rPr lang="en-US" sz="1100">
                <a:solidFill>
                  <a:schemeClr val="tx1"/>
                </a:solidFill>
                <a:latin typeface="SoDo Sans" pitchFamily="2" charset="77"/>
                <a:ea typeface="SoDo Sans" pitchFamily="2" charset="77"/>
              </a:rPr>
              <a:t>Learning about Adobe and how SRHSS is using its solutions</a:t>
            </a:r>
            <a:endParaRPr lang="en-US" sz="1100" i="0">
              <a:solidFill>
                <a:schemeClr val="tx1"/>
              </a:solidFill>
              <a:latin typeface="SoDo Sans Light" pitchFamily="2" charset="77"/>
              <a:ea typeface="SoDo Sans Light" pitchFamily="2" charset="77"/>
            </a:endParaRPr>
          </a:p>
        </p:txBody>
      </p:sp>
    </p:spTree>
    <p:extLst>
      <p:ext uri="{BB962C8B-B14F-4D97-AF65-F5344CB8AC3E}">
        <p14:creationId xmlns:p14="http://schemas.microsoft.com/office/powerpoint/2010/main" val="25912308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E7EAE-3DC2-C76B-10CF-E4D8A0B24AD8}"/>
              </a:ext>
            </a:extLst>
          </p:cNvPr>
          <p:cNvSpPr>
            <a:spLocks noGrp="1"/>
          </p:cNvSpPr>
          <p:nvPr>
            <p:ph type="title"/>
          </p:nvPr>
        </p:nvSpPr>
        <p:spPr>
          <a:xfrm>
            <a:off x="310897" y="150616"/>
            <a:ext cx="11494008" cy="388962"/>
          </a:xfrm>
        </p:spPr>
        <p:txBody>
          <a:bodyPr/>
          <a:lstStyle/>
          <a:p>
            <a:r>
              <a:rPr lang="en-US"/>
              <a:t>Enablement Hub example</a:t>
            </a:r>
          </a:p>
        </p:txBody>
      </p:sp>
      <p:sp>
        <p:nvSpPr>
          <p:cNvPr id="6" name="Rounded Rectangle 5">
            <a:extLst>
              <a:ext uri="{FF2B5EF4-FFF2-40B4-BE49-F238E27FC236}">
                <a16:creationId xmlns:a16="http://schemas.microsoft.com/office/drawing/2014/main" id="{F43E0CE5-C1FD-9587-FA87-CBA1F6DF23BF}"/>
              </a:ext>
            </a:extLst>
          </p:cNvPr>
          <p:cNvSpPr/>
          <p:nvPr/>
        </p:nvSpPr>
        <p:spPr>
          <a:xfrm>
            <a:off x="1098559" y="6476601"/>
            <a:ext cx="1125279" cy="232458"/>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b="1">
                <a:solidFill>
                  <a:schemeClr val="tx1"/>
                </a:solidFill>
                <a:latin typeface="SoDo Sans Light" pitchFamily="2" charset="77"/>
                <a:ea typeface="SoDo Sans Light" pitchFamily="2" charset="77"/>
              </a:rPr>
              <a:t>Page</a:t>
            </a:r>
          </a:p>
        </p:txBody>
      </p:sp>
      <p:sp>
        <p:nvSpPr>
          <p:cNvPr id="7" name="Rounded Rectangle 6">
            <a:extLst>
              <a:ext uri="{FF2B5EF4-FFF2-40B4-BE49-F238E27FC236}">
                <a16:creationId xmlns:a16="http://schemas.microsoft.com/office/drawing/2014/main" id="{F2D03973-C91C-B616-37B6-4CAA203A6803}"/>
              </a:ext>
            </a:extLst>
          </p:cNvPr>
          <p:cNvSpPr/>
          <p:nvPr/>
        </p:nvSpPr>
        <p:spPr>
          <a:xfrm>
            <a:off x="2357696" y="6476601"/>
            <a:ext cx="1125279" cy="232458"/>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b="1">
                <a:solidFill>
                  <a:schemeClr val="tx1"/>
                </a:solidFill>
                <a:latin typeface="SoDo Sans Light" pitchFamily="2" charset="77"/>
                <a:ea typeface="SoDo Sans Light" pitchFamily="2" charset="77"/>
              </a:rPr>
              <a:t>Content</a:t>
            </a:r>
          </a:p>
        </p:txBody>
      </p:sp>
      <p:sp>
        <p:nvSpPr>
          <p:cNvPr id="3" name="Rounded Rectangle 2">
            <a:extLst>
              <a:ext uri="{FF2B5EF4-FFF2-40B4-BE49-F238E27FC236}">
                <a16:creationId xmlns:a16="http://schemas.microsoft.com/office/drawing/2014/main" id="{9282ED2B-698F-C19F-62B3-69E903764B8C}"/>
              </a:ext>
            </a:extLst>
          </p:cNvPr>
          <p:cNvSpPr/>
          <p:nvPr/>
        </p:nvSpPr>
        <p:spPr>
          <a:xfrm>
            <a:off x="191385" y="626686"/>
            <a:ext cx="11823406" cy="1463040"/>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t"/>
          <a:lstStyle/>
          <a:p>
            <a:pPr algn="ctr">
              <a:spcBef>
                <a:spcPts val="1200"/>
              </a:spcBef>
            </a:pPr>
            <a:r>
              <a:rPr lang="en-US" sz="1100" b="1">
                <a:solidFill>
                  <a:schemeClr val="tx1"/>
                </a:solidFill>
                <a:latin typeface="SoDo Sans Light" pitchFamily="2" charset="77"/>
                <a:ea typeface="SoDo Sans Light" pitchFamily="2" charset="77"/>
              </a:rPr>
              <a:t>Homepage</a:t>
            </a:r>
          </a:p>
        </p:txBody>
      </p:sp>
      <p:sp>
        <p:nvSpPr>
          <p:cNvPr id="8" name="Rounded Rectangle 7">
            <a:extLst>
              <a:ext uri="{FF2B5EF4-FFF2-40B4-BE49-F238E27FC236}">
                <a16:creationId xmlns:a16="http://schemas.microsoft.com/office/drawing/2014/main" id="{935B6190-8E18-41A0-B347-9388F8A6BCEF}"/>
              </a:ext>
            </a:extLst>
          </p:cNvPr>
          <p:cNvSpPr/>
          <p:nvPr/>
        </p:nvSpPr>
        <p:spPr>
          <a:xfrm>
            <a:off x="286083" y="1170257"/>
            <a:ext cx="11612880" cy="182880"/>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Overview of the program/vision &amp; results to-date</a:t>
            </a:r>
          </a:p>
        </p:txBody>
      </p:sp>
      <p:sp>
        <p:nvSpPr>
          <p:cNvPr id="13" name="Rounded Rectangle 12">
            <a:extLst>
              <a:ext uri="{FF2B5EF4-FFF2-40B4-BE49-F238E27FC236}">
                <a16:creationId xmlns:a16="http://schemas.microsoft.com/office/drawing/2014/main" id="{1F3DC8F8-636A-DBFE-CB2B-0A2C626214BA}"/>
              </a:ext>
            </a:extLst>
          </p:cNvPr>
          <p:cNvSpPr/>
          <p:nvPr/>
        </p:nvSpPr>
        <p:spPr>
          <a:xfrm>
            <a:off x="286083" y="939354"/>
            <a:ext cx="11612880" cy="182880"/>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Welcome to the enablement hub &amp; what it is</a:t>
            </a:r>
          </a:p>
        </p:txBody>
      </p:sp>
      <p:sp>
        <p:nvSpPr>
          <p:cNvPr id="14" name="Rounded Rectangle 13">
            <a:extLst>
              <a:ext uri="{FF2B5EF4-FFF2-40B4-BE49-F238E27FC236}">
                <a16:creationId xmlns:a16="http://schemas.microsoft.com/office/drawing/2014/main" id="{61CE1CD1-ECD9-CEB4-0431-3D04189C64B5}"/>
              </a:ext>
            </a:extLst>
          </p:cNvPr>
          <p:cNvSpPr/>
          <p:nvPr/>
        </p:nvSpPr>
        <p:spPr>
          <a:xfrm>
            <a:off x="3901723" y="1525367"/>
            <a:ext cx="1916401" cy="493253"/>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00"/>
              </a:spcBef>
            </a:pPr>
            <a:r>
              <a:rPr lang="en-US" sz="1000">
                <a:solidFill>
                  <a:schemeClr val="tx1"/>
                </a:solidFill>
                <a:latin typeface="SoDo Sans Light" pitchFamily="2" charset="77"/>
                <a:ea typeface="SoDo Sans Light" pitchFamily="2" charset="77"/>
              </a:rPr>
              <a:t>Adobe Solution Training</a:t>
            </a:r>
          </a:p>
        </p:txBody>
      </p:sp>
      <p:sp>
        <p:nvSpPr>
          <p:cNvPr id="15" name="Rounded Rectangle 14">
            <a:extLst>
              <a:ext uri="{FF2B5EF4-FFF2-40B4-BE49-F238E27FC236}">
                <a16:creationId xmlns:a16="http://schemas.microsoft.com/office/drawing/2014/main" id="{A234B588-5D9A-E57F-088B-60960B742134}"/>
              </a:ext>
            </a:extLst>
          </p:cNvPr>
          <p:cNvSpPr/>
          <p:nvPr/>
        </p:nvSpPr>
        <p:spPr>
          <a:xfrm>
            <a:off x="6865572" y="1525367"/>
            <a:ext cx="1916401" cy="493253"/>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00"/>
              </a:spcBef>
            </a:pPr>
            <a:r>
              <a:rPr lang="en-US" sz="1000">
                <a:solidFill>
                  <a:schemeClr val="tx1"/>
                </a:solidFill>
                <a:latin typeface="SoDo Sans Light" pitchFamily="2" charset="77"/>
                <a:ea typeface="SoDo Sans Light" pitchFamily="2" charset="77"/>
              </a:rPr>
              <a:t>FAQ</a:t>
            </a:r>
          </a:p>
        </p:txBody>
      </p:sp>
      <p:sp>
        <p:nvSpPr>
          <p:cNvPr id="16" name="Rounded Rectangle 15">
            <a:extLst>
              <a:ext uri="{FF2B5EF4-FFF2-40B4-BE49-F238E27FC236}">
                <a16:creationId xmlns:a16="http://schemas.microsoft.com/office/drawing/2014/main" id="{0F79582D-7B2D-FC5E-2F7F-1C4AF05C878A}"/>
              </a:ext>
            </a:extLst>
          </p:cNvPr>
          <p:cNvSpPr/>
          <p:nvPr/>
        </p:nvSpPr>
        <p:spPr>
          <a:xfrm>
            <a:off x="9481768" y="1525367"/>
            <a:ext cx="1916401" cy="493253"/>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00"/>
              </a:spcBef>
            </a:pPr>
            <a:r>
              <a:rPr lang="en-US" sz="1000">
                <a:solidFill>
                  <a:schemeClr val="tx1"/>
                </a:solidFill>
                <a:latin typeface="SoDo Sans Light" pitchFamily="2" charset="77"/>
                <a:ea typeface="SoDo Sans Light" pitchFamily="2" charset="77"/>
              </a:rPr>
              <a:t>Have feedback or need to request enablement? </a:t>
            </a:r>
          </a:p>
        </p:txBody>
      </p:sp>
      <p:sp>
        <p:nvSpPr>
          <p:cNvPr id="17" name="Rounded Rectangle 16">
            <a:extLst>
              <a:ext uri="{FF2B5EF4-FFF2-40B4-BE49-F238E27FC236}">
                <a16:creationId xmlns:a16="http://schemas.microsoft.com/office/drawing/2014/main" id="{BC595C24-7901-61EE-E580-C87F90B7392E}"/>
              </a:ext>
            </a:extLst>
          </p:cNvPr>
          <p:cNvSpPr/>
          <p:nvPr/>
        </p:nvSpPr>
        <p:spPr>
          <a:xfrm>
            <a:off x="735214" y="1525367"/>
            <a:ext cx="1916401" cy="493253"/>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00"/>
              </a:spcBef>
            </a:pPr>
            <a:r>
              <a:rPr lang="en-US" sz="1000">
                <a:solidFill>
                  <a:schemeClr val="tx1"/>
                </a:solidFill>
                <a:latin typeface="SoDo Sans Light" pitchFamily="2" charset="77"/>
                <a:ea typeface="SoDo Sans Light" pitchFamily="2" charset="77"/>
              </a:rPr>
              <a:t>Key contacts &amp; program team members</a:t>
            </a:r>
          </a:p>
        </p:txBody>
      </p:sp>
      <p:sp>
        <p:nvSpPr>
          <p:cNvPr id="20" name="Rounded Rectangle 19">
            <a:extLst>
              <a:ext uri="{FF2B5EF4-FFF2-40B4-BE49-F238E27FC236}">
                <a16:creationId xmlns:a16="http://schemas.microsoft.com/office/drawing/2014/main" id="{CFBF1E4E-D56C-4FBB-1037-FB15CE658F38}"/>
              </a:ext>
            </a:extLst>
          </p:cNvPr>
          <p:cNvSpPr/>
          <p:nvPr/>
        </p:nvSpPr>
        <p:spPr>
          <a:xfrm>
            <a:off x="550414" y="2415111"/>
            <a:ext cx="2286000" cy="3101458"/>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t"/>
          <a:lstStyle/>
          <a:p>
            <a:pPr algn="ctr">
              <a:spcBef>
                <a:spcPts val="1200"/>
              </a:spcBef>
            </a:pPr>
            <a:r>
              <a:rPr lang="en-US" sz="1100" b="1">
                <a:solidFill>
                  <a:schemeClr val="tx1"/>
                </a:solidFill>
                <a:latin typeface="SoDo Sans Light" pitchFamily="2" charset="77"/>
                <a:ea typeface="SoDo Sans Light" pitchFamily="2" charset="77"/>
              </a:rPr>
              <a:t>Key Contacts </a:t>
            </a:r>
          </a:p>
        </p:txBody>
      </p:sp>
      <p:sp>
        <p:nvSpPr>
          <p:cNvPr id="30" name="Rounded Rectangle 29">
            <a:extLst>
              <a:ext uri="{FF2B5EF4-FFF2-40B4-BE49-F238E27FC236}">
                <a16:creationId xmlns:a16="http://schemas.microsoft.com/office/drawing/2014/main" id="{B054A7AD-CF45-706B-97F7-79E00E623C40}"/>
              </a:ext>
            </a:extLst>
          </p:cNvPr>
          <p:cNvSpPr/>
          <p:nvPr/>
        </p:nvSpPr>
        <p:spPr>
          <a:xfrm>
            <a:off x="3716923" y="2413264"/>
            <a:ext cx="2286000" cy="3103305"/>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t"/>
          <a:lstStyle/>
          <a:p>
            <a:pPr algn="ctr">
              <a:spcBef>
                <a:spcPts val="100"/>
              </a:spcBef>
            </a:pPr>
            <a:r>
              <a:rPr lang="en-US" sz="1100">
                <a:solidFill>
                  <a:schemeClr val="tx1"/>
                </a:solidFill>
                <a:latin typeface="SoDo Sans Light" pitchFamily="2" charset="77"/>
                <a:ea typeface="SoDo Sans Light" pitchFamily="2" charset="77"/>
              </a:rPr>
              <a:t>Adobe Solution Training</a:t>
            </a:r>
          </a:p>
        </p:txBody>
      </p:sp>
      <p:sp>
        <p:nvSpPr>
          <p:cNvPr id="31" name="Rounded Rectangle 30">
            <a:extLst>
              <a:ext uri="{FF2B5EF4-FFF2-40B4-BE49-F238E27FC236}">
                <a16:creationId xmlns:a16="http://schemas.microsoft.com/office/drawing/2014/main" id="{10CACA66-1F43-C74A-3110-405D6D92F7E0}"/>
              </a:ext>
            </a:extLst>
          </p:cNvPr>
          <p:cNvSpPr/>
          <p:nvPr/>
        </p:nvSpPr>
        <p:spPr>
          <a:xfrm>
            <a:off x="6680772" y="2413263"/>
            <a:ext cx="2286000" cy="3103306"/>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t"/>
          <a:lstStyle/>
          <a:p>
            <a:pPr algn="ctr">
              <a:spcBef>
                <a:spcPts val="1200"/>
              </a:spcBef>
            </a:pPr>
            <a:r>
              <a:rPr lang="en-US" sz="1100" b="1">
                <a:solidFill>
                  <a:schemeClr val="tx1"/>
                </a:solidFill>
                <a:latin typeface="SoDo Sans Light" pitchFamily="2" charset="77"/>
                <a:ea typeface="SoDo Sans Light" pitchFamily="2" charset="77"/>
              </a:rPr>
              <a:t>Frequently Asked Questions</a:t>
            </a:r>
          </a:p>
        </p:txBody>
      </p:sp>
      <p:cxnSp>
        <p:nvCxnSpPr>
          <p:cNvPr id="34" name="Elbow Connector 33">
            <a:extLst>
              <a:ext uri="{FF2B5EF4-FFF2-40B4-BE49-F238E27FC236}">
                <a16:creationId xmlns:a16="http://schemas.microsoft.com/office/drawing/2014/main" id="{557D5D90-B297-9C60-9A87-A4026ED8DA5F}"/>
              </a:ext>
            </a:extLst>
          </p:cNvPr>
          <p:cNvCxnSpPr>
            <a:cxnSpLocks/>
            <a:stCxn id="17" idx="2"/>
            <a:endCxn id="20" idx="0"/>
          </p:cNvCxnSpPr>
          <p:nvPr/>
        </p:nvCxnSpPr>
        <p:spPr>
          <a:xfrm rot="5400000">
            <a:off x="1495170" y="2216865"/>
            <a:ext cx="396491" cy="1"/>
          </a:xfrm>
          <a:prstGeom prst="bentConnector3">
            <a:avLst/>
          </a:prstGeom>
          <a:ln w="95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FF2B5EF4-FFF2-40B4-BE49-F238E27FC236}">
                <a16:creationId xmlns:a16="http://schemas.microsoft.com/office/drawing/2014/main" id="{FEDA6490-DCEF-1531-AC81-26DF39BF2C43}"/>
              </a:ext>
            </a:extLst>
          </p:cNvPr>
          <p:cNvCxnSpPr>
            <a:cxnSpLocks/>
            <a:stCxn id="15" idx="2"/>
            <a:endCxn id="31" idx="0"/>
          </p:cNvCxnSpPr>
          <p:nvPr/>
        </p:nvCxnSpPr>
        <p:spPr>
          <a:xfrm rot="5400000">
            <a:off x="7626452" y="2215941"/>
            <a:ext cx="394643" cy="1"/>
          </a:xfrm>
          <a:prstGeom prst="bentConnector3">
            <a:avLst/>
          </a:prstGeom>
          <a:ln w="95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Elbow Connector 49">
            <a:extLst>
              <a:ext uri="{FF2B5EF4-FFF2-40B4-BE49-F238E27FC236}">
                <a16:creationId xmlns:a16="http://schemas.microsoft.com/office/drawing/2014/main" id="{46A5AB6F-8CDC-14E0-435A-54B3E173BADD}"/>
              </a:ext>
            </a:extLst>
          </p:cNvPr>
          <p:cNvCxnSpPr>
            <a:cxnSpLocks/>
            <a:stCxn id="14" idx="2"/>
            <a:endCxn id="30" idx="0"/>
          </p:cNvCxnSpPr>
          <p:nvPr/>
        </p:nvCxnSpPr>
        <p:spPr>
          <a:xfrm rot="5400000">
            <a:off x="4662602" y="2215942"/>
            <a:ext cx="394644" cy="1"/>
          </a:xfrm>
          <a:prstGeom prst="bentConnector3">
            <a:avLst/>
          </a:prstGeom>
          <a:ln w="95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Rounded Rectangle 58">
            <a:extLst>
              <a:ext uri="{FF2B5EF4-FFF2-40B4-BE49-F238E27FC236}">
                <a16:creationId xmlns:a16="http://schemas.microsoft.com/office/drawing/2014/main" id="{4AD0F474-6CF7-0884-D5F2-7BA767B81C05}"/>
              </a:ext>
            </a:extLst>
          </p:cNvPr>
          <p:cNvSpPr/>
          <p:nvPr/>
        </p:nvSpPr>
        <p:spPr>
          <a:xfrm>
            <a:off x="621435" y="3460488"/>
            <a:ext cx="2143953" cy="251666"/>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Leadership sponsors</a:t>
            </a:r>
          </a:p>
        </p:txBody>
      </p:sp>
      <p:sp>
        <p:nvSpPr>
          <p:cNvPr id="60" name="Rounded Rectangle 59">
            <a:extLst>
              <a:ext uri="{FF2B5EF4-FFF2-40B4-BE49-F238E27FC236}">
                <a16:creationId xmlns:a16="http://schemas.microsoft.com/office/drawing/2014/main" id="{4E6B3BFE-6A43-2119-79CD-9E8C12AD3F8F}"/>
              </a:ext>
            </a:extLst>
          </p:cNvPr>
          <p:cNvSpPr/>
          <p:nvPr/>
        </p:nvSpPr>
        <p:spPr>
          <a:xfrm>
            <a:off x="621438" y="2678094"/>
            <a:ext cx="2143953" cy="701544"/>
          </a:xfrm>
          <a:prstGeom prst="roundRect">
            <a:avLst>
              <a:gd name="adj" fmla="val 4674"/>
            </a:avLst>
          </a:prstGeom>
          <a:no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For all blocks, have a sub-header on when to contact them and for each person include the person’s name, SBUX email, title, ideally a picture</a:t>
            </a:r>
          </a:p>
        </p:txBody>
      </p:sp>
      <p:sp>
        <p:nvSpPr>
          <p:cNvPr id="61" name="Rounded Rectangle 60">
            <a:extLst>
              <a:ext uri="{FF2B5EF4-FFF2-40B4-BE49-F238E27FC236}">
                <a16:creationId xmlns:a16="http://schemas.microsoft.com/office/drawing/2014/main" id="{C4E31D93-A1B9-DA5D-06D0-965E9D0A00D2}"/>
              </a:ext>
            </a:extLst>
          </p:cNvPr>
          <p:cNvSpPr/>
          <p:nvPr/>
        </p:nvSpPr>
        <p:spPr>
          <a:xfrm>
            <a:off x="621435" y="3768255"/>
            <a:ext cx="2143953" cy="251666"/>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Program team</a:t>
            </a:r>
          </a:p>
        </p:txBody>
      </p:sp>
      <p:sp>
        <p:nvSpPr>
          <p:cNvPr id="62" name="Rounded Rectangle 61">
            <a:extLst>
              <a:ext uri="{FF2B5EF4-FFF2-40B4-BE49-F238E27FC236}">
                <a16:creationId xmlns:a16="http://schemas.microsoft.com/office/drawing/2014/main" id="{F052A676-2B8B-A74D-0A5F-53BA4F4A1FE2}"/>
              </a:ext>
            </a:extLst>
          </p:cNvPr>
          <p:cNvSpPr/>
          <p:nvPr/>
        </p:nvSpPr>
        <p:spPr>
          <a:xfrm>
            <a:off x="621436" y="4076022"/>
            <a:ext cx="2143953" cy="251666"/>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Adobe Solution Administrators</a:t>
            </a:r>
          </a:p>
        </p:txBody>
      </p:sp>
      <p:sp>
        <p:nvSpPr>
          <p:cNvPr id="63" name="Rounded Rectangle 62">
            <a:extLst>
              <a:ext uri="{FF2B5EF4-FFF2-40B4-BE49-F238E27FC236}">
                <a16:creationId xmlns:a16="http://schemas.microsoft.com/office/drawing/2014/main" id="{670877D0-0517-80BF-DA0F-A1479E38AEBA}"/>
              </a:ext>
            </a:extLst>
          </p:cNvPr>
          <p:cNvSpPr/>
          <p:nvPr/>
        </p:nvSpPr>
        <p:spPr>
          <a:xfrm>
            <a:off x="621436" y="4383790"/>
            <a:ext cx="2143953" cy="251666"/>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Adobe Solution Super Users</a:t>
            </a:r>
          </a:p>
        </p:txBody>
      </p:sp>
      <p:sp>
        <p:nvSpPr>
          <p:cNvPr id="69" name="Rounded Rectangle 68">
            <a:extLst>
              <a:ext uri="{FF2B5EF4-FFF2-40B4-BE49-F238E27FC236}">
                <a16:creationId xmlns:a16="http://schemas.microsoft.com/office/drawing/2014/main" id="{33D91DF8-4363-109F-8B88-9CC4BDEC6CB4}"/>
              </a:ext>
            </a:extLst>
          </p:cNvPr>
          <p:cNvSpPr/>
          <p:nvPr/>
        </p:nvSpPr>
        <p:spPr>
          <a:xfrm>
            <a:off x="786876" y="2156584"/>
            <a:ext cx="10611293" cy="136932"/>
          </a:xfrm>
          <a:prstGeom prst="roundRect">
            <a:avLst>
              <a:gd name="adj" fmla="val 4674"/>
            </a:avLst>
          </a:prstGeom>
          <a:solidFill>
            <a:schemeClr val="bg1"/>
          </a:solid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For all sub-pages, start the page with a short overview blurb that states what the page is about and when to leverage it.</a:t>
            </a:r>
          </a:p>
        </p:txBody>
      </p:sp>
      <p:sp>
        <p:nvSpPr>
          <p:cNvPr id="86" name="Rounded Rectangle 85">
            <a:extLst>
              <a:ext uri="{FF2B5EF4-FFF2-40B4-BE49-F238E27FC236}">
                <a16:creationId xmlns:a16="http://schemas.microsoft.com/office/drawing/2014/main" id="{320BE619-B736-357E-4AEC-94109F7E7472}"/>
              </a:ext>
            </a:extLst>
          </p:cNvPr>
          <p:cNvSpPr/>
          <p:nvPr/>
        </p:nvSpPr>
        <p:spPr>
          <a:xfrm>
            <a:off x="3792159" y="3208231"/>
            <a:ext cx="2143953" cy="469783"/>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High-level overview of training resources available</a:t>
            </a:r>
          </a:p>
        </p:txBody>
      </p:sp>
      <p:sp>
        <p:nvSpPr>
          <p:cNvPr id="88" name="Rounded Rectangle 87">
            <a:extLst>
              <a:ext uri="{FF2B5EF4-FFF2-40B4-BE49-F238E27FC236}">
                <a16:creationId xmlns:a16="http://schemas.microsoft.com/office/drawing/2014/main" id="{3A2ABA7D-6AEE-3933-3BB0-6E7065A6BCA8}"/>
              </a:ext>
            </a:extLst>
          </p:cNvPr>
          <p:cNvSpPr/>
          <p:nvPr/>
        </p:nvSpPr>
        <p:spPr>
          <a:xfrm>
            <a:off x="3792159" y="2678094"/>
            <a:ext cx="2143953" cy="469782"/>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High-level learning journey: foundational, intermediate, advanced, certified </a:t>
            </a:r>
          </a:p>
        </p:txBody>
      </p:sp>
      <p:sp>
        <p:nvSpPr>
          <p:cNvPr id="98" name="Rounded Rectangle 97">
            <a:extLst>
              <a:ext uri="{FF2B5EF4-FFF2-40B4-BE49-F238E27FC236}">
                <a16:creationId xmlns:a16="http://schemas.microsoft.com/office/drawing/2014/main" id="{59A59915-71A8-6906-F7AB-A86206C8D7EE}"/>
              </a:ext>
            </a:extLst>
          </p:cNvPr>
          <p:cNvSpPr/>
          <p:nvPr/>
        </p:nvSpPr>
        <p:spPr>
          <a:xfrm>
            <a:off x="6751793" y="2691128"/>
            <a:ext cx="2143953" cy="688508"/>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Aggregate frequently asked questions &amp; add responses/links to other places on the site where answers are stored</a:t>
            </a:r>
          </a:p>
        </p:txBody>
      </p:sp>
      <p:sp>
        <p:nvSpPr>
          <p:cNvPr id="103" name="Rounded Rectangle 102">
            <a:extLst>
              <a:ext uri="{FF2B5EF4-FFF2-40B4-BE49-F238E27FC236}">
                <a16:creationId xmlns:a16="http://schemas.microsoft.com/office/drawing/2014/main" id="{61E765E9-D71A-97D2-0286-6AC44B915AC8}"/>
              </a:ext>
            </a:extLst>
          </p:cNvPr>
          <p:cNvSpPr/>
          <p:nvPr/>
        </p:nvSpPr>
        <p:spPr>
          <a:xfrm>
            <a:off x="3792159" y="3738369"/>
            <a:ext cx="2143953" cy="645680"/>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Role-based/persona-based learnings</a:t>
            </a:r>
            <a:r>
              <a:rPr lang="en-US" sz="1000" b="0" i="0" u="none" strike="noStrike">
                <a:solidFill>
                  <a:srgbClr val="1D1C1D"/>
                </a:solidFill>
                <a:effectLst/>
                <a:latin typeface="Slack-Lato"/>
              </a:rPr>
              <a:t>)</a:t>
            </a:r>
            <a:endParaRPr lang="en-US" sz="1000">
              <a:solidFill>
                <a:schemeClr val="tx1"/>
              </a:solidFill>
              <a:latin typeface="SoDo Sans Light" pitchFamily="2" charset="77"/>
              <a:ea typeface="SoDo Sans Light" pitchFamily="2" charset="77"/>
            </a:endParaRPr>
          </a:p>
        </p:txBody>
      </p:sp>
      <p:sp>
        <p:nvSpPr>
          <p:cNvPr id="107" name="Rectangle 106">
            <a:extLst>
              <a:ext uri="{FF2B5EF4-FFF2-40B4-BE49-F238E27FC236}">
                <a16:creationId xmlns:a16="http://schemas.microsoft.com/office/drawing/2014/main" id="{FB8CB51F-90C3-A90D-0665-EE494794368B}"/>
              </a:ext>
            </a:extLst>
          </p:cNvPr>
          <p:cNvSpPr/>
          <p:nvPr/>
        </p:nvSpPr>
        <p:spPr>
          <a:xfrm>
            <a:off x="6776323" y="3436819"/>
            <a:ext cx="2143953" cy="1895814"/>
          </a:xfrm>
          <a:prstGeom prst="rect">
            <a:avLst/>
          </a:prstGeom>
          <a:no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t"/>
          <a:lstStyle/>
          <a:p>
            <a:r>
              <a:rPr lang="en-US" sz="1000">
                <a:solidFill>
                  <a:schemeClr val="tx1"/>
                </a:solidFill>
                <a:latin typeface="SoDo Sans Light" pitchFamily="2" charset="77"/>
                <a:ea typeface="SoDo Sans Light" pitchFamily="2" charset="77"/>
              </a:rPr>
              <a:t>Topics to include:</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Who to contact to get access to Adobe solutions at Starbucks </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How to get support with an Adobe product issue</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Link to the Adobe product roadmap (what features will be released/when)</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How to get access to ADLS/ExL </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How to provide feedback </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How to request trailed training or enablement  </a:t>
            </a:r>
          </a:p>
        </p:txBody>
      </p:sp>
      <p:sp>
        <p:nvSpPr>
          <p:cNvPr id="11" name="Rounded Rectangle 10">
            <a:extLst>
              <a:ext uri="{FF2B5EF4-FFF2-40B4-BE49-F238E27FC236}">
                <a16:creationId xmlns:a16="http://schemas.microsoft.com/office/drawing/2014/main" id="{B6F71FEC-7B70-7F09-FF1F-72FD73FED67D}"/>
              </a:ext>
            </a:extLst>
          </p:cNvPr>
          <p:cNvSpPr/>
          <p:nvPr/>
        </p:nvSpPr>
        <p:spPr>
          <a:xfrm>
            <a:off x="3784467" y="4444404"/>
            <a:ext cx="2143953" cy="725456"/>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r>
              <a:rPr lang="en-US" sz="1000">
                <a:solidFill>
                  <a:schemeClr val="tx1"/>
                </a:solidFill>
                <a:latin typeface="SoDo Sans Light" pitchFamily="2" charset="77"/>
                <a:ea typeface="SoDo Sans Light" pitchFamily="2" charset="77"/>
              </a:rPr>
              <a:t>self-help guides, tutorials and videos</a:t>
            </a:r>
            <a:endParaRPr lang="en-US" sz="700">
              <a:solidFill>
                <a:schemeClr val="tx1"/>
              </a:solidFill>
              <a:latin typeface="SoDo Sans Light" pitchFamily="2" charset="77"/>
              <a:ea typeface="SoDo Sans Light" pitchFamily="2" charset="77"/>
            </a:endParaRPr>
          </a:p>
        </p:txBody>
      </p:sp>
    </p:spTree>
    <p:extLst>
      <p:ext uri="{BB962C8B-B14F-4D97-AF65-F5344CB8AC3E}">
        <p14:creationId xmlns:p14="http://schemas.microsoft.com/office/powerpoint/2010/main" val="34628719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6CD65-E0A9-9169-BF4F-4E032ECD9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0F13C-D042-9E29-D037-B7AEAFC3FDE2}"/>
              </a:ext>
            </a:extLst>
          </p:cNvPr>
          <p:cNvSpPr>
            <a:spLocks noGrp="1"/>
          </p:cNvSpPr>
          <p:nvPr>
            <p:ph type="title"/>
          </p:nvPr>
        </p:nvSpPr>
        <p:spPr/>
        <p:txBody>
          <a:bodyPr/>
          <a:lstStyle/>
          <a:p>
            <a:r>
              <a:rPr lang="en-US"/>
              <a:t>How does this apply to SHRSS?</a:t>
            </a:r>
          </a:p>
        </p:txBody>
      </p:sp>
      <p:sp>
        <p:nvSpPr>
          <p:cNvPr id="3" name="Content Placeholder 2">
            <a:extLst>
              <a:ext uri="{FF2B5EF4-FFF2-40B4-BE49-F238E27FC236}">
                <a16:creationId xmlns:a16="http://schemas.microsoft.com/office/drawing/2014/main" id="{6388E3D7-F245-6ED1-82CA-B0F635CD0CF2}"/>
              </a:ext>
            </a:extLst>
          </p:cNvPr>
          <p:cNvSpPr>
            <a:spLocks noGrp="1"/>
          </p:cNvSpPr>
          <p:nvPr>
            <p:ph idx="1"/>
          </p:nvPr>
        </p:nvSpPr>
        <p:spPr/>
        <p:txBody>
          <a:bodyPr/>
          <a:lstStyle/>
          <a:p>
            <a:r>
              <a:rPr lang="en-US" sz="1400"/>
              <a:t>What aspects of this make sense for SHRSS?</a:t>
            </a:r>
          </a:p>
          <a:p>
            <a:r>
              <a:rPr lang="en-US" sz="1400"/>
              <a:t>What can be tailored to your specific needs?</a:t>
            </a:r>
          </a:p>
          <a:p>
            <a:r>
              <a:rPr lang="en-US" sz="1400"/>
              <a:t>What would an ideal state look like?</a:t>
            </a:r>
          </a:p>
          <a:p>
            <a:r>
              <a:rPr lang="en-US" sz="1400"/>
              <a:t>Where would you like to dive deeper?</a:t>
            </a:r>
          </a:p>
          <a:p>
            <a:r>
              <a:rPr lang="en-US" sz="1400" b="1"/>
              <a:t>What are potential enablement hub locations and owners?</a:t>
            </a:r>
          </a:p>
          <a:p>
            <a:endParaRPr lang="en-US" sz="1400"/>
          </a:p>
          <a:p>
            <a:endParaRPr lang="en-US" sz="1400"/>
          </a:p>
        </p:txBody>
      </p:sp>
      <p:sp>
        <p:nvSpPr>
          <p:cNvPr id="5" name="Rectangle 2">
            <a:extLst>
              <a:ext uri="{FF2B5EF4-FFF2-40B4-BE49-F238E27FC236}">
                <a16:creationId xmlns:a16="http://schemas.microsoft.com/office/drawing/2014/main" id="{478B4F13-1E9D-A33D-A1D4-45F8DD57A25D}"/>
              </a:ext>
            </a:extLst>
          </p:cNvPr>
          <p:cNvSpPr>
            <a:spLocks noChangeArrowheads="1"/>
          </p:cNvSpPr>
          <p:nvPr/>
        </p:nvSpPr>
        <p:spPr bwMode="auto">
          <a:xfrm>
            <a:off x="1425615" y="4539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4472732"/>
      </p:ext>
    </p:extLst>
  </p:cSld>
  <p:clrMapOvr>
    <a:masterClrMapping/>
  </p:clrMapOvr>
</p:sld>
</file>

<file path=ppt/theme/theme1.xml><?xml version="1.0" encoding="utf-8"?>
<a:theme xmlns:a="http://schemas.openxmlformats.org/drawingml/2006/main" name="Adobe Template 2024">
  <a:themeElements>
    <a:clrScheme name="Adobe 2024">
      <a:dk1>
        <a:srgbClr val="000000"/>
      </a:dk1>
      <a:lt1>
        <a:srgbClr val="FFFFFF"/>
      </a:lt1>
      <a:dk2>
        <a:srgbClr val="2C2C2C"/>
      </a:dk2>
      <a:lt2>
        <a:srgbClr val="F5F5F5"/>
      </a:lt2>
      <a:accent1>
        <a:srgbClr val="0AA35B"/>
      </a:accent1>
      <a:accent2>
        <a:srgbClr val="3A63F9"/>
      </a:accent2>
      <a:accent3>
        <a:srgbClr val="FF66CC"/>
      </a:accent3>
      <a:accent4>
        <a:srgbClr val="FFA311"/>
      </a:accent4>
      <a:accent5>
        <a:srgbClr val="F3C600"/>
      </a:accent5>
      <a:accent6>
        <a:srgbClr val="EB1000"/>
      </a:accent6>
      <a:hlink>
        <a:srgbClr val="5F5F5F"/>
      </a:hlink>
      <a:folHlink>
        <a:srgbClr val="919191"/>
      </a:folHlink>
    </a:clrScheme>
    <a:fontScheme name="Adobe 2024">
      <a:majorFont>
        <a:latin typeface="Adobe Clean Black"/>
        <a:ea typeface=""/>
        <a:cs typeface=""/>
      </a:majorFont>
      <a:minorFont>
        <a:latin typeface="Adobe Cle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4C4C4"/>
        </a:solidFill>
        <a:ln>
          <a:noFill/>
        </a:ln>
      </a:spPr>
      <a:bodyPr rtlCol="0" anchor="ctr"/>
      <a:lstStyle>
        <a:defPPr algn="ctr">
          <a:defRPr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rgbClr val="0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10000"/>
          </a:lnSpc>
          <a:spcBef>
            <a:spcPts val="9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DFCA518-E110-7A4E-8C23-7E933C39BA21}">
  <we:reference id="6a7bd4f3-0563-43af-8c08-79110eebdff6" version="1.1.4.0" store="EXCatalog" storeType="EXCatalog"/>
  <we:alternateReferences>
    <we:reference id="WA104381155" version="1.1.4.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d154128-d3d5-4da4-8c73-574cee6541af">
      <Terms xmlns="http://schemas.microsoft.com/office/infopath/2007/PartnerControls"/>
    </lcf76f155ced4ddcb4097134ff3c332f>
    <TaxCatchAll xmlns="f3474d73-d85f-4fc8-9a2e-51afd1c26c7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228D041812F3B43A09E1D39B5F17145" ma:contentTypeVersion="14" ma:contentTypeDescription="Create a new document." ma:contentTypeScope="" ma:versionID="8199ab698633872e3e4c799d94bcb677">
  <xsd:schema xmlns:xsd="http://www.w3.org/2001/XMLSchema" xmlns:xs="http://www.w3.org/2001/XMLSchema" xmlns:p="http://schemas.microsoft.com/office/2006/metadata/properties" xmlns:ns2="6d154128-d3d5-4da4-8c73-574cee6541af" xmlns:ns3="f3474d73-d85f-4fc8-9a2e-51afd1c26c77" targetNamespace="http://schemas.microsoft.com/office/2006/metadata/properties" ma:root="true" ma:fieldsID="14f618f83e3f891a10086a72c2edec51" ns2:_="" ns3:_="">
    <xsd:import namespace="6d154128-d3d5-4da4-8c73-574cee6541af"/>
    <xsd:import namespace="f3474d73-d85f-4fc8-9a2e-51afd1c26c7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54128-d3d5-4da4-8c73-574cee6541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b1daa41-56b4-4620-81a0-b7316f7f93e2"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3474d73-d85f-4fc8-9a2e-51afd1c26c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6eeaa6d-6dac-4d62-b986-2a25ffd1899d}" ma:internalName="TaxCatchAll" ma:showField="CatchAllData" ma:web="f3474d73-d85f-4fc8-9a2e-51afd1c26c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C468D7-2A62-4899-BEF3-AA07431EA73C}">
  <ds:schemaRefs>
    <ds:schemaRef ds:uri="http://schemas.microsoft.com/sharepoint/v3/contenttype/forms"/>
  </ds:schemaRefs>
</ds:datastoreItem>
</file>

<file path=customXml/itemProps2.xml><?xml version="1.0" encoding="utf-8"?>
<ds:datastoreItem xmlns:ds="http://schemas.openxmlformats.org/officeDocument/2006/customXml" ds:itemID="{36069ECC-20E0-49A9-BB05-2E7CAA2C58E1}">
  <ds:schemaRefs>
    <ds:schemaRef ds:uri="6d154128-d3d5-4da4-8c73-574cee6541af"/>
    <ds:schemaRef ds:uri="f3474d73-d85f-4fc8-9a2e-51afd1c26c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4A9844F-533D-48F3-88A7-75DFAF7B4AEA}">
  <ds:schemaRefs>
    <ds:schemaRef ds:uri="6d154128-d3d5-4da4-8c73-574cee6541af"/>
    <ds:schemaRef ds:uri="f3474d73-d85f-4fc8-9a2e-51afd1c26c7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58</TotalTime>
  <Words>1371</Words>
  <Application>Microsoft Macintosh PowerPoint</Application>
  <PresentationFormat>Widescreen</PresentationFormat>
  <Paragraphs>222</Paragraphs>
  <Slides>13</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Adobe Clean</vt:lpstr>
      <vt:lpstr>Adobe Clean Black</vt:lpstr>
      <vt:lpstr>Adobe Clean Light</vt:lpstr>
      <vt:lpstr>Adobe Clean SemiCondensed</vt:lpstr>
      <vt:lpstr>Adobe Clean SemiLight</vt:lpstr>
      <vt:lpstr>Aptos</vt:lpstr>
      <vt:lpstr>Arial</vt:lpstr>
      <vt:lpstr>Calibri</vt:lpstr>
      <vt:lpstr>Slack-Lato</vt:lpstr>
      <vt:lpstr>SoDo Sans</vt:lpstr>
      <vt:lpstr>SoDo Sans Light</vt:lpstr>
      <vt:lpstr>Wingdings</vt:lpstr>
      <vt:lpstr>Adobe Template 2024</vt:lpstr>
      <vt:lpstr>Adobe Adoption &amp; Enablement Strategy</vt:lpstr>
      <vt:lpstr>Where We Stand — And Where We Go Next</vt:lpstr>
      <vt:lpstr>Scope and Objectives</vt:lpstr>
      <vt:lpstr>Communication Strategy Definition​</vt:lpstr>
      <vt:lpstr>An approach to adoption &amp; enablement</vt:lpstr>
      <vt:lpstr>A communication strategy</vt:lpstr>
      <vt:lpstr>Communication plan comms channel examples</vt:lpstr>
      <vt:lpstr>Enablement Hub Best Practices</vt:lpstr>
      <vt:lpstr>An Enablement Hub is…</vt:lpstr>
      <vt:lpstr>Why establish an Enablement Hub?</vt:lpstr>
      <vt:lpstr>Enablement Hub personas</vt:lpstr>
      <vt:lpstr>Enablement Hub example</vt:lpstr>
      <vt:lpstr>How does this apply to SHRSS?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Adobe - LinkedIn Testing Strategy [DRAFT]</dc:title>
  <dc:subject/>
  <dc:creator>Adobe</dc:creator>
  <cp:keywords/>
  <dc:description/>
  <cp:lastModifiedBy>Andy Lambert</cp:lastModifiedBy>
  <cp:revision>30</cp:revision>
  <dcterms:created xsi:type="dcterms:W3CDTF">2024-01-24T22:04:21Z</dcterms:created>
  <dcterms:modified xsi:type="dcterms:W3CDTF">2026-03-05T18:01:24Z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0x0101005228D041812F3B43A09E1D39B5F17145</vt:lpwstr>
  </property>
  <property fmtid="{D5CDD505-2E9C-101B-9397-08002B2CF9AE}" pid="3" name="MediaServiceImageTags">
    <vt:lpwstr/>
  </property>
  <property fmtid="{D5CDD505-2E9C-101B-9397-08002B2CF9AE}" pid="4" name="MSIP_Label_aca7f1c0-ceb4-4153-a747-857e00e0fbb7_Enabled">
    <vt:lpwstr>true</vt:lpwstr>
  </property>
  <property fmtid="{D5CDD505-2E9C-101B-9397-08002B2CF9AE}" pid="5" name="MSIP_Label_aca7f1c0-ceb4-4153-a747-857e00e0fbb7_SetDate">
    <vt:lpwstr>2025-06-12T12:15:27Z</vt:lpwstr>
  </property>
  <property fmtid="{D5CDD505-2E9C-101B-9397-08002B2CF9AE}" pid="6" name="MSIP_Label_aca7f1c0-ceb4-4153-a747-857e00e0fbb7_Method">
    <vt:lpwstr>Privileged</vt:lpwstr>
  </property>
  <property fmtid="{D5CDD505-2E9C-101B-9397-08002B2CF9AE}" pid="7" name="MSIP_Label_aca7f1c0-ceb4-4153-a747-857e00e0fbb7_Name">
    <vt:lpwstr>Unrestricted</vt:lpwstr>
  </property>
  <property fmtid="{D5CDD505-2E9C-101B-9397-08002B2CF9AE}" pid="8" name="MSIP_Label_aca7f1c0-ceb4-4153-a747-857e00e0fbb7_SiteId">
    <vt:lpwstr>3e20ecb2-9cb0-4df1-ad7b-914e31dcdda4</vt:lpwstr>
  </property>
  <property fmtid="{D5CDD505-2E9C-101B-9397-08002B2CF9AE}" pid="9" name="MSIP_Label_aca7f1c0-ceb4-4153-a747-857e00e0fbb7_ActionId">
    <vt:lpwstr>a7e1f746-8619-40d0-a360-aaa38f4d6cae</vt:lpwstr>
  </property>
  <property fmtid="{D5CDD505-2E9C-101B-9397-08002B2CF9AE}" pid="10" name="MSIP_Label_aca7f1c0-ceb4-4153-a747-857e00e0fbb7_ContentBits">
    <vt:lpwstr>0</vt:lpwstr>
  </property>
  <property fmtid="{D5CDD505-2E9C-101B-9397-08002B2CF9AE}" pid="11" name="MSIP_Label_aca7f1c0-ceb4-4153-a747-857e00e0fbb7_Tag">
    <vt:lpwstr>50, 0, 1, 1</vt:lpwstr>
  </property>
</Properties>
</file>