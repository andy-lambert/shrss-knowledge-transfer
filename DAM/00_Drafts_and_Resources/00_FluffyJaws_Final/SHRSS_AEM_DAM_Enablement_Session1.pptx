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this as a working session: understanding current DAM, aligning on how to use it, and surfacing candidates for the next wave of enhancements.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time-box each section. Call out that we won’t solve everything live—we’re building a prioritized backlog.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the session, replace [SHRSS_ROOT] and [CAREERS_ROOT] with real top-level folder paths from the DAM structure outline.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notes to remind yourself of concrete examples from the Excel/outline when you fill in observations.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Swap in real shrss tag branches and examples before the session so you can point to them concretely.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2–3 example assets bookmarked to demonstrate how these tags are applied in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the bridge between the conceptual tag model and the author Do/Don’t guide you’ll leave behind.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the session, list the exact section and field names from the shrss metadata schema structure so you can speak concretely.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a step-by-step example asset prepared, ideally one relevant to the careers site launch.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these responsibilities back to the DAM_Architect_Ops_Runbook you’ll share as a separate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slide concise; point authors to the full AEM_Author_DAM_Do_and_Dont_Guide for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by confirming owners and timelines for the next wave of DAM improvements.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E31837"/>
                </a:solidFill>
              </a:defRPr>
            </a:pPr>
            <a:r>
              <a:t>SHRSS AEM Assets / DAM Enablement – Session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Hard Rock | AEMaaCS Sites &amp; Assets | Tagging, Metadata, and DAM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E31837"/>
                </a:solidFill>
              </a:defRPr>
            </a:pPr>
            <a:r>
              <a:t>Context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SHRSS runs AEMaaCS Sites/Assets for multiple brands and experiences: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www.hardrock.com (global brand experience)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reverb.hardrock.com (Reverb hotel brand)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aem.careers.stage.hardrock.com (careers site, going live 3/16/2026)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Today’s focus: make the SHRSS DAM architect and authors confident in how to use the current DAM setup—and what we should improve next.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E31837"/>
                </a:solidFill>
              </a:defRPr>
            </a:pPr>
            <a:r>
              <a:t>Agenda (60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1. Current DAM landscape &amp; folder strategy (10 min)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2. Tagging model overview &amp; examples (15 min)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3. Metadata schema &amp; authoring experience (15 min)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4. DAM operations, governance, and Do/Don’t (15 min)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5. Parking lot &amp; next steps for follow-on discovery (5 min)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E31837"/>
                </a:solidFill>
              </a:defRPr>
            </a:pPr>
            <a:r>
              <a:t>1. Current DAM Landscape &amp; Folder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How SHRSS uses AEM Assets today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E31837"/>
                </a:solidFill>
              </a:defRPr>
            </a:pPr>
            <a:r>
              <a:t>Current DAM Structure (High-Level)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Top-level structure in production (simplified):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/content/dam/[SHRSS_ROOT]/... – core marketing &amp; brand assets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/content/dam/[CAREERS_ROOT]/... – careers &amp; recruitment assets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Other brand-/site-specific branches (Reverb, etc.)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Key questions for today: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Which folders are considered 'system of record' vs. scratch?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Where do authors actually upload day-to-day assets?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Are there any known pain points (clutter, hard-to-find assets, duplication)?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E31837"/>
                </a:solidFill>
              </a:defRPr>
            </a:pPr>
            <a:r>
              <a:t>Folder Strategy &amp; Usage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Design intent: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Keep a clear separation between global/shared libraries and site-specific assets.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Align folder names with business concepts (brand, channel, campaign, region).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What we see today: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[Insert 2–3 observations from SHRSS_DAM_Structure_Outline.md].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[Call out any /training, /tmp, or legacy branches still in use].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Discussion: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What’s working well?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Where are authors confused or creating workarounds?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E31837"/>
                </a:solidFill>
              </a:defRPr>
            </a:pPr>
            <a:r>
              <a:t>2. Tagging Model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How the shrss tag namespace is structured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E31837"/>
                </a:solidFill>
              </a:defRPr>
            </a:pPr>
            <a:r>
              <a:t>Tagging Model – Big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SHRSS uses a dedicated tag namespace: shrss:*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Typical tag categories include (examples):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Brand / Sub-brand (e.g., Hard Rock, Reverb, [others])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Site / Experience (e.g., www.hardrock.com, reverb.hardrock.com, careers)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Content type (hero, thumbnail, banner, social, print, etc.)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Campaign / Promotion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Location / Property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Rights / Usage constraints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Goal: make it easy to find assets and consistently describe them across Sites/Assets.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E31837"/>
                </a:solidFill>
              </a:defRPr>
            </a:pPr>
            <a:r>
              <a:t>Key Tag Branches &amp;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Examples you can walk through live (update with real tags):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shrss:brand/[BRAND_TAGS] – high-level brand segmentation.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shrss:site/[SITE_TAGS] – where the asset is primarily used (Hard Rock, Reverb, Careers).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shrss:content-type/[TYPE_TAGS] – hero image, gallery image, thumbnail, video teaser, etc.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shrss:location/[LOCATION_TAGS] – property, city, region.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shrss:rights/[RIGHTS_TAGS] – restricted usage, embargoed, internal-only.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Plan to show 2–3 concrete tag combinations on a real asset from production.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E31837"/>
                </a:solidFill>
              </a:defRPr>
            </a:pPr>
            <a:r>
              <a:t>Tagging – Do / Don’t (Author 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Do: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Always apply brand + site + content-type tags at a minimum.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Reuse existing tags instead of creating new ones where possible.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Ask for new tags via the defined intake process when needed.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Don’t: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Don’t use generic or catch-all tags for everything (e.g., 'misc', 'test').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Don’t apply tags you don’t understand just to clear validation errors.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Don’t create ad-hoc local taxonomies outside shrss:* without governance.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E31837"/>
                </a:solidFill>
              </a:defRPr>
            </a:pPr>
            <a:r>
              <a:t>3. Metadata Schema &amp; Authoring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How shrssmetadataschema supports search and governance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E31837"/>
                </a:solidFill>
              </a:defRPr>
            </a:pPr>
            <a:r>
              <a:t>shrssmetadataschema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Custom DAM metadata schema defined for SHRSS assets: shrssmetadataschema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Key sections (examples – update with real names):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Basic: title, description, owner, brand, site.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Content Details: content type, channel, placement, orientation.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Rights &amp; Compliance: usage rights, expiration, approvals.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Careers-specific fields: [Insert any candidate/employer branding fields].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Objective: balance required fields (governance) with a fast authoring experience.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E31837"/>
                </a:solidFill>
              </a:defRPr>
            </a:pPr>
            <a:r>
              <a:t>Authoring Walkthrough – Filling Metadata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In the demo, show: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Uploading a new asset into the correct folder.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Opening the Properties dialog (shrssmetadataschema).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Filling required fields (highlight what matters most).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Applying the right tags (brand, site, content-type, etc.).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Saving and verifying that the asset is now easy to find via search/filters.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Emphasize: metadata is what makes assets reusable and discoverable across sites.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E31837"/>
                </a:solidFill>
              </a:defRPr>
            </a:pPr>
            <a:r>
              <a:t>4. DAM Operations, Governance &amp; Do/Don’t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How the DAM architect keeps things healthy over time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E31837"/>
                </a:solidFill>
              </a:defRPr>
            </a:pPr>
            <a:r>
              <a:t>DAM Architect – Core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Day-to-day / weekly: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Review new tags and metadata patterns for drift or duplication.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Monitor high-traffic folders for clutter and unapproved structures.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Support authors with tagging/metadata questions.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Monthly / quarterly: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Run clean-up on deprecated tags and legacy folders.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Align with marketing, HR, and brand teams on upcoming campaigns and needs.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Update the DAM Ops runbook and Do/Don’t guide as the implementation evolves.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E31837"/>
                </a:solidFill>
              </a:defRPr>
            </a:pPr>
            <a:r>
              <a:t>Author Do / Don’t –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Do: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Use the right folder + schema + tags for your site/brand.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Keep titles and descriptions meaningful and human-readable.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Flag missing tags/fields or confusing structures to the DAM architect.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Don’t: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Don’t duplicate assets across multiple folders for each site.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Don’t bypass metadata fields by uploading into 'temporary' or legacy folders.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Don’t invent your own non-governed tags or folder schemes.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E31837"/>
                </a:solidFill>
              </a:defRPr>
            </a:pPr>
            <a:r>
              <a:t>5. Parking Lot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Feed into follow-on discovery and backlog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E31837"/>
                </a:solidFill>
              </a:defRPr>
            </a:pPr>
            <a:r>
              <a:t>Parking Lot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During the session, capture: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Tag gaps (missing values, confusing names, duplicates).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Metadata schema issues (too many required fields, unclear labels).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Folder structure pain points (hard-to-find assets, legacy clutter).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After the session: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Convert items into JIRA tickets / discovery epics.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Prioritize quick wins vs. larger structural changes.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Plan follow-on deep dives (e.g., careers-specific taxonomy, rights &amp; compliance).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